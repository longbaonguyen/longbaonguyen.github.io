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76" r:id="rId2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5" Type="http://schemas.openxmlformats.org/officeDocument/2006/relationships/slide" Target="slides/slide11.xml"/><Relationship Id="rId26" Type="http://schemas.openxmlformats.org/officeDocument/2006/relationships/presProps" Target="presProps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1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CC4B10-92CC-4FBD-BC4C-41055812595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utoShape 3"/>
          <p:cNvSpPr/>
          <p:nvPr/>
        </p:nvSpPr>
        <p:spPr>
          <a:xfrm>
            <a:off x="0" y="0"/>
            <a:ext cx="9144000" cy="1066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" name="Slide Number Placeholder 3"/>
          <p:cNvSpPr/>
          <p:nvPr/>
        </p:nvSpPr>
        <p:spPr>
          <a:xfrm>
            <a:off x="822960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indent="0" algn="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9FD8D7-522B-49D1-A2BB-12DED10114D8}" type="slidenum">
              <a:rPr b="0" lang="en-US" sz="1200" spc="-1" strike="noStrike">
                <a:solidFill>
                  <a:srgbClr val="424242"/>
                </a:solidFill>
                <a:latin typeface="Verdan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/>
          <p:nvPr/>
        </p:nvSpPr>
        <p:spPr>
          <a:xfrm>
            <a:off x="0" y="0"/>
            <a:ext cx="9144000" cy="1390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7772400" cy="228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Tahoma"/>
              </a:rPr>
              <a:t>Unit 4: Data Collections</a:t>
            </a:r>
            <a:br>
              <a:rPr sz="3400"/>
            </a:br>
            <a:r>
              <a:rPr b="1" lang="en-US" sz="3400" spc="-1" strike="noStrike">
                <a:solidFill>
                  <a:srgbClr val="000000"/>
                </a:solidFill>
                <a:latin typeface="Tahoma"/>
              </a:rPr>
              <a:t>  Ethical and Social Issues Around Data Collection</a:t>
            </a:r>
            <a:endParaRPr b="1" lang="en-US" sz="3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Rectangle 3"/>
          <p:cNvSpPr/>
          <p:nvPr/>
        </p:nvSpPr>
        <p:spPr>
          <a:xfrm>
            <a:off x="1360440" y="4114800"/>
            <a:ext cx="6400800" cy="17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93333" lnSpcReduction="10000"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Aligned to: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AP Computer Science A Course and Exam Description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Effective Fall 2025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Topic 4.1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4"/>
          <p:cNvSpPr/>
          <p:nvPr/>
        </p:nvSpPr>
        <p:spPr>
          <a:xfrm>
            <a:off x="169560" y="6248520"/>
            <a:ext cx="3356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https://longbaonguyen.github.io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4"/>
          <p:cNvSpPr/>
          <p:nvPr/>
        </p:nvSpPr>
        <p:spPr>
          <a:xfrm>
            <a:off x="163800" y="5688000"/>
            <a:ext cx="685872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This work is licensed under the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Creative Commons Attribution-NonCommercial-ShareAlike 4.0 International License.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Before Any Code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Everything in this unit — arrays, ArrayLists, files, searching, sorting — exists to do one thing: work with data.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So before the syntax, one question worth asking: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Where did this data come from, and what did collecting it cost?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That question is now part of the course, and it is examinable.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Personal Data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Data about people is different from data about temperatures or dice rolls.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Personal data that is collected and stored can be used to identify someone, to follow what they do, or to reveal something they did not choose to share.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And it lasts. Data collected today can be combined with data collected years from now, for a purpose nobody has thought of yet.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Storing data is a decision with a long tail.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Not Really Anonymous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fitness app published a global heat map of popular running routes. No names, no accounts — just aggregated activity.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It showed the perimeter of military bases whose locations were not public.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And a single user’s runs formed a loop that started and ended at their house.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Removing names does not remove people. Aggregate data can still point at an individual, and often does.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Consent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The runners in that story did agree to something. They tapped "share my activity."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Did they agree to a public map? To their base being visible? To a stranger finding their home?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Consent to collect is not consent to every use. A user agreeing to one purpose has not agreed to all future purposes.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When you design a system that collects data, you are deciding what people are agreeing to — usually without them reading it.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Data Quality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data set is a record of what somebody managed to measure. That is not the same as the truth.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Values can be missing, entered wrong, out of date, or measured differently in different places.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Before you compute anything from a data set, look at it. An average of bad numbers is a bad number carrying more authority than it earned.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Who Is Missing?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The heat map showed where people with expensive smartwatches run.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Read as "where people run," it is wrong — not because any value in it is false, but because of who was never in it.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This is bias by omission, and it is the failure mode that is hardest to see, because the data you are missing leaves no trace in the data you have.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Always ask: who would be in this data set if it were complete, and who is not?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Algorithmic Bias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The CED names this one, so learn the phrase: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ALGORITHMIC BIAS: systemic and repeated errors in a program that create unfair outcomes for a specific group of users.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Note what it is not. It is not a programmer being prejudiced. It is a program that reliably gets it wrong for the same group, over and over — usually because of the data it learned from or the data it was tested on.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Before you use a data set to extrapolate new information or draw a conclusion, know HOW it was collected and what bias that method could introduce.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And data that is incomplete or inaccurate does not just mislead — it can make the program itself work incorrectly or inefficiently.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Choosing a Data Set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Given a question, not every data set can answer it. Check four things: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Relevance — does it actually measure the thing you are asking about?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Completeness — who or what is missing?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Currency — how old is it, and has the world moved on?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Permission — are you allowed to use it for this?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data set that fails any one of these will still produce an answer. That is the danger.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Your Turn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school logs every hall-pass swipe: student, time, origin, destination. Someone proposes using it to flag students who may be struggling.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Discuss: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1) What could this get right?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2) Which students would this system misread, and why?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3) The students agreed to the swipe system for safety. Have they agreed to this?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4) Who should be allowed to see the flags — and for how long should the data be kept?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References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For more tutorials/lecture notes in Java, Python, game programming, artificial intelligence with neural networks: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https://longbaonguyen.github.io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7" name="Rectangle 1"/>
          <p:cNvSpPr/>
          <p:nvPr/>
        </p:nvSpPr>
        <p:spPr>
          <a:xfrm>
            <a:off x="228600" y="1447920"/>
            <a:ext cx="845820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buClr>
                <a:srgbClr val="000000"/>
              </a:buClr>
              <a:buFont typeface="Arial"/>
              <a:buAutoNum type="arabi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Building Java Programs: A Back to Basics Approach by Stuart Reges and Marty Stepp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2) Runestone CSAwesome Curriculum: https://runestone.academy/runestone/books/published/csawesome/index.html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6533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2008-06-28T20:57:21Z</dcterms:created>
  <dc:creator>Marty Stepp</dc:creator>
  <dc:description>Slides used in the University of Washington's CSE 142 Python sessions.</dc:description>
  <cp:keywords>Python</cp:keywords>
  <dc:language>en-US</dc:language>
  <cp:lastModifiedBy>Long Nguyen</cp:lastModifiedBy>
  <cp:lastPrinted>2019-10-07T11:45:46Z</cp:lastPrinted>
  <dcterms:modified xsi:type="dcterms:W3CDTF">2023-03-01T14:46:30Z</dcterms:modified>
  <cp:revision>291</cp:revision>
  <dc:subject/>
  <dc:title>CSE 142 Python Slides</dc:title>
</cp:coreProperties>
</file>