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76" r:id="rId2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5" Type="http://schemas.openxmlformats.org/officeDocument/2006/relationships/slide" Target="slides/slide15.xml"/><Relationship Id="rId26" Type="http://schemas.openxmlformats.org/officeDocument/2006/relationships/presProps" Target="presProps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CC4B10-92CC-4FBD-BC4C-41055812595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utoShape 3"/>
          <p:cNvSpPr/>
          <p:nvPr/>
        </p:nvSpPr>
        <p:spPr>
          <a:xfrm>
            <a:off x="0" y="0"/>
            <a:ext cx="9144000" cy="1066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" name="Slide Number Placeholder 3"/>
          <p:cNvSpPr/>
          <p:nvPr/>
        </p:nvSpPr>
        <p:spPr>
          <a:xfrm>
            <a:off x="822960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9FD8D7-522B-49D1-A2BB-12DED10114D8}" type="slidenum">
              <a:rPr b="0" lang="en-US" sz="1200" spc="-1" strike="noStrike">
                <a:solidFill>
                  <a:srgbClr val="424242"/>
                </a:solidFill>
                <a:latin typeface="Verdan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/>
          <p:nvPr/>
        </p:nvSpPr>
        <p:spPr>
          <a:xfrm>
            <a:off x="0" y="0"/>
            <a:ext cx="9144000" cy="1390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Tahoma"/>
              </a:rPr>
              <a:t>Unit 4: Data Collections</a:t>
            </a:r>
            <a:br>
              <a:rPr sz="3400"/>
            </a:br>
            <a:r>
              <a:rPr b="1" lang="en-US" sz="3400" spc="-1" strike="noStrike">
                <a:solidFill>
                  <a:srgbClr val="000000"/>
                </a:solidFill>
                <a:latin typeface="Tahoma"/>
              </a:rPr>
              <a:t>  Using Text Files</a:t>
            </a:r>
            <a:endParaRPr b="1" lang="en-US" sz="3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Rectangle 3"/>
          <p:cNvSpPr/>
          <p:nvPr/>
        </p:nvSpPr>
        <p:spPr>
          <a:xfrm>
            <a:off x="1360440" y="4114800"/>
            <a:ext cx="640080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3333" lnSpcReduction="10000"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Aligned to: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AP Computer Science A Course and Exam Description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Effective Fall 2025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Topic 4.6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4"/>
          <p:cNvSpPr/>
          <p:nvPr/>
        </p:nvSpPr>
        <p:spPr>
          <a:xfrm>
            <a:off x="169560" y="6248520"/>
            <a:ext cx="3356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https://longbaonguyen.github.io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63800" y="5688000"/>
            <a:ext cx="6858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This work is licensed under the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Creative Commons Attribution-NonCommercial-ShareAlike 4.0 International License.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Why Files?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So far every data set you have used was typed into the program itself.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That has a hard limit: to change the data, you must edit and recompile the code. And you can only ever include as much data as you are willing to type.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file separates the two. The program stays the same; the data changes.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This is how real programs get their data — and it is new to the AP course as of Fall 2025.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Two Classes Only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Reading a file on this exam uses exactly two classes: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File     — names a file on disk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Scanner  — reads from it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already know Scanner. It is the same class you used for keyboard input; you just hand it a File instead of System.in.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Everything you need is on the exam reference sheet. If it is not on that sheet, you are not expected to use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Opening a File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Two imports, then one line: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import java.io.File;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import java.util.Scanner;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File f = new File("data.txt");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Scanner input = new Scanner(f);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Read that inside out: make a File that names data.txt, then make a Scanner that reads from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When you are finished, release it: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input.close();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throws IOException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file might not be there. Java forces you to acknowledge that before it will compile.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way you acknowledge it in this course is on the method header: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public static void readData() throws IOException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That says: this can fail, and I am not handling it here. If the file name turns out to be invalid, the program terminates. File and IOException both live in java.io, so both need importing.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Java also offers try/catch for this. try/catch is outside the scope of the AP course — use throws.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The Reading Loop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do not know how many lines a file has. So you do not use a counted loop — you ask whether anything is left: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while (input.hasNext()) {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String line = input.nextLine();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System.out.println(line);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}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input.close();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hasNext() returns false once there is nothing more to read. That is what ends the loop.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Scanner Methods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From the exam reference sheet, in full: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boolean hasNext()    is there more to read?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String  nextLine()   read the rest of the line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String  next()       read one token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int     nextInt()    read one int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double  nextDouble() read one double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boolean nextBoolean()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void    close()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That is the whole toolkit. There is nothing else you need.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Lines or Tokens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There are two ways to read, and they do not mix comfortably.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BY LINE: nextLine() takes everything up to the end of the line, newline included.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BY TOKEN: next(), nextInt(), nextDouble() take one whitespace-separated piece and stop, leaving the newline behind.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Mixing them leaves that stray newline in the way and hands you an empty string where you expected data. The CED excludes this outright: "Writing or analyzing code that uses both nextLine and other Scanner methods on the same input source is outside the scope."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Decide which one a file wants, and use only that one.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Splitting a Line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line read with nextLine() arrives as one String. To get at the fields, split it on whatever separates them: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String line = "Alicia,92,88,100";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String[] parts = line.split(",");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// parts[0] is "Alicia"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// parts[1] is "92"   &lt;-- a String, not an int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Numbers read from a file are text until you convert them: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int score = Integer.parseInt(parts[1]);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Example: scores.txt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file with one student per line — a name, then three test scores: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Alicia,92,88,100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Ben,75,80,68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Chen,88,95,91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Dara,60,72,85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Goal: print each student’s name and average.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Before writing code, say the plan: read a line, split it on commas, convert parts 1 onward to ints, total them, divide by how many there were.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The Code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public static void report(String file)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   throws IOException {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Scanner in = new Scanner(new File(file));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while (in.hasNext()) {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String[] parts = in.nextLine().split(",");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int sum = 0;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for (int i = 1; i &lt; parts.length; i++)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  sum += Integer.parseInt(parts[i]);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System.out.println(parts[0] + ": " +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    (double) sum / (parts.length - 1));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}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in.close();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}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Storing What You Read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Printing as you go works, but usually you want to keep the data and use it later.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do not know how many lines there are, so an array is awkward. Read into an ArrayList: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ArrayList&lt;String&gt; names =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    new ArrayList&lt;String&gt;();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while (in.hasNext()) {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String[] parts = in.nextLine().split(",");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names.add(parts[0]);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}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Now every algorithm you already know — search, count, max, sort — works on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What Is NOT on the Exam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Java can do far more with files than this. None of it is assessed — these are the CED’s own exclusions: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WRITING to files — no FileWriter, no PrintWriter. Reading only.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BufferedReader and FileReader.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try/catch — use throws instead.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hasNextLine(), hasNextInt(), hasNextDouble() — only hasNext().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java.nio.file classes. And note: "Accepting input from the keyboard is outside the scope" — here, Scanner is for files.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If a method is not on the reference sheet, it is not expected of you.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Lab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Create a file called scores.txt with at least six students, each on their own line, in the form name,score,score,score.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Then write these methods, each declaring throws IOException: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1) printAverages(String filename) — name and average for each student.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2) topStudent(String filename) — returns the name of the student with the highest average.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3) countAbove(String filename, double cutoff) — how many students averaged above the cutoff.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Test each one with an empty file and with a single-student file before you call it finished.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References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For more tutorials/lecture notes in Java, Python, game programming, artificial intelligence with neural networks: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https://longbaonguyen.github.io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7" name="Rectangle 1"/>
          <p:cNvSpPr/>
          <p:nvPr/>
        </p:nvSpPr>
        <p:spPr>
          <a:xfrm>
            <a:off x="228600" y="1447920"/>
            <a:ext cx="84582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buClr>
                <a:srgbClr val="000000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Building Java Programs: A Back to Basics Approach by Stuart Reges and Marty Stepp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2) Runestone CSAwesome Curriculum: https://runestone.academy/runestone/books/published/csawesome/index.html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2008-06-28T20:57:21Z</dcterms:created>
  <dc:creator>Marty Stepp</dc:creator>
  <dc:description>Slides used in the University of Washington's CSE 142 Python sessions.</dc:description>
  <cp:keywords>Python</cp:keywords>
  <dc:language>en-US</dc:language>
  <cp:lastModifiedBy>Long Nguyen</cp:lastModifiedBy>
  <cp:lastPrinted>2019-10-07T11:45:46Z</cp:lastPrinted>
  <dcterms:modified xsi:type="dcterms:W3CDTF">2023-03-01T14:46:30Z</dcterms:modified>
  <cp:revision>291</cp:revision>
  <dc:subject/>
  <dc:title>CSE 142 Python Slides</dc:title>
</cp:coreProperties>
</file>