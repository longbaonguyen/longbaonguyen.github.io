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76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5" Type="http://schemas.openxmlformats.org/officeDocument/2006/relationships/slide" Target="slides/slide12.xml"/><Relationship Id="rId26" Type="http://schemas.openxmlformats.org/officeDocument/2006/relationships/presProps" Target="presProps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CC4B10-92CC-4FBD-BC4C-4105581259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FD8D7-522B-49D1-A2BB-12DED10114D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3: Class Creation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 Impact of Program Design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Aligned to: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AP Computer Science A Course and Exam Description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Effective Fall 2025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Topic 3.2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Programs Change Things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Every program you write does something in the world. Some of what it does, you designed. Some of it you did not.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program can have effects on society, on the economy, and on culture — some beneficial, some harmful, and many that nobody predicted when the code was written.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Unintended consequences are not a rare accident. They are normal. Which means part of designing a program is asking what it might do that you did not intend.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Reliability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program is reliable when it does what is expected, under the conditions it was built for, without failing.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Reliability is not something you add at the end. It comes from testing with a variety of inputs — and especially from testing the inputs you did not have in mind while writing.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Code that works on the example in the assignment is not yet known to work.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Testing for Edge Cases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interesting inputs are almost always at the edges. For a method that takes an array, try: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 empty array          (length 0)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single element        (length 1)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all values the same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negative values, and zero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largest value the type can hold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Most bugs that survive to production are living in one of these.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The Stakes Differ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Consider one bug — an average computed with integer division, so it silently truncates.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In a class project: a wrong number on the screen.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In a bank’s interest calculation: money quietly created or destroyed, across every account, every day.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In a medical infusion pump: a dose.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Same bug. The care a program deserves scales with what it touches.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Using Others’ Code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will often find code that solves your problem. Whether you may use it is a separate question from whether it works.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rule that catches people out: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Being able to SEE code does not mean you are allowed to USE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Code published as open source and free to use tells you what you may do with it. Code that is NOT open source requires you to obtain permission — and often to purchase it — before integrating it into your program.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Three Sources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want to sell an app. May you paste in code from: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a repository with an MIT or Apache license?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Yes — read the license and follow its attribution terms.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a repository with no license file at all?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No. Obtain permission first — and expect to have to purchase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an answer posted on a Q&amp;A site?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It depends on that site’s terms, which usually require attribution.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Most people guess "all three." That guess is expensive.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Writing Code With AI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NOT ASSESSED: artificial intelligence appears nowhere in the Course Framework. These next slides are here because the skill matters, not because the exam asks for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AI tools produce working Java quickly. That changes how fast you write code. It does not change who is responsible for it. They are good at boilerplate, half-remembered syntax, and explaining an error message.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What it is unreliable at: knowing your requirements, handling the edge cases you did not mention, and knowing when it is wrong.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It will produce confident, well-formatted, incorrect code — and it will not tell you which kind you got.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What Can Go Wrong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Ask an AI for "a Java method that returns the average of an int array" and you will very often get something like: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public static double average(int[] a) {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int sum = 0;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for (int x : a) sum += x;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 return sum / a.length;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Three defects: integer division truncates the answer; an empty array divides by zero; a long array can overflow sum. It compiles. It looks right. It is wrong.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You Ship It, You Own It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If you did not write a line of code, you still have to be able to explain what it does before you use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College Board states this directly for AP Computer Science Principles: it is the student’s responsibility to review and understand any code co-written with AI tools, and to make sure it works.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principle is the same here. "The AI wrote it" has never been an answer to "why did this fail?"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Your Turn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In pairs: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Ask an AI tool for a Java method that returns the MEDIAN of an int array.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Do not run it. Read it, and write down every input you think would break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Now run it against those inputs.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4) Write two sentences: what did it get wrong, and who would have been responsible if this had shipped?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Bring the code and your notes to the next class.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Nguyen</cp:lastModifiedBy>
  <cp:lastPrinted>2019-10-07T11:45:46Z</cp:lastPrinted>
  <dcterms:modified xsi:type="dcterms:W3CDTF">2023-03-01T14:46:30Z</dcterms:modified>
  <cp:revision>291</cp:revision>
  <dc:subject/>
  <dc:title>CSE 142 Python Slides</dc:title>
</cp:coreProperties>
</file>