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33"/>
  </p:notesMasterIdLst>
  <p:sldIdLst>
    <p:sldId id="256" r:id="rId2"/>
    <p:sldId id="291" r:id="rId39"/>
    <p:sldId id="269" r:id="rId3"/>
    <p:sldId id="270" r:id="rId4"/>
    <p:sldId id="271" r:id="rId5"/>
    <p:sldId id="272" r:id="rId6"/>
    <p:sldId id="274" r:id="rId7"/>
    <p:sldId id="273" r:id="rId8"/>
    <p:sldId id="275" r:id="rId9"/>
    <p:sldId id="276" r:id="rId10"/>
    <p:sldId id="277" r:id="rId11"/>
    <p:sldId id="278" r:id="rId12"/>
    <p:sldId id="279" r:id="rId13"/>
    <p:sldId id="280" r:id="rId14"/>
    <p:sldId id="268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61" r:id="rId26"/>
    <p:sldId id="262" r:id="rId27"/>
    <p:sldId id="263" r:id="rId28"/>
    <p:sldId id="264" r:id="rId29"/>
    <p:sldId id="265" r:id="rId30"/>
    <p:sldId id="266" r:id="rId31"/>
    <p:sldId id="26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04"/>
    <p:restoredTop sz="94780"/>
  </p:normalViewPr>
  <p:slideViewPr>
    <p:cSldViewPr snapToGrid="0">
      <p:cViewPr varScale="1">
        <p:scale>
          <a:sx n="100" d="100"/>
          <a:sy n="100" d="100"/>
        </p:scale>
        <p:origin x="159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microsoft.com/office/2016/11/relationships/changesInfo" Target="changesInfos/changesInfo1.xml"/><Relationship Id="rId39" Type="http://schemas.openxmlformats.org/officeDocument/2006/relationships/slide" Target="slides/slide3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 B Nguyen" userId="f59fb8f3-a021-417a-8bc1-65c8d471c621" providerId="ADAL" clId="{93BE87BA-F8CA-5C1F-82FF-B4CAB5F485A1}"/>
    <pc:docChg chg="undo custSel addSld delSld modSld">
      <pc:chgData name="Long B Nguyen" userId="f59fb8f3-a021-417a-8bc1-65c8d471c621" providerId="ADAL" clId="{93BE87BA-F8CA-5C1F-82FF-B4CAB5F485A1}" dt="2026-09-24T14:33:25.470" v="656" actId="2696"/>
      <pc:docMkLst>
        <pc:docMk/>
      </pc:docMkLst>
      <pc:sldChg chg="modSp mod modAnim">
        <pc:chgData name="Long B Nguyen" userId="f59fb8f3-a021-417a-8bc1-65c8d471c621" providerId="ADAL" clId="{93BE87BA-F8CA-5C1F-82FF-B4CAB5F485A1}" dt="2026-09-17T16:47:24.670" v="654" actId="27636"/>
        <pc:sldMkLst>
          <pc:docMk/>
          <pc:sldMk cId="3337405855" sldId="256"/>
        </pc:sldMkLst>
        <pc:spChg chg="mod">
          <ac:chgData name="Long B Nguyen" userId="f59fb8f3-a021-417a-8bc1-65c8d471c621" providerId="ADAL" clId="{93BE87BA-F8CA-5C1F-82FF-B4CAB5F485A1}" dt="2026-09-17T16:47:24.670" v="654" actId="27636"/>
          <ac:spMkLst>
            <pc:docMk/>
            <pc:sldMk cId="3337405855" sldId="256"/>
            <ac:spMk id="3" creationId="{AD906E69-9DA0-7100-07FC-16D08761D6F3}"/>
          </ac:spMkLst>
        </pc:spChg>
      </pc:sldChg>
      <pc:sldChg chg="add del">
        <pc:chgData name="Long B Nguyen" userId="f59fb8f3-a021-417a-8bc1-65c8d471c621" providerId="ADAL" clId="{93BE87BA-F8CA-5C1F-82FF-B4CAB5F485A1}" dt="2026-09-24T14:33:25.470" v="656" actId="2696"/>
        <pc:sldMkLst>
          <pc:docMk/>
          <pc:sldMk cId="4171217931" sldId="260"/>
        </pc:sldMkLst>
      </pc:sldChg>
      <pc:sldChg chg="add">
        <pc:chgData name="Long B Nguyen" userId="f59fb8f3-a021-417a-8bc1-65c8d471c621" providerId="ADAL" clId="{93BE87BA-F8CA-5C1F-82FF-B4CAB5F485A1}" dt="2026-09-24T14:33:20.401" v="655"/>
        <pc:sldMkLst>
          <pc:docMk/>
          <pc:sldMk cId="3207627313" sldId="261"/>
        </pc:sldMkLst>
      </pc:sldChg>
      <pc:sldChg chg="add">
        <pc:chgData name="Long B Nguyen" userId="f59fb8f3-a021-417a-8bc1-65c8d471c621" providerId="ADAL" clId="{93BE87BA-F8CA-5C1F-82FF-B4CAB5F485A1}" dt="2026-09-24T14:33:20.401" v="655"/>
        <pc:sldMkLst>
          <pc:docMk/>
          <pc:sldMk cId="3832960378" sldId="262"/>
        </pc:sldMkLst>
      </pc:sldChg>
      <pc:sldChg chg="add">
        <pc:chgData name="Long B Nguyen" userId="f59fb8f3-a021-417a-8bc1-65c8d471c621" providerId="ADAL" clId="{93BE87BA-F8CA-5C1F-82FF-B4CAB5F485A1}" dt="2026-09-24T14:33:20.401" v="655"/>
        <pc:sldMkLst>
          <pc:docMk/>
          <pc:sldMk cId="1072417144" sldId="263"/>
        </pc:sldMkLst>
      </pc:sldChg>
      <pc:sldChg chg="add">
        <pc:chgData name="Long B Nguyen" userId="f59fb8f3-a021-417a-8bc1-65c8d471c621" providerId="ADAL" clId="{93BE87BA-F8CA-5C1F-82FF-B4CAB5F485A1}" dt="2026-09-24T14:33:20.401" v="655"/>
        <pc:sldMkLst>
          <pc:docMk/>
          <pc:sldMk cId="1108817441" sldId="264"/>
        </pc:sldMkLst>
      </pc:sldChg>
      <pc:sldChg chg="add">
        <pc:chgData name="Long B Nguyen" userId="f59fb8f3-a021-417a-8bc1-65c8d471c621" providerId="ADAL" clId="{93BE87BA-F8CA-5C1F-82FF-B4CAB5F485A1}" dt="2026-09-24T14:33:20.401" v="655"/>
        <pc:sldMkLst>
          <pc:docMk/>
          <pc:sldMk cId="1153039118" sldId="265"/>
        </pc:sldMkLst>
      </pc:sldChg>
      <pc:sldChg chg="add">
        <pc:chgData name="Long B Nguyen" userId="f59fb8f3-a021-417a-8bc1-65c8d471c621" providerId="ADAL" clId="{93BE87BA-F8CA-5C1F-82FF-B4CAB5F485A1}" dt="2026-09-24T14:33:20.401" v="655"/>
        <pc:sldMkLst>
          <pc:docMk/>
          <pc:sldMk cId="2451528307" sldId="266"/>
        </pc:sldMkLst>
      </pc:sldChg>
      <pc:sldChg chg="add">
        <pc:chgData name="Long B Nguyen" userId="f59fb8f3-a021-417a-8bc1-65c8d471c621" providerId="ADAL" clId="{93BE87BA-F8CA-5C1F-82FF-B4CAB5F485A1}" dt="2026-09-24T14:33:20.401" v="655"/>
        <pc:sldMkLst>
          <pc:docMk/>
          <pc:sldMk cId="3165122073" sldId="26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9E25C-E78A-F049-A5F9-66D132E4491F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30976-F472-FB42-87FA-3F2CAC2C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81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F74D9-FA73-A442-939C-44543C4B35DD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2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E46C-4868-7A46-88A6-A25EEE25EBFD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6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E7396-05DE-4042-A32D-AD40EE8D8AF2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36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F6B4-66D4-E64C-99C9-1E207BF31674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58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15CF-FD18-D44B-8EB8-EBD16B3F7C9B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3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39518-C35B-E440-996A-CD60917F5F1E}" type="datetime1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54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D6928-1A37-B143-8A60-ED0AE018B853}" type="datetime1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70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CF135-FE81-0746-BDEF-466969F3F521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0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09C-0B0D-3B48-AB20-5313FB169767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91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F08C2-4570-7545-A452-29F0E1B9EF52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6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E05C1-9BE9-5447-9923-E460FB70A0C3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623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F31876-D07F-F645-8940-A0CD4EDD3AD7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4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textbooks.math.gatech.edu/ila/" TargetMode="External"/><Relationship Id="rId3" Type="http://schemas.openxmlformats.org/officeDocument/2006/relationships/hyperlink" Target="https://www.gnu.org/licenses/fdl-1.3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64C5A0-1385-7A91-3A0B-7F053BEC4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5" y="355831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n-US" sz="5400" dirty="0"/>
              <a:t>Linear Algebra Notes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06E69-9DA0-7100-07FC-16D08761D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4292" y="4520124"/>
            <a:ext cx="4932908" cy="1514915"/>
          </a:xfrm>
        </p:spPr>
        <p:txBody>
          <a:bodyPr>
            <a:normAutofit/>
          </a:bodyPr>
          <a:lstStyle/>
          <a:p>
            <a:pPr algn="l"/>
            <a:r>
              <a:rPr lang="en-US" sz="2600" b="1" dirty="0"/>
              <a:t>Lecture 2: </a:t>
            </a:r>
          </a:p>
          <a:p>
            <a:pPr algn="l"/>
            <a:r>
              <a:rPr lang="en-US" sz="2000" b="1" dirty="0"/>
              <a:t>Geometry </a:t>
            </a:r>
            <a:r>
              <a:rPr lang="en-US" sz="2000" b="1"/>
              <a:t>of Solutions</a:t>
            </a:r>
            <a:endParaRPr lang="en-US" sz="2000" b="1" dirty="0"/>
          </a:p>
          <a:p>
            <a:pPr algn="l"/>
            <a:r>
              <a:rPr lang="en-US" b="1" dirty="0"/>
              <a:t>Math Seminar</a:t>
            </a:r>
          </a:p>
        </p:txBody>
      </p:sp>
      <p:pic>
        <p:nvPicPr>
          <p:cNvPr id="4" name="Picture 3" descr="Water droplet on a petal">
            <a:extLst>
              <a:ext uri="{FF2B5EF4-FFF2-40B4-BE49-F238E27FC236}">
                <a16:creationId xmlns:a16="http://schemas.microsoft.com/office/drawing/2014/main" id="{EE896E19-5236-8FD9-A07D-B18FC61CA4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10" r="19856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CB3BC-14D6-F9C6-4327-700A17D6F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0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BC0362-2C79-257B-6B21-25757027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5CA63D-E71E-2823-010C-F01EE6D06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14" y="424590"/>
            <a:ext cx="9202838" cy="1769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B00AD9-B1F5-4460-2299-790B3AA1F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93" y="2969510"/>
            <a:ext cx="5246305" cy="28889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700B27-5FA7-4D1F-7DDC-38ABB30E3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02019"/>
            <a:ext cx="5940307" cy="302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691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6BC6AA-151F-9F51-5488-AFF77C8B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83EBBA-9EB9-A805-448B-3DB2129D1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51" y="1628352"/>
            <a:ext cx="8554656" cy="360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44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1536B-C191-F43A-E906-ADECF719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E1D3CF-6F6B-3081-E038-3B620BE87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93" y="797986"/>
            <a:ext cx="8844022" cy="501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57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47798A-F0E8-6831-F8D6-86F502F4B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A94BE-BA29-CEBB-8369-7EF37337E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79" y="1542927"/>
            <a:ext cx="7772400" cy="491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68E861-6D0D-BA52-FB3C-45EA2E5BD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24" y="72342"/>
            <a:ext cx="8693551" cy="122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86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635E80-5F6D-E8FF-C26C-50F68439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DA9575-2C50-D150-2BA7-5CBD9284F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16" y="388043"/>
            <a:ext cx="8554656" cy="534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989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1F9A3C-0038-C505-C390-380688BB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8263E4-86D7-7275-753B-AA28A3D1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668" y="192076"/>
            <a:ext cx="9328053" cy="60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84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421635-94A3-6268-3D6A-F3F417D97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2D94F-B84D-61FD-3A53-537A4004F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51" y="358815"/>
            <a:ext cx="9426161" cy="36680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93C309-DF91-1F11-7035-A38AB457C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50" y="4444752"/>
            <a:ext cx="10198263" cy="116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1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6C7DA9-7325-37DD-C3A2-3E76C49E3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3450C-101C-3BE6-227C-B9B50A365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81755"/>
            <a:ext cx="8172691" cy="638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20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4EF031-2F9E-89F5-52C1-C1EA87E5D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D8F8ED-B99A-C45C-B707-B4105BE21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3404"/>
            <a:ext cx="7772400" cy="647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52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794CC9-80A0-7B4D-0510-D11694E2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AF641B-BE51-D3AD-7E3C-FA90C673D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824" y="170277"/>
            <a:ext cx="8577805" cy="608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66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317EC9-2F76-B9C4-304A-2637AB2BE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3077C8-9121-5192-1A3B-E0CD374F0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732" y="2980184"/>
            <a:ext cx="8531506" cy="2154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4A1B98-B840-0055-F48C-CC3ECE8A7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580" y="1506236"/>
            <a:ext cx="34036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67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356C33-B686-2A42-CCEB-AB64160C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3C2A61-1036-BE89-D130-2C8E9B082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825" y="554135"/>
            <a:ext cx="8391870" cy="523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97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E5659A-0501-69CD-22B7-D1E5E7A4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CBB2CA-0F2C-C300-42FD-F3BCD0A1B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362" y="3380205"/>
            <a:ext cx="8539073" cy="27521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DAD711B-1758-C975-1E5E-03E5F959D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40" y="159164"/>
            <a:ext cx="9538505" cy="282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54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33914C-7140-E224-066C-DB0A29DF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B50542-850F-D5A9-4884-87F98BAF2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49" y="345927"/>
            <a:ext cx="9330160" cy="587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7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8A1B-DD7B-E955-49C2-7F188D5F3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A0043-D606-17F7-9A99-A78D181B9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123" y="0"/>
            <a:ext cx="74497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77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EE08F-B11A-6B9F-198F-045CB4D2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C37173-1825-0964-83A8-70F9EAB5F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8952"/>
            <a:ext cx="7772400" cy="662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29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C6B667-D403-1ECC-2A26-D77A29E39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2EE9D3-1770-9133-533B-E42DD215C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764" y="147467"/>
            <a:ext cx="8343658" cy="28681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4EE847-B66E-5F31-CE68-6123AA34B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578" y="2928517"/>
            <a:ext cx="7367236" cy="388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76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4B6A53-3B77-FEFA-B25D-B165845D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E9B24D-340C-932C-1BB8-E7CB47B80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12" y="886363"/>
            <a:ext cx="9295435" cy="462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06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F34850-A811-B468-B307-5B22CE280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6E5A79-23CB-6EBE-8283-D90650E12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91" y="1145894"/>
            <a:ext cx="10183190" cy="387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25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8C62EF-1BC3-C93C-94E9-799AAA87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C78E0F-A480-7B01-19BE-82FC3FF98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92" y="376046"/>
            <a:ext cx="9334317" cy="561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76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842137-2A95-00E5-20B2-E80655AE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2E5B68-4E58-3DCF-7EEB-047B612C7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49" y="179714"/>
            <a:ext cx="8323163" cy="663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10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132E11-5202-0024-4376-ACF41D15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647701-9F32-FDB1-209F-F3554C297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414" y="548640"/>
            <a:ext cx="8867172" cy="572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47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B6DFC-CB48-23B4-F65F-0FC433519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F595AC-CDA9-F4CF-436A-7B923BA94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101" y="380078"/>
            <a:ext cx="9260711" cy="2879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1B4D2B-7273-E531-0B3B-9551F2F7D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61" y="3429000"/>
            <a:ext cx="9383451" cy="287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92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E06240-4AF5-C2BE-D9C2-4CC465DA0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4C20D-FB40-C258-8D69-6A629D6CB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672327"/>
            <a:ext cx="10163382" cy="518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627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2A861B-3FEA-49BE-3BBD-0B28A43F1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D26EC4-0C0F-AAA2-49B9-9A2242CE5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375" y="367645"/>
            <a:ext cx="8080094" cy="9262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570301-E612-3C64-FA36-DE84F0DDB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52379"/>
            <a:ext cx="7772400" cy="458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960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0D7831-F9E0-6B2E-D915-49BCDD48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CFB4D1-5BAD-6442-86B0-E408550F5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730" y="0"/>
            <a:ext cx="8751425" cy="54444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54F6B2-C3F7-1ADC-FFAD-DD90E138A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640520"/>
            <a:ext cx="7772400" cy="99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17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582E8A-7DD8-90C3-245B-BF793FE6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33DFF-0350-3428-4EAF-4C0D7B661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15" y="934559"/>
            <a:ext cx="10105665" cy="455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17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45315B-FDBC-F22C-AE57-E236D3F2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E11A8B-AB1B-74EA-5687-ABE22B3BF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623671"/>
            <a:ext cx="8681977" cy="507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39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EFA7C1-876C-B64F-E26A-11F45351E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F6777-3361-E65B-5909-FF88AF8D1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169" y="1701479"/>
            <a:ext cx="9018433" cy="236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28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4B4868-767A-41D5-F6A0-F8197AD0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EC63D7-AAB3-92E3-99F0-2CB5FC6C5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997" y="588833"/>
            <a:ext cx="8959770" cy="532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22073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51660"/>
            <a:ext cx="10966704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/>
              <a:t>These notes follow the textbook </a:t>
            </a:r>
            <a:r>
              <a:rPr sz="2000" i="1"/>
              <a:t>Interactive Linear Algebra</a:t>
            </a:r>
            <a:r>
              <a:rPr sz="2000"/>
              <a:t> by Dan Margalit and Joseph Rabinoff, School of Mathematics, Georgia Institute of Technology. Definitions, examples and figures in these slides are taken or adapted from it.</a:t>
            </a:r>
          </a:p>
          <a:p>
            <a:pPr>
              <a:spcAft>
                <a:spcPts val="2800"/>
              </a:spcAft>
            </a:pPr>
            <a:r>
              <a:rPr sz="2000">
                <a:hlinkClick r:id="rId2"/>
              </a:rPr>
              <a:t>https://textbooks.math.gatech.edu/ila/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75569"/>
                </a:solidFill>
              </a:rPr>
              <a:t>Interactive Linear Algebra © 2017 Georgia Institute of Technology. Permission is granted to copy, distribute and/or modify that document under the terms of the GNU Free Documentation License, Version 1.2 or any later version published by the Free Software Foundation; with no Invariant Sections, no Front-Cover Texts, and no Back-Cover Texts.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475569"/>
                </a:solidFill>
              </a:rPr>
              <a:t>These slides are a modified version of that work and are distributed under the same license:</a:t>
            </a:r>
          </a:p>
          <a:p>
            <a:pPr>
              <a:spcAft>
                <a:spcPts val="0"/>
              </a:spcAft>
            </a:pPr>
            <a:r>
              <a:rPr sz="1400">
                <a:hlinkClick r:id="rId3"/>
              </a:rPr>
              <a:t>https://www.gnu.org/licenses/fdl-1.3.html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BC0362-2C79-257B-6B21-25757027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42</Words>
  <Application>Microsoft Macintosh PowerPoint</Application>
  <PresentationFormat>Widescreen</PresentationFormat>
  <Paragraphs>35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Arial</vt:lpstr>
      <vt:lpstr>Neue Haas Grotesk Text Pro</vt:lpstr>
      <vt:lpstr>VanillaVTI</vt:lpstr>
      <vt:lpstr>Linear Algebra Notes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Long B Nguyen</dc:creator>
  <cp:lastModifiedBy>Long B Nguyen</cp:lastModifiedBy>
  <cp:revision>1</cp:revision>
  <dcterms:created xsi:type="dcterms:W3CDTF">2025-09-08T12:33:58Z</dcterms:created>
  <dcterms:modified xsi:type="dcterms:W3CDTF">2026-09-24T14:33:30Z</dcterms:modified>
</cp:coreProperties>
</file>