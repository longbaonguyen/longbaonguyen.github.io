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91" r:id="rId1"/>
  </p:sldMasterIdLst>
  <p:notesMasterIdLst>
    <p:notesMasterId r:id="rId42"/>
  </p:notesMasterIdLst>
  <p:sldIdLst>
    <p:sldId id="256" r:id="rId2"/>
    <p:sldId id="286" r:id="rId3"/>
    <p:sldId id="287" r:id="rId4"/>
    <p:sldId id="308" r:id="rId5"/>
    <p:sldId id="310" r:id="rId6"/>
    <p:sldId id="291" r:id="rId7"/>
    <p:sldId id="367" r:id="rId8"/>
    <p:sldId id="349" r:id="rId9"/>
    <p:sldId id="373" r:id="rId10"/>
    <p:sldId id="335" r:id="rId11"/>
    <p:sldId id="354" r:id="rId12"/>
    <p:sldId id="357" r:id="rId13"/>
    <p:sldId id="355" r:id="rId14"/>
    <p:sldId id="362" r:id="rId15"/>
    <p:sldId id="368" r:id="rId16"/>
    <p:sldId id="350" r:id="rId17"/>
    <p:sldId id="331" r:id="rId18"/>
    <p:sldId id="347" r:id="rId19"/>
    <p:sldId id="348" r:id="rId20"/>
    <p:sldId id="353" r:id="rId21"/>
    <p:sldId id="351" r:id="rId22"/>
    <p:sldId id="352" r:id="rId23"/>
    <p:sldId id="370" r:id="rId24"/>
    <p:sldId id="371" r:id="rId25"/>
    <p:sldId id="303" r:id="rId26"/>
    <p:sldId id="292" r:id="rId27"/>
    <p:sldId id="372" r:id="rId28"/>
    <p:sldId id="276" r:id="rId29"/>
    <p:sldId id="361" r:id="rId30"/>
    <p:sldId id="302" r:id="rId31"/>
    <p:sldId id="338" r:id="rId32"/>
    <p:sldId id="300" r:id="rId33"/>
    <p:sldId id="332" r:id="rId34"/>
    <p:sldId id="337" r:id="rId35"/>
    <p:sldId id="363" r:id="rId36"/>
    <p:sldId id="364" r:id="rId37"/>
    <p:sldId id="365" r:id="rId38"/>
    <p:sldId id="366" r:id="rId39"/>
    <p:sldId id="341" r:id="rId40"/>
    <p:sldId id="284" r:id="rId41"/>
  </p:sldIdLst>
  <p:sldSz cx="9144000" cy="5715000" type="screen16x10"/>
  <p:notesSz cx="6858000" cy="9144000"/>
  <p:defaultTextStyle>
    <a:defPPr>
      <a:defRPr lang="en-US"/>
    </a:defPPr>
    <a:lvl1pPr marL="0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1pPr>
    <a:lvl2pPr marL="356616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2pPr>
    <a:lvl3pPr marL="713232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3pPr>
    <a:lvl4pPr marL="1069848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4pPr>
    <a:lvl5pPr marL="1426464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5pPr>
    <a:lvl6pPr marL="1783080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6pPr>
    <a:lvl7pPr marL="2139696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7pPr>
    <a:lvl8pPr marL="2496312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8pPr>
    <a:lvl9pPr marL="2852928" algn="l" defTabSz="356616" rtl="0" eaLnBrk="1" latinLnBrk="0" hangingPunct="1">
      <a:defRPr sz="1404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05D528-5DEF-6D48-A249-54E4008B27FE}" v="40" dt="2025-10-23T14:59:52.8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5674"/>
  </p:normalViewPr>
  <p:slideViewPr>
    <p:cSldViewPr snapToGrid="0" snapToObjects="1">
      <p:cViewPr varScale="1">
        <p:scale>
          <a:sx n="128" d="100"/>
          <a:sy n="128" d="100"/>
        </p:scale>
        <p:origin x="17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ng B Nguyen" userId="f59fb8f3-a021-417a-8bc1-65c8d471c621" providerId="ADAL" clId="{02F9CDFD-8058-E747-90F1-869B904FA8AE}"/>
    <pc:docChg chg="delSld">
      <pc:chgData name="Long B Nguyen" userId="f59fb8f3-a021-417a-8bc1-65c8d471c621" providerId="ADAL" clId="{02F9CDFD-8058-E747-90F1-869B904FA8AE}" dt="2019-10-06T14:42:51.433" v="0" actId="2696"/>
      <pc:docMkLst>
        <pc:docMk/>
      </pc:docMkLst>
    </pc:docChg>
  </pc:docChgLst>
  <pc:docChgLst>
    <pc:chgData name="Long B Nguyen" userId="f59fb8f3-a021-417a-8bc1-65c8d471c621" providerId="ADAL" clId="{7279A8A5-2AEE-8349-A56F-AA85D50C2543}"/>
    <pc:docChg chg="undo custSel addSld delSld modSld">
      <pc:chgData name="Long B Nguyen" userId="f59fb8f3-a021-417a-8bc1-65c8d471c621" providerId="ADAL" clId="{7279A8A5-2AEE-8349-A56F-AA85D50C2543}" dt="2021-06-05T03:47:47.906" v="3276" actId="20577"/>
      <pc:docMkLst>
        <pc:docMk/>
      </pc:docMkLst>
      <pc:sldChg chg="modSp mod modAnim">
        <pc:chgData name="Long B Nguyen" userId="f59fb8f3-a021-417a-8bc1-65c8d471c621" providerId="ADAL" clId="{7279A8A5-2AEE-8349-A56F-AA85D50C2543}" dt="2021-06-04T17:50:45.874" v="93" actId="20577"/>
        <pc:sldMkLst>
          <pc:docMk/>
          <pc:sldMk cId="278045358" sldId="257"/>
        </pc:sldMkLst>
      </pc:sldChg>
      <pc:sldChg chg="del">
        <pc:chgData name="Long B Nguyen" userId="f59fb8f3-a021-417a-8bc1-65c8d471c621" providerId="ADAL" clId="{7279A8A5-2AEE-8349-A56F-AA85D50C2543}" dt="2021-06-04T17:53:53.345" v="101" actId="2696"/>
        <pc:sldMkLst>
          <pc:docMk/>
          <pc:sldMk cId="15889227" sldId="266"/>
        </pc:sldMkLst>
      </pc:sldChg>
      <pc:sldChg chg="modSp modAnim">
        <pc:chgData name="Long B Nguyen" userId="f59fb8f3-a021-417a-8bc1-65c8d471c621" providerId="ADAL" clId="{7279A8A5-2AEE-8349-A56F-AA85D50C2543}" dt="2021-06-04T18:04:10.026" v="184" actId="20577"/>
        <pc:sldMkLst>
          <pc:docMk/>
          <pc:sldMk cId="1313115290" sldId="287"/>
        </pc:sldMkLst>
      </pc:sldChg>
      <pc:sldChg chg="del">
        <pc:chgData name="Long B Nguyen" userId="f59fb8f3-a021-417a-8bc1-65c8d471c621" providerId="ADAL" clId="{7279A8A5-2AEE-8349-A56F-AA85D50C2543}" dt="2021-06-04T18:13:43.940" v="518" actId="2696"/>
        <pc:sldMkLst>
          <pc:docMk/>
          <pc:sldMk cId="1552642527" sldId="288"/>
        </pc:sldMkLst>
      </pc:sldChg>
      <pc:sldChg chg="modSp mod">
        <pc:chgData name="Long B Nguyen" userId="f59fb8f3-a021-417a-8bc1-65c8d471c621" providerId="ADAL" clId="{7279A8A5-2AEE-8349-A56F-AA85D50C2543}" dt="2021-06-05T03:16:05.949" v="1646" actId="1076"/>
        <pc:sldMkLst>
          <pc:docMk/>
          <pc:sldMk cId="2259044443" sldId="300"/>
        </pc:sldMkLst>
      </pc:sldChg>
      <pc:sldChg chg="modSp del">
        <pc:chgData name="Long B Nguyen" userId="f59fb8f3-a021-417a-8bc1-65c8d471c621" providerId="ADAL" clId="{7279A8A5-2AEE-8349-A56F-AA85D50C2543}" dt="2021-06-04T18:14:27.293" v="521" actId="2696"/>
        <pc:sldMkLst>
          <pc:docMk/>
          <pc:sldMk cId="2979282" sldId="306"/>
        </pc:sldMkLst>
      </pc:sldChg>
      <pc:sldChg chg="del">
        <pc:chgData name="Long B Nguyen" userId="f59fb8f3-a021-417a-8bc1-65c8d471c621" providerId="ADAL" clId="{7279A8A5-2AEE-8349-A56F-AA85D50C2543}" dt="2021-06-04T17:51:35.092" v="95" actId="2696"/>
        <pc:sldMkLst>
          <pc:docMk/>
          <pc:sldMk cId="2816034367" sldId="307"/>
        </pc:sldMkLst>
      </pc:sldChg>
      <pc:sldChg chg="modSp mod modAnim">
        <pc:chgData name="Long B Nguyen" userId="f59fb8f3-a021-417a-8bc1-65c8d471c621" providerId="ADAL" clId="{7279A8A5-2AEE-8349-A56F-AA85D50C2543}" dt="2021-06-04T18:05:35.124" v="276" actId="1076"/>
        <pc:sldMkLst>
          <pc:docMk/>
          <pc:sldMk cId="3647198221" sldId="308"/>
        </pc:sldMkLst>
      </pc:sldChg>
      <pc:sldChg chg="del">
        <pc:chgData name="Long B Nguyen" userId="f59fb8f3-a021-417a-8bc1-65c8d471c621" providerId="ADAL" clId="{7279A8A5-2AEE-8349-A56F-AA85D50C2543}" dt="2021-06-04T17:51:35.092" v="95" actId="2696"/>
        <pc:sldMkLst>
          <pc:docMk/>
          <pc:sldMk cId="3130680389" sldId="309"/>
        </pc:sldMkLst>
      </pc:sldChg>
      <pc:sldChg chg="modSp mod modAnim">
        <pc:chgData name="Long B Nguyen" userId="f59fb8f3-a021-417a-8bc1-65c8d471c621" providerId="ADAL" clId="{7279A8A5-2AEE-8349-A56F-AA85D50C2543}" dt="2021-06-04T23:50:36.165" v="559" actId="20577"/>
        <pc:sldMkLst>
          <pc:docMk/>
          <pc:sldMk cId="3718152399" sldId="310"/>
        </pc:sldMkLst>
      </pc:sldChg>
      <pc:sldChg chg="del">
        <pc:chgData name="Long B Nguyen" userId="f59fb8f3-a021-417a-8bc1-65c8d471c621" providerId="ADAL" clId="{7279A8A5-2AEE-8349-A56F-AA85D50C2543}" dt="2021-06-04T18:12:01.510" v="515" actId="2696"/>
        <pc:sldMkLst>
          <pc:docMk/>
          <pc:sldMk cId="908349489" sldId="315"/>
        </pc:sldMkLst>
      </pc:sldChg>
      <pc:sldChg chg="modSp del mod">
        <pc:chgData name="Long B Nguyen" userId="f59fb8f3-a021-417a-8bc1-65c8d471c621" providerId="ADAL" clId="{7279A8A5-2AEE-8349-A56F-AA85D50C2543}" dt="2021-06-04T18:13:53.196" v="519" actId="2696"/>
        <pc:sldMkLst>
          <pc:docMk/>
          <pc:sldMk cId="1974827690" sldId="319"/>
        </pc:sldMkLst>
      </pc:sldChg>
      <pc:sldChg chg="del">
        <pc:chgData name="Long B Nguyen" userId="f59fb8f3-a021-417a-8bc1-65c8d471c621" providerId="ADAL" clId="{7279A8A5-2AEE-8349-A56F-AA85D50C2543}" dt="2021-06-04T17:52:33.195" v="100" actId="2696"/>
        <pc:sldMkLst>
          <pc:docMk/>
          <pc:sldMk cId="2404797560" sldId="321"/>
        </pc:sldMkLst>
      </pc:sldChg>
      <pc:sldChg chg="del">
        <pc:chgData name="Long B Nguyen" userId="f59fb8f3-a021-417a-8bc1-65c8d471c621" providerId="ADAL" clId="{7279A8A5-2AEE-8349-A56F-AA85D50C2543}" dt="2021-06-04T17:52:33.195" v="100" actId="2696"/>
        <pc:sldMkLst>
          <pc:docMk/>
          <pc:sldMk cId="866882917" sldId="322"/>
        </pc:sldMkLst>
      </pc:sldChg>
      <pc:sldChg chg="del">
        <pc:chgData name="Long B Nguyen" userId="f59fb8f3-a021-417a-8bc1-65c8d471c621" providerId="ADAL" clId="{7279A8A5-2AEE-8349-A56F-AA85D50C2543}" dt="2021-06-04T18:13:43.940" v="518" actId="2696"/>
        <pc:sldMkLst>
          <pc:docMk/>
          <pc:sldMk cId="3883735123" sldId="324"/>
        </pc:sldMkLst>
      </pc:sldChg>
      <pc:sldChg chg="del">
        <pc:chgData name="Long B Nguyen" userId="f59fb8f3-a021-417a-8bc1-65c8d471c621" providerId="ADAL" clId="{7279A8A5-2AEE-8349-A56F-AA85D50C2543}" dt="2021-06-04T18:13:43.940" v="518" actId="2696"/>
        <pc:sldMkLst>
          <pc:docMk/>
          <pc:sldMk cId="97464883" sldId="325"/>
        </pc:sldMkLst>
      </pc:sldChg>
      <pc:sldChg chg="modSp modAnim">
        <pc:chgData name="Long B Nguyen" userId="f59fb8f3-a021-417a-8bc1-65c8d471c621" providerId="ADAL" clId="{7279A8A5-2AEE-8349-A56F-AA85D50C2543}" dt="2021-06-04T18:08:49.259" v="420" actId="20577"/>
        <pc:sldMkLst>
          <pc:docMk/>
          <pc:sldMk cId="2224964763" sldId="326"/>
        </pc:sldMkLst>
      </pc:sldChg>
      <pc:sldChg chg="addSp modSp mod modAnim">
        <pc:chgData name="Long B Nguyen" userId="f59fb8f3-a021-417a-8bc1-65c8d471c621" providerId="ADAL" clId="{7279A8A5-2AEE-8349-A56F-AA85D50C2543}" dt="2021-06-04T18:06:46.747" v="343" actId="1076"/>
        <pc:sldMkLst>
          <pc:docMk/>
          <pc:sldMk cId="725508398" sldId="327"/>
        </pc:sldMkLst>
      </pc:sldChg>
      <pc:sldChg chg="del">
        <pc:chgData name="Long B Nguyen" userId="f59fb8f3-a021-417a-8bc1-65c8d471c621" providerId="ADAL" clId="{7279A8A5-2AEE-8349-A56F-AA85D50C2543}" dt="2021-06-04T18:11:56.081" v="514" actId="2696"/>
        <pc:sldMkLst>
          <pc:docMk/>
          <pc:sldMk cId="771839009" sldId="329"/>
        </pc:sldMkLst>
      </pc:sldChg>
      <pc:sldChg chg="del">
        <pc:chgData name="Long B Nguyen" userId="f59fb8f3-a021-417a-8bc1-65c8d471c621" providerId="ADAL" clId="{7279A8A5-2AEE-8349-A56F-AA85D50C2543}" dt="2021-06-04T17:52:33.195" v="100" actId="2696"/>
        <pc:sldMkLst>
          <pc:docMk/>
          <pc:sldMk cId="1160750792" sldId="330"/>
        </pc:sldMkLst>
      </pc:sldChg>
      <pc:sldChg chg="modSp add mod modAnim">
        <pc:chgData name="Long B Nguyen" userId="f59fb8f3-a021-417a-8bc1-65c8d471c621" providerId="ADAL" clId="{7279A8A5-2AEE-8349-A56F-AA85D50C2543}" dt="2021-06-05T00:12:31.095" v="1212" actId="20577"/>
        <pc:sldMkLst>
          <pc:docMk/>
          <pc:sldMk cId="3976972109" sldId="331"/>
        </pc:sldMkLst>
      </pc:sldChg>
      <pc:sldChg chg="modSp mod modAnim">
        <pc:chgData name="Long B Nguyen" userId="f59fb8f3-a021-417a-8bc1-65c8d471c621" providerId="ADAL" clId="{7279A8A5-2AEE-8349-A56F-AA85D50C2543}" dt="2021-06-05T03:41:21.867" v="2760" actId="20577"/>
        <pc:sldMkLst>
          <pc:docMk/>
          <pc:sldMk cId="121458461" sldId="332"/>
        </pc:sldMkLst>
      </pc:sldChg>
      <pc:sldChg chg="del">
        <pc:chgData name="Long B Nguyen" userId="f59fb8f3-a021-417a-8bc1-65c8d471c621" providerId="ADAL" clId="{7279A8A5-2AEE-8349-A56F-AA85D50C2543}" dt="2021-06-04T17:52:33.195" v="100" actId="2696"/>
        <pc:sldMkLst>
          <pc:docMk/>
          <pc:sldMk cId="3377374440" sldId="333"/>
        </pc:sldMkLst>
      </pc:sldChg>
      <pc:sldChg chg="del">
        <pc:chgData name="Long B Nguyen" userId="f59fb8f3-a021-417a-8bc1-65c8d471c621" providerId="ADAL" clId="{7279A8A5-2AEE-8349-A56F-AA85D50C2543}" dt="2021-06-04T18:13:43.940" v="518" actId="2696"/>
        <pc:sldMkLst>
          <pc:docMk/>
          <pc:sldMk cId="1297630579" sldId="334"/>
        </pc:sldMkLst>
      </pc:sldChg>
      <pc:sldChg chg="del">
        <pc:chgData name="Long B Nguyen" userId="f59fb8f3-a021-417a-8bc1-65c8d471c621" providerId="ADAL" clId="{7279A8A5-2AEE-8349-A56F-AA85D50C2543}" dt="2021-06-04T17:54:02.645" v="102" actId="2696"/>
        <pc:sldMkLst>
          <pc:docMk/>
          <pc:sldMk cId="3679420171" sldId="335"/>
        </pc:sldMkLst>
      </pc:sldChg>
      <pc:sldChg chg="del">
        <pc:chgData name="Long B Nguyen" userId="f59fb8f3-a021-417a-8bc1-65c8d471c621" providerId="ADAL" clId="{7279A8A5-2AEE-8349-A56F-AA85D50C2543}" dt="2021-06-04T17:51:35.092" v="95" actId="2696"/>
        <pc:sldMkLst>
          <pc:docMk/>
          <pc:sldMk cId="4200601291" sldId="336"/>
        </pc:sldMkLst>
      </pc:sldChg>
      <pc:sldChg chg="del">
        <pc:chgData name="Long B Nguyen" userId="f59fb8f3-a021-417a-8bc1-65c8d471c621" providerId="ADAL" clId="{7279A8A5-2AEE-8349-A56F-AA85D50C2543}" dt="2021-06-04T18:14:10.298" v="520" actId="2696"/>
        <pc:sldMkLst>
          <pc:docMk/>
          <pc:sldMk cId="3893998552" sldId="337"/>
        </pc:sldMkLst>
      </pc:sldChg>
      <pc:sldChg chg="del">
        <pc:chgData name="Long B Nguyen" userId="f59fb8f3-a021-417a-8bc1-65c8d471c621" providerId="ADAL" clId="{7279A8A5-2AEE-8349-A56F-AA85D50C2543}" dt="2021-06-04T18:14:10.298" v="520" actId="2696"/>
        <pc:sldMkLst>
          <pc:docMk/>
          <pc:sldMk cId="1222806230" sldId="338"/>
        </pc:sldMkLst>
      </pc:sldChg>
      <pc:sldChg chg="del">
        <pc:chgData name="Long B Nguyen" userId="f59fb8f3-a021-417a-8bc1-65c8d471c621" providerId="ADAL" clId="{7279A8A5-2AEE-8349-A56F-AA85D50C2543}" dt="2021-06-04T17:53:53.345" v="101" actId="2696"/>
        <pc:sldMkLst>
          <pc:docMk/>
          <pc:sldMk cId="2049074062" sldId="339"/>
        </pc:sldMkLst>
      </pc:sldChg>
      <pc:sldChg chg="del">
        <pc:chgData name="Long B Nguyen" userId="f59fb8f3-a021-417a-8bc1-65c8d471c621" providerId="ADAL" clId="{7279A8A5-2AEE-8349-A56F-AA85D50C2543}" dt="2021-06-04T17:53:53.345" v="101" actId="2696"/>
        <pc:sldMkLst>
          <pc:docMk/>
          <pc:sldMk cId="3520320687" sldId="340"/>
        </pc:sldMkLst>
      </pc:sldChg>
      <pc:sldChg chg="modSp mod">
        <pc:chgData name="Long B Nguyen" userId="f59fb8f3-a021-417a-8bc1-65c8d471c621" providerId="ADAL" clId="{7279A8A5-2AEE-8349-A56F-AA85D50C2543}" dt="2021-06-05T03:37:38.417" v="2733" actId="1076"/>
        <pc:sldMkLst>
          <pc:docMk/>
          <pc:sldMk cId="2050208201" sldId="341"/>
        </pc:sldMkLst>
      </pc:sldChg>
      <pc:sldChg chg="del">
        <pc:chgData name="Long B Nguyen" userId="f59fb8f3-a021-417a-8bc1-65c8d471c621" providerId="ADAL" clId="{7279A8A5-2AEE-8349-A56F-AA85D50C2543}" dt="2021-06-05T03:22:01.855" v="1647" actId="2696"/>
        <pc:sldMkLst>
          <pc:docMk/>
          <pc:sldMk cId="2433533531" sldId="342"/>
        </pc:sldMkLst>
      </pc:sldChg>
      <pc:sldChg chg="del">
        <pc:chgData name="Long B Nguyen" userId="f59fb8f3-a021-417a-8bc1-65c8d471c621" providerId="ADAL" clId="{7279A8A5-2AEE-8349-A56F-AA85D50C2543}" dt="2021-06-05T03:22:02.557" v="1648" actId="2696"/>
        <pc:sldMkLst>
          <pc:docMk/>
          <pc:sldMk cId="2916621840" sldId="343"/>
        </pc:sldMkLst>
      </pc:sldChg>
      <pc:sldChg chg="del">
        <pc:chgData name="Long B Nguyen" userId="f59fb8f3-a021-417a-8bc1-65c8d471c621" providerId="ADAL" clId="{7279A8A5-2AEE-8349-A56F-AA85D50C2543}" dt="2021-06-05T03:24:41.453" v="1736" actId="2696"/>
        <pc:sldMkLst>
          <pc:docMk/>
          <pc:sldMk cId="422445672" sldId="344"/>
        </pc:sldMkLst>
      </pc:sldChg>
      <pc:sldChg chg="del">
        <pc:chgData name="Long B Nguyen" userId="f59fb8f3-a021-417a-8bc1-65c8d471c621" providerId="ADAL" clId="{7279A8A5-2AEE-8349-A56F-AA85D50C2543}" dt="2021-06-04T17:51:24.876" v="94" actId="2696"/>
        <pc:sldMkLst>
          <pc:docMk/>
          <pc:sldMk cId="2355424310" sldId="345"/>
        </pc:sldMkLst>
      </pc:sldChg>
      <pc:sldChg chg="modSp add mod modAnim">
        <pc:chgData name="Long B Nguyen" userId="f59fb8f3-a021-417a-8bc1-65c8d471c621" providerId="ADAL" clId="{7279A8A5-2AEE-8349-A56F-AA85D50C2543}" dt="2021-06-05T03:36:48.753" v="2724" actId="20577"/>
        <pc:sldMkLst>
          <pc:docMk/>
          <pc:sldMk cId="3892704054" sldId="347"/>
        </pc:sldMkLst>
      </pc:sldChg>
      <pc:sldChg chg="modSp add mod modAnim">
        <pc:chgData name="Long B Nguyen" userId="f59fb8f3-a021-417a-8bc1-65c8d471c621" providerId="ADAL" clId="{7279A8A5-2AEE-8349-A56F-AA85D50C2543}" dt="2021-06-05T03:36:55.420" v="2730" actId="20577"/>
        <pc:sldMkLst>
          <pc:docMk/>
          <pc:sldMk cId="2710176601" sldId="348"/>
        </pc:sldMkLst>
      </pc:sldChg>
      <pc:sldChg chg="modSp new del mod">
        <pc:chgData name="Long B Nguyen" userId="f59fb8f3-a021-417a-8bc1-65c8d471c621" providerId="ADAL" clId="{7279A8A5-2AEE-8349-A56F-AA85D50C2543}" dt="2021-06-05T02:47:20.317" v="1342" actId="2696"/>
        <pc:sldMkLst>
          <pc:docMk/>
          <pc:sldMk cId="1099653188" sldId="349"/>
        </pc:sldMkLst>
      </pc:sldChg>
      <pc:sldChg chg="modSp add mod modAnim">
        <pc:chgData name="Long B Nguyen" userId="f59fb8f3-a021-417a-8bc1-65c8d471c621" providerId="ADAL" clId="{7279A8A5-2AEE-8349-A56F-AA85D50C2543}" dt="2021-06-05T02:49:30.014" v="1635" actId="20577"/>
        <pc:sldMkLst>
          <pc:docMk/>
          <pc:sldMk cId="3729583877" sldId="349"/>
        </pc:sldMkLst>
      </pc:sldChg>
      <pc:sldChg chg="modSp add mod">
        <pc:chgData name="Long B Nguyen" userId="f59fb8f3-a021-417a-8bc1-65c8d471c621" providerId="ADAL" clId="{7279A8A5-2AEE-8349-A56F-AA85D50C2543}" dt="2021-06-05T03:28:06.159" v="2139" actId="20577"/>
        <pc:sldMkLst>
          <pc:docMk/>
          <pc:sldMk cId="791465431" sldId="350"/>
        </pc:sldMkLst>
      </pc:sldChg>
      <pc:sldChg chg="addSp modSp add mod modAnim">
        <pc:chgData name="Long B Nguyen" userId="f59fb8f3-a021-417a-8bc1-65c8d471c621" providerId="ADAL" clId="{7279A8A5-2AEE-8349-A56F-AA85D50C2543}" dt="2021-06-05T03:33:06.899" v="2511" actId="20577"/>
        <pc:sldMkLst>
          <pc:docMk/>
          <pc:sldMk cId="4017324179" sldId="351"/>
        </pc:sldMkLst>
      </pc:sldChg>
      <pc:sldChg chg="del">
        <pc:chgData name="Long B Nguyen" userId="f59fb8f3-a021-417a-8bc1-65c8d471c621" providerId="ADAL" clId="{7279A8A5-2AEE-8349-A56F-AA85D50C2543}" dt="2021-06-04T17:51:24.876" v="94" actId="2696"/>
        <pc:sldMkLst>
          <pc:docMk/>
          <pc:sldMk cId="291122115" sldId="352"/>
        </pc:sldMkLst>
      </pc:sldChg>
      <pc:sldChg chg="addSp delSp modSp add mod modAnim">
        <pc:chgData name="Long B Nguyen" userId="f59fb8f3-a021-417a-8bc1-65c8d471c621" providerId="ADAL" clId="{7279A8A5-2AEE-8349-A56F-AA85D50C2543}" dt="2021-06-05T03:34:36.513" v="2620"/>
        <pc:sldMkLst>
          <pc:docMk/>
          <pc:sldMk cId="4281858866" sldId="352"/>
        </pc:sldMkLst>
      </pc:sldChg>
      <pc:sldChg chg="modSp add mod modAnim">
        <pc:chgData name="Long B Nguyen" userId="f59fb8f3-a021-417a-8bc1-65c8d471c621" providerId="ADAL" clId="{7279A8A5-2AEE-8349-A56F-AA85D50C2543}" dt="2021-06-05T03:36:42.698" v="2718" actId="20577"/>
        <pc:sldMkLst>
          <pc:docMk/>
          <pc:sldMk cId="2319331468" sldId="353"/>
        </pc:sldMkLst>
      </pc:sldChg>
      <pc:sldChg chg="modSp add mod modAnim">
        <pc:chgData name="Long B Nguyen" userId="f59fb8f3-a021-417a-8bc1-65c8d471c621" providerId="ADAL" clId="{7279A8A5-2AEE-8349-A56F-AA85D50C2543}" dt="2021-06-05T03:47:18.172" v="3209" actId="14100"/>
        <pc:sldMkLst>
          <pc:docMk/>
          <pc:sldMk cId="2687856344" sldId="354"/>
        </pc:sldMkLst>
      </pc:sldChg>
      <pc:sldChg chg="add del">
        <pc:chgData name="Long B Nguyen" userId="f59fb8f3-a021-417a-8bc1-65c8d471c621" providerId="ADAL" clId="{7279A8A5-2AEE-8349-A56F-AA85D50C2543}" dt="2021-06-05T03:42:07.553" v="2762" actId="2696"/>
        <pc:sldMkLst>
          <pc:docMk/>
          <pc:sldMk cId="3216578157" sldId="354"/>
        </pc:sldMkLst>
      </pc:sldChg>
      <pc:sldChg chg="modSp add modAnim">
        <pc:chgData name="Long B Nguyen" userId="f59fb8f3-a021-417a-8bc1-65c8d471c621" providerId="ADAL" clId="{7279A8A5-2AEE-8349-A56F-AA85D50C2543}" dt="2021-06-05T03:47:47.906" v="3276" actId="20577"/>
        <pc:sldMkLst>
          <pc:docMk/>
          <pc:sldMk cId="1702508325" sldId="355"/>
        </pc:sldMkLst>
      </pc:sldChg>
    </pc:docChg>
  </pc:docChgLst>
  <pc:docChgLst>
    <pc:chgData name="Long B Nguyen" userId="f59fb8f3-a021-417a-8bc1-65c8d471c621" providerId="ADAL" clId="{E8D3279B-BE7F-DC4A-8AF1-4A9A7D6CF1FB}"/>
    <pc:docChg chg="undo custSel addSld delSld modSld">
      <pc:chgData name="Long B Nguyen" userId="f59fb8f3-a021-417a-8bc1-65c8d471c621" providerId="ADAL" clId="{E8D3279B-BE7F-DC4A-8AF1-4A9A7D6CF1FB}" dt="2020-12-17T15:28:59.513" v="873" actId="20577"/>
      <pc:docMkLst>
        <pc:docMk/>
      </pc:docMkLst>
      <pc:sldChg chg="modSp mod">
        <pc:chgData name="Long B Nguyen" userId="f59fb8f3-a021-417a-8bc1-65c8d471c621" providerId="ADAL" clId="{E8D3279B-BE7F-DC4A-8AF1-4A9A7D6CF1FB}" dt="2020-12-15T13:44:57.088" v="2" actId="14100"/>
        <pc:sldMkLst>
          <pc:docMk/>
          <pc:sldMk cId="278045358" sldId="257"/>
        </pc:sldMkLst>
      </pc:sldChg>
      <pc:sldChg chg="modSp mod">
        <pc:chgData name="Long B Nguyen" userId="f59fb8f3-a021-417a-8bc1-65c8d471c621" providerId="ADAL" clId="{E8D3279B-BE7F-DC4A-8AF1-4A9A7D6CF1FB}" dt="2020-12-15T14:26:34.606" v="469" actId="113"/>
        <pc:sldMkLst>
          <pc:docMk/>
          <pc:sldMk cId="15889227" sldId="266"/>
        </pc:sldMkLst>
      </pc:sldChg>
      <pc:sldChg chg="modSp mod">
        <pc:chgData name="Long B Nguyen" userId="f59fb8f3-a021-417a-8bc1-65c8d471c621" providerId="ADAL" clId="{E8D3279B-BE7F-DC4A-8AF1-4A9A7D6CF1FB}" dt="2020-12-15T13:45:07.791" v="5" actId="14100"/>
        <pc:sldMkLst>
          <pc:docMk/>
          <pc:sldMk cId="1313115290" sldId="287"/>
        </pc:sldMkLst>
      </pc:sldChg>
      <pc:sldChg chg="modSp mod">
        <pc:chgData name="Long B Nguyen" userId="f59fb8f3-a021-417a-8bc1-65c8d471c621" providerId="ADAL" clId="{E8D3279B-BE7F-DC4A-8AF1-4A9A7D6CF1FB}" dt="2020-12-15T14:26:12.693" v="465" actId="14100"/>
        <pc:sldMkLst>
          <pc:docMk/>
          <pc:sldMk cId="1552642527" sldId="288"/>
        </pc:sldMkLst>
      </pc:sldChg>
      <pc:sldChg chg="modSp mod">
        <pc:chgData name="Long B Nguyen" userId="f59fb8f3-a021-417a-8bc1-65c8d471c621" providerId="ADAL" clId="{E8D3279B-BE7F-DC4A-8AF1-4A9A7D6CF1FB}" dt="2020-12-15T13:56:11.679" v="195" actId="207"/>
        <pc:sldMkLst>
          <pc:docMk/>
          <pc:sldMk cId="2259044443" sldId="300"/>
        </pc:sldMkLst>
      </pc:sldChg>
      <pc:sldChg chg="modSp mod">
        <pc:chgData name="Long B Nguyen" userId="f59fb8f3-a021-417a-8bc1-65c8d471c621" providerId="ADAL" clId="{E8D3279B-BE7F-DC4A-8AF1-4A9A7D6CF1FB}" dt="2020-12-15T13:51:37.284" v="88" actId="14100"/>
        <pc:sldMkLst>
          <pc:docMk/>
          <pc:sldMk cId="2979282" sldId="306"/>
        </pc:sldMkLst>
      </pc:sldChg>
      <pc:sldChg chg="modSp mod">
        <pc:chgData name="Long B Nguyen" userId="f59fb8f3-a021-417a-8bc1-65c8d471c621" providerId="ADAL" clId="{E8D3279B-BE7F-DC4A-8AF1-4A9A7D6CF1FB}" dt="2020-12-15T13:47:23.539" v="18" actId="1076"/>
        <pc:sldMkLst>
          <pc:docMk/>
          <pc:sldMk cId="2816034367" sldId="307"/>
        </pc:sldMkLst>
      </pc:sldChg>
      <pc:sldChg chg="modSp mod">
        <pc:chgData name="Long B Nguyen" userId="f59fb8f3-a021-417a-8bc1-65c8d471c621" providerId="ADAL" clId="{E8D3279B-BE7F-DC4A-8AF1-4A9A7D6CF1FB}" dt="2020-12-15T13:45:37.661" v="8" actId="14100"/>
        <pc:sldMkLst>
          <pc:docMk/>
          <pc:sldMk cId="3647198221" sldId="308"/>
        </pc:sldMkLst>
      </pc:sldChg>
      <pc:sldChg chg="modSp mod">
        <pc:chgData name="Long B Nguyen" userId="f59fb8f3-a021-417a-8bc1-65c8d471c621" providerId="ADAL" clId="{E8D3279B-BE7F-DC4A-8AF1-4A9A7D6CF1FB}" dt="2020-12-15T13:47:34.086" v="21" actId="14100"/>
        <pc:sldMkLst>
          <pc:docMk/>
          <pc:sldMk cId="3130680389" sldId="309"/>
        </pc:sldMkLst>
      </pc:sldChg>
      <pc:sldChg chg="modSp mod">
        <pc:chgData name="Long B Nguyen" userId="f59fb8f3-a021-417a-8bc1-65c8d471c621" providerId="ADAL" clId="{E8D3279B-BE7F-DC4A-8AF1-4A9A7D6CF1FB}" dt="2020-12-15T13:51:25.355" v="85" actId="20577"/>
        <pc:sldMkLst>
          <pc:docMk/>
          <pc:sldMk cId="3718152399" sldId="310"/>
        </pc:sldMkLst>
      </pc:sldChg>
      <pc:sldChg chg="modSp mod">
        <pc:chgData name="Long B Nguyen" userId="f59fb8f3-a021-417a-8bc1-65c8d471c621" providerId="ADAL" clId="{E8D3279B-BE7F-DC4A-8AF1-4A9A7D6CF1FB}" dt="2020-12-15T14:24:48.846" v="458" actId="113"/>
        <pc:sldMkLst>
          <pc:docMk/>
          <pc:sldMk cId="908349489" sldId="315"/>
        </pc:sldMkLst>
      </pc:sldChg>
      <pc:sldChg chg="add">
        <pc:chgData name="Long B Nguyen" userId="f59fb8f3-a021-417a-8bc1-65c8d471c621" providerId="ADAL" clId="{E8D3279B-BE7F-DC4A-8AF1-4A9A7D6CF1FB}" dt="2020-12-15T14:30:24.294" v="487"/>
        <pc:sldMkLst>
          <pc:docMk/>
          <pc:sldMk cId="1974827690" sldId="319"/>
        </pc:sldMkLst>
      </pc:sldChg>
      <pc:sldChg chg="addSp delSp modSp del mod addAnim delAnim">
        <pc:chgData name="Long B Nguyen" userId="f59fb8f3-a021-417a-8bc1-65c8d471c621" providerId="ADAL" clId="{E8D3279B-BE7F-DC4A-8AF1-4A9A7D6CF1FB}" dt="2020-12-15T14:30:14.913" v="486" actId="2696"/>
        <pc:sldMkLst>
          <pc:docMk/>
          <pc:sldMk cId="1997478848" sldId="319"/>
        </pc:sldMkLst>
      </pc:sldChg>
      <pc:sldChg chg="modSp mod">
        <pc:chgData name="Long B Nguyen" userId="f59fb8f3-a021-417a-8bc1-65c8d471c621" providerId="ADAL" clId="{E8D3279B-BE7F-DC4A-8AF1-4A9A7D6CF1FB}" dt="2020-12-15T14:23:26.866" v="438" actId="14100"/>
        <pc:sldMkLst>
          <pc:docMk/>
          <pc:sldMk cId="2404797560" sldId="321"/>
        </pc:sldMkLst>
      </pc:sldChg>
      <pc:sldChg chg="modSp mod">
        <pc:chgData name="Long B Nguyen" userId="f59fb8f3-a021-417a-8bc1-65c8d471c621" providerId="ADAL" clId="{E8D3279B-BE7F-DC4A-8AF1-4A9A7D6CF1FB}" dt="2020-12-15T14:24:08.435" v="444" actId="20577"/>
        <pc:sldMkLst>
          <pc:docMk/>
          <pc:sldMk cId="866882917" sldId="322"/>
        </pc:sldMkLst>
      </pc:sldChg>
      <pc:sldChg chg="modSp mod modAnim">
        <pc:chgData name="Long B Nguyen" userId="f59fb8f3-a021-417a-8bc1-65c8d471c621" providerId="ADAL" clId="{E8D3279B-BE7F-DC4A-8AF1-4A9A7D6CF1FB}" dt="2020-12-15T14:45:48.450" v="489" actId="20577"/>
        <pc:sldMkLst>
          <pc:docMk/>
          <pc:sldMk cId="2224964763" sldId="326"/>
        </pc:sldMkLst>
      </pc:sldChg>
      <pc:sldChg chg="modSp mod">
        <pc:chgData name="Long B Nguyen" userId="f59fb8f3-a021-417a-8bc1-65c8d471c621" providerId="ADAL" clId="{E8D3279B-BE7F-DC4A-8AF1-4A9A7D6CF1FB}" dt="2020-12-15T13:46:03.867" v="11" actId="14100"/>
        <pc:sldMkLst>
          <pc:docMk/>
          <pc:sldMk cId="725508398" sldId="327"/>
        </pc:sldMkLst>
      </pc:sldChg>
      <pc:sldChg chg="modSp mod">
        <pc:chgData name="Long B Nguyen" userId="f59fb8f3-a021-417a-8bc1-65c8d471c621" providerId="ADAL" clId="{E8D3279B-BE7F-DC4A-8AF1-4A9A7D6CF1FB}" dt="2020-12-15T14:24:24.463" v="455" actId="20577"/>
        <pc:sldMkLst>
          <pc:docMk/>
          <pc:sldMk cId="1160750792" sldId="330"/>
        </pc:sldMkLst>
      </pc:sldChg>
      <pc:sldChg chg="modSp mod">
        <pc:chgData name="Long B Nguyen" userId="f59fb8f3-a021-417a-8bc1-65c8d471c621" providerId="ADAL" clId="{E8D3279B-BE7F-DC4A-8AF1-4A9A7D6CF1FB}" dt="2020-12-15T14:23:43.691" v="440" actId="14100"/>
        <pc:sldMkLst>
          <pc:docMk/>
          <pc:sldMk cId="3377374440" sldId="333"/>
        </pc:sldMkLst>
      </pc:sldChg>
      <pc:sldChg chg="modSp">
        <pc:chgData name="Long B Nguyen" userId="f59fb8f3-a021-417a-8bc1-65c8d471c621" providerId="ADAL" clId="{E8D3279B-BE7F-DC4A-8AF1-4A9A7D6CF1FB}" dt="2020-12-15T14:26:00.044" v="463" actId="113"/>
        <pc:sldMkLst>
          <pc:docMk/>
          <pc:sldMk cId="1297630579" sldId="334"/>
        </pc:sldMkLst>
      </pc:sldChg>
      <pc:sldChg chg="modSp mod">
        <pc:chgData name="Long B Nguyen" userId="f59fb8f3-a021-417a-8bc1-65c8d471c621" providerId="ADAL" clId="{E8D3279B-BE7F-DC4A-8AF1-4A9A7D6CF1FB}" dt="2020-12-15T14:27:44.622" v="476" actId="14100"/>
        <pc:sldMkLst>
          <pc:docMk/>
          <pc:sldMk cId="3679420171" sldId="335"/>
        </pc:sldMkLst>
      </pc:sldChg>
      <pc:sldChg chg="modSp mod">
        <pc:chgData name="Long B Nguyen" userId="f59fb8f3-a021-417a-8bc1-65c8d471c621" providerId="ADAL" clId="{E8D3279B-BE7F-DC4A-8AF1-4A9A7D6CF1FB}" dt="2020-12-15T13:50:36.745" v="64" actId="1076"/>
        <pc:sldMkLst>
          <pc:docMk/>
          <pc:sldMk cId="4200601291" sldId="336"/>
        </pc:sldMkLst>
      </pc:sldChg>
      <pc:sldChg chg="modSp mod">
        <pc:chgData name="Long B Nguyen" userId="f59fb8f3-a021-417a-8bc1-65c8d471c621" providerId="ADAL" clId="{E8D3279B-BE7F-DC4A-8AF1-4A9A7D6CF1FB}" dt="2020-12-15T14:24:56.429" v="460" actId="14100"/>
        <pc:sldMkLst>
          <pc:docMk/>
          <pc:sldMk cId="3893998552" sldId="337"/>
        </pc:sldMkLst>
      </pc:sldChg>
      <pc:sldChg chg="modSp mod">
        <pc:chgData name="Long B Nguyen" userId="f59fb8f3-a021-417a-8bc1-65c8d471c621" providerId="ADAL" clId="{E8D3279B-BE7F-DC4A-8AF1-4A9A7D6CF1FB}" dt="2020-12-15T14:25:17.392" v="462" actId="14100"/>
        <pc:sldMkLst>
          <pc:docMk/>
          <pc:sldMk cId="1222806230" sldId="338"/>
        </pc:sldMkLst>
      </pc:sldChg>
      <pc:sldChg chg="modSp mod">
        <pc:chgData name="Long B Nguyen" userId="f59fb8f3-a021-417a-8bc1-65c8d471c621" providerId="ADAL" clId="{E8D3279B-BE7F-DC4A-8AF1-4A9A7D6CF1FB}" dt="2020-12-15T14:27:02.742" v="472" actId="1076"/>
        <pc:sldMkLst>
          <pc:docMk/>
          <pc:sldMk cId="2049074062" sldId="339"/>
        </pc:sldMkLst>
      </pc:sldChg>
      <pc:sldChg chg="modSp mod">
        <pc:chgData name="Long B Nguyen" userId="f59fb8f3-a021-417a-8bc1-65c8d471c621" providerId="ADAL" clId="{E8D3279B-BE7F-DC4A-8AF1-4A9A7D6CF1FB}" dt="2020-12-16T15:24:43.192" v="497" actId="20577"/>
        <pc:sldMkLst>
          <pc:docMk/>
          <pc:sldMk cId="3520320687" sldId="340"/>
        </pc:sldMkLst>
      </pc:sldChg>
      <pc:sldChg chg="modSp mod">
        <pc:chgData name="Long B Nguyen" userId="f59fb8f3-a021-417a-8bc1-65c8d471c621" providerId="ADAL" clId="{E8D3279B-BE7F-DC4A-8AF1-4A9A7D6CF1FB}" dt="2020-12-17T15:28:59.513" v="873" actId="20577"/>
        <pc:sldMkLst>
          <pc:docMk/>
          <pc:sldMk cId="2050208201" sldId="341"/>
        </pc:sldMkLst>
      </pc:sldChg>
      <pc:sldChg chg="modSp mod modAnim">
        <pc:chgData name="Long B Nguyen" userId="f59fb8f3-a021-417a-8bc1-65c8d471c621" providerId="ADAL" clId="{E8D3279B-BE7F-DC4A-8AF1-4A9A7D6CF1FB}" dt="2020-12-15T13:56:59.360" v="200" actId="207"/>
        <pc:sldMkLst>
          <pc:docMk/>
          <pc:sldMk cId="2433533531" sldId="342"/>
        </pc:sldMkLst>
      </pc:sldChg>
      <pc:sldChg chg="modSp mod">
        <pc:chgData name="Long B Nguyen" userId="f59fb8f3-a021-417a-8bc1-65c8d471c621" providerId="ADAL" clId="{E8D3279B-BE7F-DC4A-8AF1-4A9A7D6CF1FB}" dt="2020-12-15T13:57:06.893" v="202" actId="14100"/>
        <pc:sldMkLst>
          <pc:docMk/>
          <pc:sldMk cId="2916621840" sldId="343"/>
        </pc:sldMkLst>
      </pc:sldChg>
      <pc:sldChg chg="modSp mod modAnim">
        <pc:chgData name="Long B Nguyen" userId="f59fb8f3-a021-417a-8bc1-65c8d471c621" providerId="ADAL" clId="{E8D3279B-BE7F-DC4A-8AF1-4A9A7D6CF1FB}" dt="2020-12-15T14:22:59.674" v="436" actId="20577"/>
        <pc:sldMkLst>
          <pc:docMk/>
          <pc:sldMk cId="422445672" sldId="344"/>
        </pc:sldMkLst>
      </pc:sldChg>
      <pc:sldChg chg="modSp add mod modAnim">
        <pc:chgData name="Long B Nguyen" userId="f59fb8f3-a021-417a-8bc1-65c8d471c621" providerId="ADAL" clId="{E8D3279B-BE7F-DC4A-8AF1-4A9A7D6CF1FB}" dt="2020-12-15T14:29:04.584" v="480"/>
        <pc:sldMkLst>
          <pc:docMk/>
          <pc:sldMk cId="2355424310" sldId="345"/>
        </pc:sldMkLst>
      </pc:sldChg>
      <pc:sldChg chg="modSp add mod">
        <pc:chgData name="Long B Nguyen" userId="f59fb8f3-a021-417a-8bc1-65c8d471c621" providerId="ADAL" clId="{E8D3279B-BE7F-DC4A-8AF1-4A9A7D6CF1FB}" dt="2020-12-17T15:01:03.692" v="500" actId="20577"/>
        <pc:sldMkLst>
          <pc:docMk/>
          <pc:sldMk cId="3549579413" sldId="346"/>
        </pc:sldMkLst>
      </pc:sldChg>
    </pc:docChg>
  </pc:docChgLst>
  <pc:docChgLst>
    <pc:chgData name="Long B Nguyen" userId="f59fb8f3-a021-417a-8bc1-65c8d471c621" providerId="ADAL" clId="{BA6B1315-7487-1F4B-9020-91A3C56793F0}"/>
    <pc:docChg chg="custSel addSld delSld modSld">
      <pc:chgData name="Long B Nguyen" userId="f59fb8f3-a021-417a-8bc1-65c8d471c621" providerId="ADAL" clId="{BA6B1315-7487-1F4B-9020-91A3C56793F0}" dt="2024-10-24T19:14:53.200" v="842" actId="20577"/>
      <pc:docMkLst>
        <pc:docMk/>
      </pc:docMkLst>
      <pc:sldChg chg="del">
        <pc:chgData name="Long B Nguyen" userId="f59fb8f3-a021-417a-8bc1-65c8d471c621" providerId="ADAL" clId="{BA6B1315-7487-1F4B-9020-91A3C56793F0}" dt="2024-10-24T18:30:29.674" v="96" actId="2696"/>
        <pc:sldMkLst>
          <pc:docMk/>
          <pc:sldMk cId="278045358" sldId="257"/>
        </pc:sldMkLst>
      </pc:sldChg>
      <pc:sldChg chg="modSp mod">
        <pc:chgData name="Long B Nguyen" userId="f59fb8f3-a021-417a-8bc1-65c8d471c621" providerId="ADAL" clId="{BA6B1315-7487-1F4B-9020-91A3C56793F0}" dt="2024-10-24T18:33:03.677" v="234" actId="20577"/>
        <pc:sldMkLst>
          <pc:docMk/>
          <pc:sldMk cId="1114720448" sldId="276"/>
        </pc:sldMkLst>
      </pc:sldChg>
      <pc:sldChg chg="modSp">
        <pc:chgData name="Long B Nguyen" userId="f59fb8f3-a021-417a-8bc1-65c8d471c621" providerId="ADAL" clId="{BA6B1315-7487-1F4B-9020-91A3C56793F0}" dt="2024-10-24T18:31:03.612" v="137" actId="20577"/>
        <pc:sldMkLst>
          <pc:docMk/>
          <pc:sldMk cId="1313115290" sldId="287"/>
        </pc:sldMkLst>
      </pc:sldChg>
      <pc:sldChg chg="modSp add del modAnim">
        <pc:chgData name="Long B Nguyen" userId="f59fb8f3-a021-417a-8bc1-65c8d471c621" providerId="ADAL" clId="{BA6B1315-7487-1F4B-9020-91A3C56793F0}" dt="2024-10-24T18:34:58.219" v="238" actId="2696"/>
        <pc:sldMkLst>
          <pc:docMk/>
          <pc:sldMk cId="99755680" sldId="291"/>
        </pc:sldMkLst>
      </pc:sldChg>
      <pc:sldChg chg="modSp add">
        <pc:chgData name="Long B Nguyen" userId="f59fb8f3-a021-417a-8bc1-65c8d471c621" providerId="ADAL" clId="{BA6B1315-7487-1F4B-9020-91A3C56793F0}" dt="2024-10-24T18:36:21.666" v="367" actId="20577"/>
        <pc:sldMkLst>
          <pc:docMk/>
          <pc:sldMk cId="543859799" sldId="291"/>
        </pc:sldMkLst>
      </pc:sldChg>
      <pc:sldChg chg="add">
        <pc:chgData name="Long B Nguyen" userId="f59fb8f3-a021-417a-8bc1-65c8d471c621" providerId="ADAL" clId="{BA6B1315-7487-1F4B-9020-91A3C56793F0}" dt="2024-10-15T11:25:27.325" v="0"/>
        <pc:sldMkLst>
          <pc:docMk/>
          <pc:sldMk cId="847072393" sldId="292"/>
        </pc:sldMkLst>
      </pc:sldChg>
      <pc:sldChg chg="add del">
        <pc:chgData name="Long B Nguyen" userId="f59fb8f3-a021-417a-8bc1-65c8d471c621" providerId="ADAL" clId="{BA6B1315-7487-1F4B-9020-91A3C56793F0}" dt="2024-10-24T18:37:35.171" v="370" actId="2696"/>
        <pc:sldMkLst>
          <pc:docMk/>
          <pc:sldMk cId="2221515130" sldId="302"/>
        </pc:sldMkLst>
      </pc:sldChg>
      <pc:sldChg chg="modSp add mod">
        <pc:chgData name="Long B Nguyen" userId="f59fb8f3-a021-417a-8bc1-65c8d471c621" providerId="ADAL" clId="{BA6B1315-7487-1F4B-9020-91A3C56793F0}" dt="2024-10-24T18:37:47.355" v="378" actId="20577"/>
        <pc:sldMkLst>
          <pc:docMk/>
          <pc:sldMk cId="2668171987" sldId="302"/>
        </pc:sldMkLst>
      </pc:sldChg>
      <pc:sldChg chg="add">
        <pc:chgData name="Long B Nguyen" userId="f59fb8f3-a021-417a-8bc1-65c8d471c621" providerId="ADAL" clId="{BA6B1315-7487-1F4B-9020-91A3C56793F0}" dt="2024-10-15T11:25:27.325" v="0"/>
        <pc:sldMkLst>
          <pc:docMk/>
          <pc:sldMk cId="885822507" sldId="303"/>
        </pc:sldMkLst>
      </pc:sldChg>
      <pc:sldChg chg="modSp modAnim">
        <pc:chgData name="Long B Nguyen" userId="f59fb8f3-a021-417a-8bc1-65c8d471c621" providerId="ADAL" clId="{BA6B1315-7487-1F4B-9020-91A3C56793F0}" dt="2024-10-24T19:14:53.200" v="842" actId="20577"/>
        <pc:sldMkLst>
          <pc:docMk/>
          <pc:sldMk cId="2224964763" sldId="326"/>
        </pc:sldMkLst>
      </pc:sldChg>
      <pc:sldChg chg="modSp add mod">
        <pc:chgData name="Long B Nguyen" userId="f59fb8f3-a021-417a-8bc1-65c8d471c621" providerId="ADAL" clId="{BA6B1315-7487-1F4B-9020-91A3C56793F0}" dt="2024-10-24T18:40:01.094" v="614" actId="20577"/>
        <pc:sldMkLst>
          <pc:docMk/>
          <pc:sldMk cId="705360536" sldId="335"/>
        </pc:sldMkLst>
      </pc:sldChg>
      <pc:sldChg chg="add del">
        <pc:chgData name="Long B Nguyen" userId="f59fb8f3-a021-417a-8bc1-65c8d471c621" providerId="ADAL" clId="{BA6B1315-7487-1F4B-9020-91A3C56793F0}" dt="2024-10-24T18:38:12.928" v="379" actId="2696"/>
        <pc:sldMkLst>
          <pc:docMk/>
          <pc:sldMk cId="2164548058" sldId="335"/>
        </pc:sldMkLst>
      </pc:sldChg>
      <pc:sldChg chg="add del">
        <pc:chgData name="Long B Nguyen" userId="f59fb8f3-a021-417a-8bc1-65c8d471c621" providerId="ADAL" clId="{BA6B1315-7487-1F4B-9020-91A3C56793F0}" dt="2024-10-24T18:39:05.505" v="479" actId="2696"/>
        <pc:sldMkLst>
          <pc:docMk/>
          <pc:sldMk cId="3386396546" sldId="335"/>
        </pc:sldMkLst>
      </pc:sldChg>
      <pc:sldChg chg="add">
        <pc:chgData name="Long B Nguyen" userId="f59fb8f3-a021-417a-8bc1-65c8d471c621" providerId="ADAL" clId="{BA6B1315-7487-1F4B-9020-91A3C56793F0}" dt="2024-10-15T11:25:27.325" v="0"/>
        <pc:sldMkLst>
          <pc:docMk/>
          <pc:sldMk cId="1128944251" sldId="338"/>
        </pc:sldMkLst>
      </pc:sldChg>
      <pc:sldChg chg="modSp mod modAnim">
        <pc:chgData name="Long B Nguyen" userId="f59fb8f3-a021-417a-8bc1-65c8d471c621" providerId="ADAL" clId="{BA6B1315-7487-1F4B-9020-91A3C56793F0}" dt="2024-10-24T18:34:26.658" v="236" actId="27636"/>
        <pc:sldMkLst>
          <pc:docMk/>
          <pc:sldMk cId="1702508325" sldId="355"/>
        </pc:sldMkLst>
      </pc:sldChg>
      <pc:sldChg chg="modSp modAnim">
        <pc:chgData name="Long B Nguyen" userId="f59fb8f3-a021-417a-8bc1-65c8d471c621" providerId="ADAL" clId="{BA6B1315-7487-1F4B-9020-91A3C56793F0}" dt="2024-10-24T18:40:39.221" v="699" actId="207"/>
        <pc:sldMkLst>
          <pc:docMk/>
          <pc:sldMk cId="172231082" sldId="357"/>
        </pc:sldMkLst>
      </pc:sldChg>
      <pc:sldChg chg="del">
        <pc:chgData name="Long B Nguyen" userId="f59fb8f3-a021-417a-8bc1-65c8d471c621" providerId="ADAL" clId="{BA6B1315-7487-1F4B-9020-91A3C56793F0}" dt="2024-10-24T18:41:51.936" v="825" actId="2696"/>
        <pc:sldMkLst>
          <pc:docMk/>
          <pc:sldMk cId="1293658452" sldId="358"/>
        </pc:sldMkLst>
      </pc:sldChg>
      <pc:sldChg chg="del">
        <pc:chgData name="Long B Nguyen" userId="f59fb8f3-a021-417a-8bc1-65c8d471c621" providerId="ADAL" clId="{BA6B1315-7487-1F4B-9020-91A3C56793F0}" dt="2024-10-24T18:42:56.533" v="826" actId="2696"/>
        <pc:sldMkLst>
          <pc:docMk/>
          <pc:sldMk cId="3445465213" sldId="359"/>
        </pc:sldMkLst>
      </pc:sldChg>
      <pc:sldChg chg="del">
        <pc:chgData name="Long B Nguyen" userId="f59fb8f3-a021-417a-8bc1-65c8d471c621" providerId="ADAL" clId="{BA6B1315-7487-1F4B-9020-91A3C56793F0}" dt="2024-10-24T18:42:56.573" v="827" actId="2696"/>
        <pc:sldMkLst>
          <pc:docMk/>
          <pc:sldMk cId="2098191079" sldId="360"/>
        </pc:sldMkLst>
      </pc:sldChg>
      <pc:sldChg chg="add">
        <pc:chgData name="Long B Nguyen" userId="f59fb8f3-a021-417a-8bc1-65c8d471c621" providerId="ADAL" clId="{BA6B1315-7487-1F4B-9020-91A3C56793F0}" dt="2024-10-15T11:25:27.325" v="0"/>
        <pc:sldMkLst>
          <pc:docMk/>
          <pc:sldMk cId="459873123" sldId="362"/>
        </pc:sldMkLst>
      </pc:sldChg>
      <pc:sldChg chg="add del">
        <pc:chgData name="Long B Nguyen" userId="f59fb8f3-a021-417a-8bc1-65c8d471c621" providerId="ADAL" clId="{BA6B1315-7487-1F4B-9020-91A3C56793F0}" dt="2024-10-24T18:36:49.473" v="368" actId="2696"/>
        <pc:sldMkLst>
          <pc:docMk/>
          <pc:sldMk cId="2231909824" sldId="367"/>
        </pc:sldMkLst>
      </pc:sldChg>
      <pc:sldChg chg="add">
        <pc:chgData name="Long B Nguyen" userId="f59fb8f3-a021-417a-8bc1-65c8d471c621" providerId="ADAL" clId="{BA6B1315-7487-1F4B-9020-91A3C56793F0}" dt="2024-10-24T18:37:09.843" v="369"/>
        <pc:sldMkLst>
          <pc:docMk/>
          <pc:sldMk cId="2506076045" sldId="367"/>
        </pc:sldMkLst>
      </pc:sldChg>
      <pc:sldChg chg="modSp add mod">
        <pc:chgData name="Long B Nguyen" userId="f59fb8f3-a021-417a-8bc1-65c8d471c621" providerId="ADAL" clId="{BA6B1315-7487-1F4B-9020-91A3C56793F0}" dt="2024-10-24T18:41:33.061" v="823" actId="20577"/>
        <pc:sldMkLst>
          <pc:docMk/>
          <pc:sldMk cId="2743717882" sldId="368"/>
        </pc:sldMkLst>
      </pc:sldChg>
      <pc:sldChg chg="add del">
        <pc:chgData name="Long B Nguyen" userId="f59fb8f3-a021-417a-8bc1-65c8d471c621" providerId="ADAL" clId="{BA6B1315-7487-1F4B-9020-91A3C56793F0}" dt="2024-10-24T18:41:39.898" v="824" actId="2696"/>
        <pc:sldMkLst>
          <pc:docMk/>
          <pc:sldMk cId="2070423819" sldId="369"/>
        </pc:sldMkLst>
      </pc:sldChg>
      <pc:sldChg chg="add">
        <pc:chgData name="Long B Nguyen" userId="f59fb8f3-a021-417a-8bc1-65c8d471c621" providerId="ADAL" clId="{BA6B1315-7487-1F4B-9020-91A3C56793F0}" dt="2024-10-15T11:25:27.325" v="0"/>
        <pc:sldMkLst>
          <pc:docMk/>
          <pc:sldMk cId="1511080215" sldId="370"/>
        </pc:sldMkLst>
      </pc:sldChg>
      <pc:sldChg chg="add">
        <pc:chgData name="Long B Nguyen" userId="f59fb8f3-a021-417a-8bc1-65c8d471c621" providerId="ADAL" clId="{BA6B1315-7487-1F4B-9020-91A3C56793F0}" dt="2024-10-15T11:25:27.325" v="0"/>
        <pc:sldMkLst>
          <pc:docMk/>
          <pc:sldMk cId="3041297697" sldId="371"/>
        </pc:sldMkLst>
      </pc:sldChg>
      <pc:sldChg chg="add">
        <pc:chgData name="Long B Nguyen" userId="f59fb8f3-a021-417a-8bc1-65c8d471c621" providerId="ADAL" clId="{BA6B1315-7487-1F4B-9020-91A3C56793F0}" dt="2024-10-15T11:25:27.325" v="0"/>
        <pc:sldMkLst>
          <pc:docMk/>
          <pc:sldMk cId="4013144405" sldId="372"/>
        </pc:sldMkLst>
      </pc:sldChg>
      <pc:sldChg chg="modSp add mod">
        <pc:chgData name="Long B Nguyen" userId="f59fb8f3-a021-417a-8bc1-65c8d471c621" providerId="ADAL" clId="{BA6B1315-7487-1F4B-9020-91A3C56793F0}" dt="2024-10-24T18:39:28.619" v="508" actId="207"/>
        <pc:sldMkLst>
          <pc:docMk/>
          <pc:sldMk cId="2057098538" sldId="373"/>
        </pc:sldMkLst>
      </pc:sldChg>
    </pc:docChg>
  </pc:docChgLst>
  <pc:docChgLst>
    <pc:chgData name="Long B Nguyen" userId="f59fb8f3-a021-417a-8bc1-65c8d471c621" providerId="ADAL" clId="{4D565438-72D8-7342-B7D9-79686A2899D7}"/>
    <pc:docChg chg="addSld delSld modSld">
      <pc:chgData name="Long B Nguyen" userId="f59fb8f3-a021-417a-8bc1-65c8d471c621" providerId="ADAL" clId="{4D565438-72D8-7342-B7D9-79686A2899D7}" dt="2021-06-05T15:24:20.423" v="390"/>
      <pc:docMkLst>
        <pc:docMk/>
      </pc:docMkLst>
      <pc:sldChg chg="modSp mod">
        <pc:chgData name="Long B Nguyen" userId="f59fb8f3-a021-417a-8bc1-65c8d471c621" providerId="ADAL" clId="{4D565438-72D8-7342-B7D9-79686A2899D7}" dt="2021-06-05T03:51:14.693" v="19" actId="20577"/>
        <pc:sldMkLst>
          <pc:docMk/>
          <pc:sldMk cId="4247104139" sldId="256"/>
        </pc:sldMkLst>
      </pc:sldChg>
      <pc:sldChg chg="modSp mod">
        <pc:chgData name="Long B Nguyen" userId="f59fb8f3-a021-417a-8bc1-65c8d471c621" providerId="ADAL" clId="{4D565438-72D8-7342-B7D9-79686A2899D7}" dt="2021-06-05T03:52:52.775" v="192" actId="20577"/>
        <pc:sldMkLst>
          <pc:docMk/>
          <pc:sldMk cId="131840209" sldId="286"/>
        </pc:sldMkLst>
      </pc:sldChg>
      <pc:sldChg chg="modSp mod">
        <pc:chgData name="Long B Nguyen" userId="f59fb8f3-a021-417a-8bc1-65c8d471c621" providerId="ADAL" clId="{4D565438-72D8-7342-B7D9-79686A2899D7}" dt="2021-06-05T15:24:20.423" v="390"/>
        <pc:sldMkLst>
          <pc:docMk/>
          <pc:sldMk cId="2259044443" sldId="300"/>
        </pc:sldMkLst>
      </pc:sldChg>
      <pc:sldChg chg="modSp add mod modAnim">
        <pc:chgData name="Long B Nguyen" userId="f59fb8f3-a021-417a-8bc1-65c8d471c621" providerId="ADAL" clId="{4D565438-72D8-7342-B7D9-79686A2899D7}" dt="2021-06-05T15:21:33.001" v="379" actId="207"/>
        <pc:sldMkLst>
          <pc:docMk/>
          <pc:sldMk cId="2211977495" sldId="337"/>
        </pc:sldMkLst>
      </pc:sldChg>
      <pc:sldChg chg="modSp add del mod">
        <pc:chgData name="Long B Nguyen" userId="f59fb8f3-a021-417a-8bc1-65c8d471c621" providerId="ADAL" clId="{4D565438-72D8-7342-B7D9-79686A2899D7}" dt="2021-06-05T15:22:30.914" v="381" actId="2696"/>
        <pc:sldMkLst>
          <pc:docMk/>
          <pc:sldMk cId="2945958577" sldId="338"/>
        </pc:sldMkLst>
      </pc:sldChg>
    </pc:docChg>
  </pc:docChgLst>
  <pc:docChgLst>
    <pc:chgData name="Long B Nguyen" userId="f59fb8f3-a021-417a-8bc1-65c8d471c621" providerId="ADAL" clId="{3CFC921F-BC08-3B47-84DC-833630E61C5F}"/>
    <pc:docChg chg="modSld">
      <pc:chgData name="Long B Nguyen" userId="f59fb8f3-a021-417a-8bc1-65c8d471c621" providerId="ADAL" clId="{3CFC921F-BC08-3B47-84DC-833630E61C5F}" dt="2023-11-06T12:56:41.932" v="50"/>
      <pc:docMkLst>
        <pc:docMk/>
      </pc:docMkLst>
      <pc:sldChg chg="modSp mod">
        <pc:chgData name="Long B Nguyen" userId="f59fb8f3-a021-417a-8bc1-65c8d471c621" providerId="ADAL" clId="{3CFC921F-BC08-3B47-84DC-833630E61C5F}" dt="2023-11-06T12:51:00.355" v="20" actId="20577"/>
        <pc:sldMkLst>
          <pc:docMk/>
          <pc:sldMk cId="1114720448" sldId="276"/>
        </pc:sldMkLst>
      </pc:sldChg>
      <pc:sldChg chg="addSp modSp mod modAnim">
        <pc:chgData name="Long B Nguyen" userId="f59fb8f3-a021-417a-8bc1-65c8d471c621" providerId="ADAL" clId="{3CFC921F-BC08-3B47-84DC-833630E61C5F}" dt="2023-11-06T12:56:41.932" v="50"/>
        <pc:sldMkLst>
          <pc:docMk/>
          <pc:sldMk cId="4017324179" sldId="351"/>
        </pc:sldMkLst>
      </pc:sldChg>
      <pc:sldChg chg="modSp mod">
        <pc:chgData name="Long B Nguyen" userId="f59fb8f3-a021-417a-8bc1-65c8d471c621" providerId="ADAL" clId="{3CFC921F-BC08-3B47-84DC-833630E61C5F}" dt="2023-11-06T12:56:12.141" v="48" actId="20577"/>
        <pc:sldMkLst>
          <pc:docMk/>
          <pc:sldMk cId="4281858866" sldId="352"/>
        </pc:sldMkLst>
      </pc:sldChg>
      <pc:sldChg chg="modSp">
        <pc:chgData name="Long B Nguyen" userId="f59fb8f3-a021-417a-8bc1-65c8d471c621" providerId="ADAL" clId="{3CFC921F-BC08-3B47-84DC-833630E61C5F}" dt="2023-11-06T12:54:29.041" v="25" actId="20577"/>
        <pc:sldMkLst>
          <pc:docMk/>
          <pc:sldMk cId="2319331468" sldId="353"/>
        </pc:sldMkLst>
      </pc:sldChg>
    </pc:docChg>
  </pc:docChgLst>
  <pc:docChgLst>
    <pc:chgData name="Long B Nguyen" userId="f59fb8f3-a021-417a-8bc1-65c8d471c621" providerId="ADAL" clId="{93BE87BA-F8CA-5C1F-82FF-B4CAB5F485A1}"/>
    <pc:docChg chg="addSld delSld modSld">
      <pc:chgData name="Long B Nguyen" userId="f59fb8f3-a021-417a-8bc1-65c8d471c621" providerId="ADAL" clId="{93BE87BA-F8CA-5C1F-82FF-B4CAB5F485A1}" dt="2025-10-23T14:59:52.810" v="127"/>
      <pc:docMkLst>
        <pc:docMk/>
      </pc:docMkLst>
      <pc:sldChg chg="del">
        <pc:chgData name="Long B Nguyen" userId="f59fb8f3-a021-417a-8bc1-65c8d471c621" providerId="ADAL" clId="{93BE87BA-F8CA-5C1F-82FF-B4CAB5F485A1}" dt="2025-10-23T14:55:39.150" v="1" actId="2696"/>
        <pc:sldMkLst>
          <pc:docMk/>
          <pc:sldMk cId="1114720448" sldId="276"/>
        </pc:sldMkLst>
      </pc:sldChg>
      <pc:sldChg chg="modSp add mod">
        <pc:chgData name="Long B Nguyen" userId="f59fb8f3-a021-417a-8bc1-65c8d471c621" providerId="ADAL" clId="{93BE87BA-F8CA-5C1F-82FF-B4CAB5F485A1}" dt="2025-10-23T14:58:17.641" v="125" actId="20577"/>
        <pc:sldMkLst>
          <pc:docMk/>
          <pc:sldMk cId="1389380427" sldId="276"/>
        </pc:sldMkLst>
        <pc:spChg chg="mod">
          <ac:chgData name="Long B Nguyen" userId="f59fb8f3-a021-417a-8bc1-65c8d471c621" providerId="ADAL" clId="{93BE87BA-F8CA-5C1F-82FF-B4CAB5F485A1}" dt="2025-10-23T14:58:17.641" v="125" actId="20577"/>
          <ac:spMkLst>
            <pc:docMk/>
            <pc:sldMk cId="1389380427" sldId="276"/>
            <ac:spMk id="9" creationId="{E3B2E017-30B2-884B-A113-B419A2ED51AD}"/>
          </ac:spMkLst>
        </pc:spChg>
      </pc:sldChg>
      <pc:sldChg chg="del">
        <pc:chgData name="Long B Nguyen" userId="f59fb8f3-a021-417a-8bc1-65c8d471c621" providerId="ADAL" clId="{93BE87BA-F8CA-5C1F-82FF-B4CAB5F485A1}" dt="2025-10-23T14:55:39.150" v="1" actId="2696"/>
        <pc:sldMkLst>
          <pc:docMk/>
          <pc:sldMk cId="2668171987" sldId="302"/>
        </pc:sldMkLst>
      </pc:sldChg>
      <pc:sldChg chg="add">
        <pc:chgData name="Long B Nguyen" userId="f59fb8f3-a021-417a-8bc1-65c8d471c621" providerId="ADAL" clId="{93BE87BA-F8CA-5C1F-82FF-B4CAB5F485A1}" dt="2025-10-23T14:55:51.677" v="2"/>
        <pc:sldMkLst>
          <pc:docMk/>
          <pc:sldMk cId="3451346914" sldId="302"/>
        </pc:sldMkLst>
      </pc:sldChg>
      <pc:sldChg chg="del">
        <pc:chgData name="Long B Nguyen" userId="f59fb8f3-a021-417a-8bc1-65c8d471c621" providerId="ADAL" clId="{93BE87BA-F8CA-5C1F-82FF-B4CAB5F485A1}" dt="2025-10-23T14:55:12.503" v="0" actId="2696"/>
        <pc:sldMkLst>
          <pc:docMk/>
          <pc:sldMk cId="2224964763" sldId="326"/>
        </pc:sldMkLst>
      </pc:sldChg>
      <pc:sldChg chg="add">
        <pc:chgData name="Long B Nguyen" userId="f59fb8f3-a021-417a-8bc1-65c8d471c621" providerId="ADAL" clId="{93BE87BA-F8CA-5C1F-82FF-B4CAB5F485A1}" dt="2025-10-23T14:59:52.810" v="127"/>
        <pc:sldMkLst>
          <pc:docMk/>
          <pc:sldMk cId="3392366577" sldId="331"/>
        </pc:sldMkLst>
      </pc:sldChg>
      <pc:sldChg chg="del">
        <pc:chgData name="Long B Nguyen" userId="f59fb8f3-a021-417a-8bc1-65c8d471c621" providerId="ADAL" clId="{93BE87BA-F8CA-5C1F-82FF-B4CAB5F485A1}" dt="2025-10-23T14:59:39.428" v="126" actId="2696"/>
        <pc:sldMkLst>
          <pc:docMk/>
          <pc:sldMk cId="3976972109" sldId="331"/>
        </pc:sldMkLst>
      </pc:sldChg>
      <pc:sldChg chg="add">
        <pc:chgData name="Long B Nguyen" userId="f59fb8f3-a021-417a-8bc1-65c8d471c621" providerId="ADAL" clId="{93BE87BA-F8CA-5C1F-82FF-B4CAB5F485A1}" dt="2025-10-23T14:59:52.810" v="127"/>
        <pc:sldMkLst>
          <pc:docMk/>
          <pc:sldMk cId="1516227339" sldId="347"/>
        </pc:sldMkLst>
      </pc:sldChg>
      <pc:sldChg chg="del">
        <pc:chgData name="Long B Nguyen" userId="f59fb8f3-a021-417a-8bc1-65c8d471c621" providerId="ADAL" clId="{93BE87BA-F8CA-5C1F-82FF-B4CAB5F485A1}" dt="2025-10-23T14:59:39.428" v="126" actId="2696"/>
        <pc:sldMkLst>
          <pc:docMk/>
          <pc:sldMk cId="3892704054" sldId="347"/>
        </pc:sldMkLst>
      </pc:sldChg>
      <pc:sldChg chg="add">
        <pc:chgData name="Long B Nguyen" userId="f59fb8f3-a021-417a-8bc1-65c8d471c621" providerId="ADAL" clId="{93BE87BA-F8CA-5C1F-82FF-B4CAB5F485A1}" dt="2025-10-23T14:59:52.810" v="127"/>
        <pc:sldMkLst>
          <pc:docMk/>
          <pc:sldMk cId="1347231537" sldId="348"/>
        </pc:sldMkLst>
      </pc:sldChg>
      <pc:sldChg chg="del">
        <pc:chgData name="Long B Nguyen" userId="f59fb8f3-a021-417a-8bc1-65c8d471c621" providerId="ADAL" clId="{93BE87BA-F8CA-5C1F-82FF-B4CAB5F485A1}" dt="2025-10-23T14:59:39.428" v="126" actId="2696"/>
        <pc:sldMkLst>
          <pc:docMk/>
          <pc:sldMk cId="2710176601" sldId="348"/>
        </pc:sldMkLst>
      </pc:sldChg>
      <pc:sldChg chg="modSp">
        <pc:chgData name="Long B Nguyen" userId="f59fb8f3-a021-417a-8bc1-65c8d471c621" providerId="ADAL" clId="{93BE87BA-F8CA-5C1F-82FF-B4CAB5F485A1}" dt="2025-10-23T14:56:33.210" v="40" actId="20577"/>
        <pc:sldMkLst>
          <pc:docMk/>
          <pc:sldMk cId="3729583877" sldId="349"/>
        </pc:sldMkLst>
        <pc:spChg chg="mod">
          <ac:chgData name="Long B Nguyen" userId="f59fb8f3-a021-417a-8bc1-65c8d471c621" providerId="ADAL" clId="{93BE87BA-F8CA-5C1F-82FF-B4CAB5F485A1}" dt="2025-10-23T14:56:33.210" v="40" actId="20577"/>
          <ac:spMkLst>
            <pc:docMk/>
            <pc:sldMk cId="3729583877" sldId="349"/>
            <ac:spMk id="9" creationId="{E3B2E017-30B2-884B-A113-B419A2ED51AD}"/>
          </ac:spMkLst>
        </pc:spChg>
      </pc:sldChg>
      <pc:sldChg chg="del">
        <pc:chgData name="Long B Nguyen" userId="f59fb8f3-a021-417a-8bc1-65c8d471c621" providerId="ADAL" clId="{93BE87BA-F8CA-5C1F-82FF-B4CAB5F485A1}" dt="2025-10-23T14:59:39.428" v="126" actId="2696"/>
        <pc:sldMkLst>
          <pc:docMk/>
          <pc:sldMk cId="791465431" sldId="350"/>
        </pc:sldMkLst>
      </pc:sldChg>
      <pc:sldChg chg="add">
        <pc:chgData name="Long B Nguyen" userId="f59fb8f3-a021-417a-8bc1-65c8d471c621" providerId="ADAL" clId="{93BE87BA-F8CA-5C1F-82FF-B4CAB5F485A1}" dt="2025-10-23T14:59:52.810" v="127"/>
        <pc:sldMkLst>
          <pc:docMk/>
          <pc:sldMk cId="1112399353" sldId="350"/>
        </pc:sldMkLst>
      </pc:sldChg>
      <pc:sldChg chg="add">
        <pc:chgData name="Long B Nguyen" userId="f59fb8f3-a021-417a-8bc1-65c8d471c621" providerId="ADAL" clId="{93BE87BA-F8CA-5C1F-82FF-B4CAB5F485A1}" dt="2025-10-23T14:59:52.810" v="127"/>
        <pc:sldMkLst>
          <pc:docMk/>
          <pc:sldMk cId="3453523865" sldId="351"/>
        </pc:sldMkLst>
      </pc:sldChg>
      <pc:sldChg chg="del">
        <pc:chgData name="Long B Nguyen" userId="f59fb8f3-a021-417a-8bc1-65c8d471c621" providerId="ADAL" clId="{93BE87BA-F8CA-5C1F-82FF-B4CAB5F485A1}" dt="2025-10-23T14:59:39.428" v="126" actId="2696"/>
        <pc:sldMkLst>
          <pc:docMk/>
          <pc:sldMk cId="4017324179" sldId="351"/>
        </pc:sldMkLst>
      </pc:sldChg>
      <pc:sldChg chg="add">
        <pc:chgData name="Long B Nguyen" userId="f59fb8f3-a021-417a-8bc1-65c8d471c621" providerId="ADAL" clId="{93BE87BA-F8CA-5C1F-82FF-B4CAB5F485A1}" dt="2025-10-23T14:59:52.810" v="127"/>
        <pc:sldMkLst>
          <pc:docMk/>
          <pc:sldMk cId="4165571491" sldId="352"/>
        </pc:sldMkLst>
      </pc:sldChg>
      <pc:sldChg chg="del">
        <pc:chgData name="Long B Nguyen" userId="f59fb8f3-a021-417a-8bc1-65c8d471c621" providerId="ADAL" clId="{93BE87BA-F8CA-5C1F-82FF-B4CAB5F485A1}" dt="2025-10-23T14:59:39.428" v="126" actId="2696"/>
        <pc:sldMkLst>
          <pc:docMk/>
          <pc:sldMk cId="4281858866" sldId="352"/>
        </pc:sldMkLst>
      </pc:sldChg>
      <pc:sldChg chg="del">
        <pc:chgData name="Long B Nguyen" userId="f59fb8f3-a021-417a-8bc1-65c8d471c621" providerId="ADAL" clId="{93BE87BA-F8CA-5C1F-82FF-B4CAB5F485A1}" dt="2025-10-23T14:59:39.428" v="126" actId="2696"/>
        <pc:sldMkLst>
          <pc:docMk/>
          <pc:sldMk cId="2319331468" sldId="353"/>
        </pc:sldMkLst>
      </pc:sldChg>
      <pc:sldChg chg="add">
        <pc:chgData name="Long B Nguyen" userId="f59fb8f3-a021-417a-8bc1-65c8d471c621" providerId="ADAL" clId="{93BE87BA-F8CA-5C1F-82FF-B4CAB5F485A1}" dt="2025-10-23T14:59:52.810" v="127"/>
        <pc:sldMkLst>
          <pc:docMk/>
          <pc:sldMk cId="3570593312" sldId="353"/>
        </pc:sldMkLst>
      </pc:sldChg>
      <pc:sldChg chg="add">
        <pc:chgData name="Long B Nguyen" userId="f59fb8f3-a021-417a-8bc1-65c8d471c621" providerId="ADAL" clId="{93BE87BA-F8CA-5C1F-82FF-B4CAB5F485A1}" dt="2025-10-23T14:55:51.677" v="2"/>
        <pc:sldMkLst>
          <pc:docMk/>
          <pc:sldMk cId="790180015" sldId="361"/>
        </pc:sldMkLst>
      </pc:sldChg>
      <pc:sldChg chg="del">
        <pc:chgData name="Long B Nguyen" userId="f59fb8f3-a021-417a-8bc1-65c8d471c621" providerId="ADAL" clId="{93BE87BA-F8CA-5C1F-82FF-B4CAB5F485A1}" dt="2025-10-23T14:55:39.150" v="1" actId="2696"/>
        <pc:sldMkLst>
          <pc:docMk/>
          <pc:sldMk cId="4250405753" sldId="361"/>
        </pc:sldMkLst>
      </pc:sldChg>
    </pc:docChg>
  </pc:docChgLst>
  <pc:docChgLst>
    <pc:chgData name="Long B Nguyen" userId="f59fb8f3-a021-417a-8bc1-65c8d471c621" providerId="ADAL" clId="{EC1E750C-42C7-A84F-81F0-83B2F940DF8B}"/>
    <pc:docChg chg="undo custSel addSld delSld modSld">
      <pc:chgData name="Long B Nguyen" userId="f59fb8f3-a021-417a-8bc1-65c8d471c621" providerId="ADAL" clId="{EC1E750C-42C7-A84F-81F0-83B2F940DF8B}" dt="2019-10-28T15:41:53.002" v="9739" actId="20577"/>
      <pc:docMkLst>
        <pc:docMk/>
      </pc:docMkLst>
      <pc:sldChg chg="modSp">
        <pc:chgData name="Long B Nguyen" userId="f59fb8f3-a021-417a-8bc1-65c8d471c621" providerId="ADAL" clId="{EC1E750C-42C7-A84F-81F0-83B2F940DF8B}" dt="2019-10-11T02:05:43.291" v="6257" actId="20577"/>
        <pc:sldMkLst>
          <pc:docMk/>
          <pc:sldMk cId="4247104139" sldId="256"/>
        </pc:sldMkLst>
      </pc:sldChg>
      <pc:sldChg chg="modSp modAnim">
        <pc:chgData name="Long B Nguyen" userId="f59fb8f3-a021-417a-8bc1-65c8d471c621" providerId="ADAL" clId="{EC1E750C-42C7-A84F-81F0-83B2F940DF8B}" dt="2019-10-11T02:03:05.782" v="6242" actId="20577"/>
        <pc:sldMkLst>
          <pc:docMk/>
          <pc:sldMk cId="278045358" sldId="257"/>
        </pc:sldMkLst>
      </pc:sldChg>
      <pc:sldChg chg="addSp modSp modAnim">
        <pc:chgData name="Long B Nguyen" userId="f59fb8f3-a021-417a-8bc1-65c8d471c621" providerId="ADAL" clId="{EC1E750C-42C7-A84F-81F0-83B2F940DF8B}" dt="2019-10-11T16:40:42.617" v="7735" actId="1076"/>
        <pc:sldMkLst>
          <pc:docMk/>
          <pc:sldMk cId="15889227" sldId="266"/>
        </pc:sldMkLst>
      </pc:sldChg>
      <pc:sldChg chg="modSp">
        <pc:chgData name="Long B Nguyen" userId="f59fb8f3-a021-417a-8bc1-65c8d471c621" providerId="ADAL" clId="{EC1E750C-42C7-A84F-81F0-83B2F940DF8B}" dt="2019-10-08T12:20:29.153" v="3805" actId="20577"/>
        <pc:sldMkLst>
          <pc:docMk/>
          <pc:sldMk cId="1438711869" sldId="284"/>
        </pc:sldMkLst>
      </pc:sldChg>
      <pc:sldChg chg="modSp">
        <pc:chgData name="Long B Nguyen" userId="f59fb8f3-a021-417a-8bc1-65c8d471c621" providerId="ADAL" clId="{EC1E750C-42C7-A84F-81F0-83B2F940DF8B}" dt="2019-10-11T02:05:47.471" v="6258" actId="20577"/>
        <pc:sldMkLst>
          <pc:docMk/>
          <pc:sldMk cId="131840209" sldId="286"/>
        </pc:sldMkLst>
      </pc:sldChg>
      <pc:sldChg chg="modSp modAnim">
        <pc:chgData name="Long B Nguyen" userId="f59fb8f3-a021-417a-8bc1-65c8d471c621" providerId="ADAL" clId="{EC1E750C-42C7-A84F-81F0-83B2F940DF8B}" dt="2019-10-10T15:50:09.123" v="5342"/>
        <pc:sldMkLst>
          <pc:docMk/>
          <pc:sldMk cId="1313115290" sldId="287"/>
        </pc:sldMkLst>
      </pc:sldChg>
      <pc:sldChg chg="modSp modAnim">
        <pc:chgData name="Long B Nguyen" userId="f59fb8f3-a021-417a-8bc1-65c8d471c621" providerId="ADAL" clId="{EC1E750C-42C7-A84F-81F0-83B2F940DF8B}" dt="2019-10-10T17:01:32.943" v="5556"/>
        <pc:sldMkLst>
          <pc:docMk/>
          <pc:sldMk cId="1552642527" sldId="288"/>
        </pc:sldMkLst>
      </pc:sldChg>
      <pc:sldChg chg="modSp add">
        <pc:chgData name="Long B Nguyen" userId="f59fb8f3-a021-417a-8bc1-65c8d471c621" providerId="ADAL" clId="{EC1E750C-42C7-A84F-81F0-83B2F940DF8B}" dt="2019-10-25T16:14:14.034" v="8522" actId="20577"/>
        <pc:sldMkLst>
          <pc:docMk/>
          <pc:sldMk cId="2259044443" sldId="300"/>
        </pc:sldMkLst>
      </pc:sldChg>
      <pc:sldChg chg="modSp add modAnim">
        <pc:chgData name="Long B Nguyen" userId="f59fb8f3-a021-417a-8bc1-65c8d471c621" providerId="ADAL" clId="{EC1E750C-42C7-A84F-81F0-83B2F940DF8B}" dt="2019-10-10T16:16:40.423" v="5358"/>
        <pc:sldMkLst>
          <pc:docMk/>
          <pc:sldMk cId="2979282" sldId="306"/>
        </pc:sldMkLst>
      </pc:sldChg>
      <pc:sldChg chg="delSp modSp modAnim">
        <pc:chgData name="Long B Nguyen" userId="f59fb8f3-a021-417a-8bc1-65c8d471c621" providerId="ADAL" clId="{EC1E750C-42C7-A84F-81F0-83B2F940DF8B}" dt="2019-10-10T15:54:05.585" v="5354"/>
        <pc:sldMkLst>
          <pc:docMk/>
          <pc:sldMk cId="2816034367" sldId="307"/>
        </pc:sldMkLst>
      </pc:sldChg>
      <pc:sldChg chg="addSp delSp modSp add modAnim">
        <pc:chgData name="Long B Nguyen" userId="f59fb8f3-a021-417a-8bc1-65c8d471c621" providerId="ADAL" clId="{EC1E750C-42C7-A84F-81F0-83B2F940DF8B}" dt="2019-10-10T15:50:28.277" v="5345"/>
        <pc:sldMkLst>
          <pc:docMk/>
          <pc:sldMk cId="3647198221" sldId="308"/>
        </pc:sldMkLst>
      </pc:sldChg>
      <pc:sldChg chg="modSp modAnim">
        <pc:chgData name="Long B Nguyen" userId="f59fb8f3-a021-417a-8bc1-65c8d471c621" providerId="ADAL" clId="{EC1E750C-42C7-A84F-81F0-83B2F940DF8B}" dt="2019-10-10T15:54:14.629" v="5355"/>
        <pc:sldMkLst>
          <pc:docMk/>
          <pc:sldMk cId="3130680389" sldId="309"/>
        </pc:sldMkLst>
      </pc:sldChg>
      <pc:sldChg chg="addSp delSp modSp modAnim">
        <pc:chgData name="Long B Nguyen" userId="f59fb8f3-a021-417a-8bc1-65c8d471c621" providerId="ADAL" clId="{EC1E750C-42C7-A84F-81F0-83B2F940DF8B}" dt="2019-10-10T16:16:35.180" v="5357"/>
        <pc:sldMkLst>
          <pc:docMk/>
          <pc:sldMk cId="3718152399" sldId="310"/>
        </pc:sldMkLst>
      </pc:sldChg>
      <pc:sldChg chg="modSp modAnim">
        <pc:chgData name="Long B Nguyen" userId="f59fb8f3-a021-417a-8bc1-65c8d471c621" providerId="ADAL" clId="{EC1E750C-42C7-A84F-81F0-83B2F940DF8B}" dt="2019-10-11T02:09:39.763" v="6346" actId="20577"/>
        <pc:sldMkLst>
          <pc:docMk/>
          <pc:sldMk cId="908349489" sldId="315"/>
        </pc:sldMkLst>
      </pc:sldChg>
      <pc:sldChg chg="modSp modAnim">
        <pc:chgData name="Long B Nguyen" userId="f59fb8f3-a021-417a-8bc1-65c8d471c621" providerId="ADAL" clId="{EC1E750C-42C7-A84F-81F0-83B2F940DF8B}" dt="2019-10-28T15:41:53.002" v="9739" actId="20577"/>
        <pc:sldMkLst>
          <pc:docMk/>
          <pc:sldMk cId="1997478848" sldId="319"/>
        </pc:sldMkLst>
      </pc:sldChg>
      <pc:sldChg chg="modSp modAnim">
        <pc:chgData name="Long B Nguyen" userId="f59fb8f3-a021-417a-8bc1-65c8d471c621" providerId="ADAL" clId="{EC1E750C-42C7-A84F-81F0-83B2F940DF8B}" dt="2019-10-10T16:20:02.157" v="5386"/>
        <pc:sldMkLst>
          <pc:docMk/>
          <pc:sldMk cId="2404797560" sldId="321"/>
        </pc:sldMkLst>
      </pc:sldChg>
      <pc:sldChg chg="modSp">
        <pc:chgData name="Long B Nguyen" userId="f59fb8f3-a021-417a-8bc1-65c8d471c621" providerId="ADAL" clId="{EC1E750C-42C7-A84F-81F0-83B2F940DF8B}" dt="2019-10-06T15:52:09.886" v="1199" actId="20577"/>
        <pc:sldMkLst>
          <pc:docMk/>
          <pc:sldMk cId="866882917" sldId="322"/>
        </pc:sldMkLst>
      </pc:sldChg>
      <pc:sldChg chg="modSp">
        <pc:chgData name="Long B Nguyen" userId="f59fb8f3-a021-417a-8bc1-65c8d471c621" providerId="ADAL" clId="{EC1E750C-42C7-A84F-81F0-83B2F940DF8B}" dt="2019-10-08T12:23:24.073" v="3967" actId="20577"/>
        <pc:sldMkLst>
          <pc:docMk/>
          <pc:sldMk cId="3883735123" sldId="324"/>
        </pc:sldMkLst>
      </pc:sldChg>
      <pc:sldChg chg="delSp modSp">
        <pc:chgData name="Long B Nguyen" userId="f59fb8f3-a021-417a-8bc1-65c8d471c621" providerId="ADAL" clId="{EC1E750C-42C7-A84F-81F0-83B2F940DF8B}" dt="2019-10-11T13:56:01.338" v="6873" actId="20577"/>
        <pc:sldMkLst>
          <pc:docMk/>
          <pc:sldMk cId="97464883" sldId="325"/>
        </pc:sldMkLst>
      </pc:sldChg>
      <pc:sldChg chg="modSp add modAnim">
        <pc:chgData name="Long B Nguyen" userId="f59fb8f3-a021-417a-8bc1-65c8d471c621" providerId="ADAL" clId="{EC1E750C-42C7-A84F-81F0-83B2F940DF8B}" dt="2019-10-11T14:48:34.445" v="6985" actId="20577"/>
        <pc:sldMkLst>
          <pc:docMk/>
          <pc:sldMk cId="2224964763" sldId="326"/>
        </pc:sldMkLst>
      </pc:sldChg>
      <pc:sldChg chg="modSp add modAnim">
        <pc:chgData name="Long B Nguyen" userId="f59fb8f3-a021-417a-8bc1-65c8d471c621" providerId="ADAL" clId="{EC1E750C-42C7-A84F-81F0-83B2F940DF8B}" dt="2019-10-10T15:50:41.697" v="5347"/>
        <pc:sldMkLst>
          <pc:docMk/>
          <pc:sldMk cId="725508398" sldId="327"/>
        </pc:sldMkLst>
      </pc:sldChg>
      <pc:sldChg chg="modSp add modAnim">
        <pc:chgData name="Long B Nguyen" userId="f59fb8f3-a021-417a-8bc1-65c8d471c621" providerId="ADAL" clId="{EC1E750C-42C7-A84F-81F0-83B2F940DF8B}" dt="2019-10-10T16:18:19.829" v="5380"/>
        <pc:sldMkLst>
          <pc:docMk/>
          <pc:sldMk cId="771839009" sldId="329"/>
        </pc:sldMkLst>
      </pc:sldChg>
      <pc:sldChg chg="modSp add modAnim">
        <pc:chgData name="Long B Nguyen" userId="f59fb8f3-a021-417a-8bc1-65c8d471c621" providerId="ADAL" clId="{EC1E750C-42C7-A84F-81F0-83B2F940DF8B}" dt="2019-10-11T13:53:37.005" v="6752" actId="20577"/>
        <pc:sldMkLst>
          <pc:docMk/>
          <pc:sldMk cId="1160750792" sldId="330"/>
        </pc:sldMkLst>
      </pc:sldChg>
      <pc:sldChg chg="modSp add modAnim">
        <pc:chgData name="Long B Nguyen" userId="f59fb8f3-a021-417a-8bc1-65c8d471c621" providerId="ADAL" clId="{EC1E750C-42C7-A84F-81F0-83B2F940DF8B}" dt="2019-10-11T13:52:13.245" v="6720"/>
        <pc:sldMkLst>
          <pc:docMk/>
          <pc:sldMk cId="121458461" sldId="332"/>
        </pc:sldMkLst>
      </pc:sldChg>
      <pc:sldChg chg="modSp add modAnim">
        <pc:chgData name="Long B Nguyen" userId="f59fb8f3-a021-417a-8bc1-65c8d471c621" providerId="ADAL" clId="{EC1E750C-42C7-A84F-81F0-83B2F940DF8B}" dt="2019-10-10T16:20:15.874" v="5387"/>
        <pc:sldMkLst>
          <pc:docMk/>
          <pc:sldMk cId="3377374440" sldId="333"/>
        </pc:sldMkLst>
      </pc:sldChg>
      <pc:sldChg chg="delSp modSp add modAnim">
        <pc:chgData name="Long B Nguyen" userId="f59fb8f3-a021-417a-8bc1-65c8d471c621" providerId="ADAL" clId="{EC1E750C-42C7-A84F-81F0-83B2F940DF8B}" dt="2019-10-11T13:56:41.895" v="6982" actId="20577"/>
        <pc:sldMkLst>
          <pc:docMk/>
          <pc:sldMk cId="1297630579" sldId="334"/>
        </pc:sldMkLst>
      </pc:sldChg>
      <pc:sldChg chg="modSp add modAnim">
        <pc:chgData name="Long B Nguyen" userId="f59fb8f3-a021-417a-8bc1-65c8d471c621" providerId="ADAL" clId="{EC1E750C-42C7-A84F-81F0-83B2F940DF8B}" dt="2019-10-11T16:46:34.755" v="8068" actId="20577"/>
        <pc:sldMkLst>
          <pc:docMk/>
          <pc:sldMk cId="3679420171" sldId="335"/>
        </pc:sldMkLst>
      </pc:sldChg>
      <pc:sldChg chg="addSp delSp modSp add modAnim">
        <pc:chgData name="Long B Nguyen" userId="f59fb8f3-a021-417a-8bc1-65c8d471c621" providerId="ADAL" clId="{EC1E750C-42C7-A84F-81F0-83B2F940DF8B}" dt="2019-10-11T13:51:05.253" v="6713"/>
        <pc:sldMkLst>
          <pc:docMk/>
          <pc:sldMk cId="4200601291" sldId="336"/>
        </pc:sldMkLst>
      </pc:sldChg>
      <pc:sldChg chg="add modAnim">
        <pc:chgData name="Long B Nguyen" userId="f59fb8f3-a021-417a-8bc1-65c8d471c621" providerId="ADAL" clId="{EC1E750C-42C7-A84F-81F0-83B2F940DF8B}" dt="2019-10-11T13:54:12.677" v="6753"/>
        <pc:sldMkLst>
          <pc:docMk/>
          <pc:sldMk cId="3893998552" sldId="337"/>
        </pc:sldMkLst>
      </pc:sldChg>
      <pc:sldChg chg="modSp add modAnim">
        <pc:chgData name="Long B Nguyen" userId="f59fb8f3-a021-417a-8bc1-65c8d471c621" providerId="ADAL" clId="{EC1E750C-42C7-A84F-81F0-83B2F940DF8B}" dt="2019-10-11T13:54:28.315" v="6758"/>
        <pc:sldMkLst>
          <pc:docMk/>
          <pc:sldMk cId="1222806230" sldId="338"/>
        </pc:sldMkLst>
      </pc:sldChg>
      <pc:sldChg chg="addSp modSp add modAnim">
        <pc:chgData name="Long B Nguyen" userId="f59fb8f3-a021-417a-8bc1-65c8d471c621" providerId="ADAL" clId="{EC1E750C-42C7-A84F-81F0-83B2F940DF8B}" dt="2019-10-11T16:42:24.754" v="7752"/>
        <pc:sldMkLst>
          <pc:docMk/>
          <pc:sldMk cId="2049074062" sldId="339"/>
        </pc:sldMkLst>
      </pc:sldChg>
      <pc:sldChg chg="modSp add modAnim">
        <pc:chgData name="Long B Nguyen" userId="f59fb8f3-a021-417a-8bc1-65c8d471c621" providerId="ADAL" clId="{EC1E750C-42C7-A84F-81F0-83B2F940DF8B}" dt="2019-10-11T16:46:23.681" v="8053"/>
        <pc:sldMkLst>
          <pc:docMk/>
          <pc:sldMk cId="3520320687" sldId="340"/>
        </pc:sldMkLst>
      </pc:sldChg>
      <pc:sldChg chg="modSp add modAnim">
        <pc:chgData name="Long B Nguyen" userId="f59fb8f3-a021-417a-8bc1-65c8d471c621" providerId="ADAL" clId="{EC1E750C-42C7-A84F-81F0-83B2F940DF8B}" dt="2019-10-18T11:09:20.866" v="8449" actId="20577"/>
        <pc:sldMkLst>
          <pc:docMk/>
          <pc:sldMk cId="2050208201" sldId="341"/>
        </pc:sldMkLst>
      </pc:sldChg>
      <pc:sldChg chg="modSp add modAnim">
        <pc:chgData name="Long B Nguyen" userId="f59fb8f3-a021-417a-8bc1-65c8d471c621" providerId="ADAL" clId="{EC1E750C-42C7-A84F-81F0-83B2F940DF8B}" dt="2019-10-26T18:13:17.508" v="8989" actId="20577"/>
        <pc:sldMkLst>
          <pc:docMk/>
          <pc:sldMk cId="2433533531" sldId="342"/>
        </pc:sldMkLst>
      </pc:sldChg>
      <pc:sldChg chg="modSp add modAnim">
        <pc:chgData name="Long B Nguyen" userId="f59fb8f3-a021-417a-8bc1-65c8d471c621" providerId="ADAL" clId="{EC1E750C-42C7-A84F-81F0-83B2F940DF8B}" dt="2019-10-28T12:39:25.158" v="9211" actId="20577"/>
        <pc:sldMkLst>
          <pc:docMk/>
          <pc:sldMk cId="2916621840" sldId="343"/>
        </pc:sldMkLst>
      </pc:sldChg>
      <pc:sldChg chg="modSp add modAnim">
        <pc:chgData name="Long B Nguyen" userId="f59fb8f3-a021-417a-8bc1-65c8d471c621" providerId="ADAL" clId="{EC1E750C-42C7-A84F-81F0-83B2F940DF8B}" dt="2019-10-28T12:45:43.533" v="9497" actId="207"/>
        <pc:sldMkLst>
          <pc:docMk/>
          <pc:sldMk cId="422445672" sldId="344"/>
        </pc:sldMkLst>
      </pc:sldChg>
    </pc:docChg>
  </pc:docChgLst>
  <pc:docChgLst>
    <pc:chgData name="Long B Nguyen" userId="f59fb8f3-a021-417a-8bc1-65c8d471c621" providerId="ADAL" clId="{C2DBDEAB-F9E9-2A4E-837A-14AD33E68FC8}"/>
    <pc:docChg chg="addSld modSld">
      <pc:chgData name="Long B Nguyen" userId="f59fb8f3-a021-417a-8bc1-65c8d471c621" providerId="ADAL" clId="{C2DBDEAB-F9E9-2A4E-837A-14AD33E68FC8}" dt="2021-01-05T13:50:39.900" v="26" actId="20577"/>
      <pc:docMkLst>
        <pc:docMk/>
      </pc:docMkLst>
      <pc:sldChg chg="modSp add mod">
        <pc:chgData name="Long B Nguyen" userId="f59fb8f3-a021-417a-8bc1-65c8d471c621" providerId="ADAL" clId="{C2DBDEAB-F9E9-2A4E-837A-14AD33E68FC8}" dt="2021-01-05T13:50:39.900" v="26" actId="20577"/>
        <pc:sldMkLst>
          <pc:docMk/>
          <pc:sldMk cId="291122115" sldId="352"/>
        </pc:sldMkLst>
      </pc:sldChg>
    </pc:docChg>
  </pc:docChgLst>
  <pc:docChgLst>
    <pc:chgData name="Long Nguyen" userId="f59fb8f3-a021-417a-8bc1-65c8d471c621" providerId="ADAL" clId="{4D503971-DD15-2143-9B79-D6BD0DA6B18E}"/>
    <pc:docChg chg="custSel addSld delSld modSld">
      <pc:chgData name="Long Nguyen" userId="f59fb8f3-a021-417a-8bc1-65c8d471c621" providerId="ADAL" clId="{4D503971-DD15-2143-9B79-D6BD0DA6B18E}" dt="2022-09-30T13:34:44.286" v="339" actId="20577"/>
      <pc:docMkLst>
        <pc:docMk/>
      </pc:docMkLst>
      <pc:sldChg chg="modSp add modAnim">
        <pc:chgData name="Long Nguyen" userId="f59fb8f3-a021-417a-8bc1-65c8d471c621" providerId="ADAL" clId="{4D503971-DD15-2143-9B79-D6BD0DA6B18E}" dt="2022-09-30T13:20:01.381" v="243" actId="20577"/>
        <pc:sldMkLst>
          <pc:docMk/>
          <pc:sldMk cId="1114720448" sldId="276"/>
        </pc:sldMkLst>
      </pc:sldChg>
      <pc:sldChg chg="add del">
        <pc:chgData name="Long Nguyen" userId="f59fb8f3-a021-417a-8bc1-65c8d471c621" providerId="ADAL" clId="{4D503971-DD15-2143-9B79-D6BD0DA6B18E}" dt="2022-09-30T13:17:56.958" v="9" actId="2696"/>
        <pc:sldMkLst>
          <pc:docMk/>
          <pc:sldMk cId="99755680" sldId="291"/>
        </pc:sldMkLst>
      </pc:sldChg>
      <pc:sldChg chg="add del">
        <pc:chgData name="Long Nguyen" userId="f59fb8f3-a021-417a-8bc1-65c8d471c621" providerId="ADAL" clId="{4D503971-DD15-2143-9B79-D6BD0DA6B18E}" dt="2022-09-30T13:22:48.327" v="297" actId="2696"/>
        <pc:sldMkLst>
          <pc:docMk/>
          <pc:sldMk cId="2221515130" sldId="302"/>
        </pc:sldMkLst>
      </pc:sldChg>
      <pc:sldChg chg="add del">
        <pc:chgData name="Long Nguyen" userId="f59fb8f3-a021-417a-8bc1-65c8d471c621" providerId="ADAL" clId="{4D503971-DD15-2143-9B79-D6BD0DA6B18E}" dt="2022-09-30T13:22:50.849" v="298" actId="2696"/>
        <pc:sldMkLst>
          <pc:docMk/>
          <pc:sldMk cId="4209926949" sldId="311"/>
        </pc:sldMkLst>
      </pc:sldChg>
      <pc:sldChg chg="add del">
        <pc:chgData name="Long Nguyen" userId="f59fb8f3-a021-417a-8bc1-65c8d471c621" providerId="ADAL" clId="{4D503971-DD15-2143-9B79-D6BD0DA6B18E}" dt="2022-09-30T13:22:52.204" v="299" actId="2696"/>
        <pc:sldMkLst>
          <pc:docMk/>
          <pc:sldMk cId="1628785944" sldId="336"/>
        </pc:sldMkLst>
      </pc:sldChg>
      <pc:sldChg chg="modSp mod">
        <pc:chgData name="Long Nguyen" userId="f59fb8f3-a021-417a-8bc1-65c8d471c621" providerId="ADAL" clId="{4D503971-DD15-2143-9B79-D6BD0DA6B18E}" dt="2022-09-30T13:11:26.505" v="5" actId="27636"/>
        <pc:sldMkLst>
          <pc:docMk/>
          <pc:sldMk cId="3892704054" sldId="347"/>
        </pc:sldMkLst>
      </pc:sldChg>
      <pc:sldChg chg="modSp mod">
        <pc:chgData name="Long Nguyen" userId="f59fb8f3-a021-417a-8bc1-65c8d471c621" providerId="ADAL" clId="{4D503971-DD15-2143-9B79-D6BD0DA6B18E}" dt="2022-09-30T13:11:26.509" v="6" actId="27636"/>
        <pc:sldMkLst>
          <pc:docMk/>
          <pc:sldMk cId="2710176601" sldId="348"/>
        </pc:sldMkLst>
      </pc:sldChg>
      <pc:sldChg chg="modSp">
        <pc:chgData name="Long Nguyen" userId="f59fb8f3-a021-417a-8bc1-65c8d471c621" providerId="ADAL" clId="{4D503971-DD15-2143-9B79-D6BD0DA6B18E}" dt="2022-09-30T13:34:44.286" v="339" actId="20577"/>
        <pc:sldMkLst>
          <pc:docMk/>
          <pc:sldMk cId="3729583877" sldId="349"/>
        </pc:sldMkLst>
      </pc:sldChg>
      <pc:sldChg chg="modSp mod">
        <pc:chgData name="Long Nguyen" userId="f59fb8f3-a021-417a-8bc1-65c8d471c621" providerId="ADAL" clId="{4D503971-DD15-2143-9B79-D6BD0DA6B18E}" dt="2022-09-30T13:11:26.520" v="7" actId="27636"/>
        <pc:sldMkLst>
          <pc:docMk/>
          <pc:sldMk cId="4017324179" sldId="351"/>
        </pc:sldMkLst>
      </pc:sldChg>
      <pc:sldChg chg="modSp mod">
        <pc:chgData name="Long Nguyen" userId="f59fb8f3-a021-417a-8bc1-65c8d471c621" providerId="ADAL" clId="{4D503971-DD15-2143-9B79-D6BD0DA6B18E}" dt="2022-09-30T13:11:26.525" v="8" actId="27636"/>
        <pc:sldMkLst>
          <pc:docMk/>
          <pc:sldMk cId="4281858866" sldId="352"/>
        </pc:sldMkLst>
      </pc:sldChg>
      <pc:sldChg chg="modSp mod">
        <pc:chgData name="Long Nguyen" userId="f59fb8f3-a021-417a-8bc1-65c8d471c621" providerId="ADAL" clId="{4D503971-DD15-2143-9B79-D6BD0DA6B18E}" dt="2022-09-30T13:11:26.459" v="1" actId="27636"/>
        <pc:sldMkLst>
          <pc:docMk/>
          <pc:sldMk cId="2687856344" sldId="354"/>
        </pc:sldMkLst>
      </pc:sldChg>
      <pc:sldChg chg="modSp mod">
        <pc:chgData name="Long Nguyen" userId="f59fb8f3-a021-417a-8bc1-65c8d471c621" providerId="ADAL" clId="{4D503971-DD15-2143-9B79-D6BD0DA6B18E}" dt="2022-09-30T13:11:26.479" v="3" actId="27636"/>
        <pc:sldMkLst>
          <pc:docMk/>
          <pc:sldMk cId="1702508325" sldId="355"/>
        </pc:sldMkLst>
      </pc:sldChg>
      <pc:sldChg chg="modSp mod">
        <pc:chgData name="Long Nguyen" userId="f59fb8f3-a021-417a-8bc1-65c8d471c621" providerId="ADAL" clId="{4D503971-DD15-2143-9B79-D6BD0DA6B18E}" dt="2022-09-30T13:11:26.471" v="2" actId="27636"/>
        <pc:sldMkLst>
          <pc:docMk/>
          <pc:sldMk cId="172231082" sldId="357"/>
        </pc:sldMkLst>
      </pc:sldChg>
      <pc:sldChg chg="modSp mod">
        <pc:chgData name="Long Nguyen" userId="f59fb8f3-a021-417a-8bc1-65c8d471c621" providerId="ADAL" clId="{4D503971-DD15-2143-9B79-D6BD0DA6B18E}" dt="2022-09-30T13:11:26.492" v="4" actId="27636"/>
        <pc:sldMkLst>
          <pc:docMk/>
          <pc:sldMk cId="1293658452" sldId="358"/>
        </pc:sldMkLst>
      </pc:sldChg>
      <pc:sldChg chg="modSp add mod">
        <pc:chgData name="Long Nguyen" userId="f59fb8f3-a021-417a-8bc1-65c8d471c621" providerId="ADAL" clId="{4D503971-DD15-2143-9B79-D6BD0DA6B18E}" dt="2022-09-30T13:22:32.557" v="296" actId="20577"/>
        <pc:sldMkLst>
          <pc:docMk/>
          <pc:sldMk cId="4250405753" sldId="361"/>
        </pc:sldMkLst>
      </pc:sldChg>
    </pc:docChg>
  </pc:docChgLst>
  <pc:docChgLst>
    <pc:chgData name="Long B Nguyen" userId="f59fb8f3-a021-417a-8bc1-65c8d471c621" providerId="ADAL" clId="{8A4B0ED0-F44B-9E45-9C40-AF9BE57AB4D6}"/>
    <pc:docChg chg="custSel addSld delSld modSld">
      <pc:chgData name="Long B Nguyen" userId="f59fb8f3-a021-417a-8bc1-65c8d471c621" providerId="ADAL" clId="{8A4B0ED0-F44B-9E45-9C40-AF9BE57AB4D6}" dt="2021-10-29T17:14:11.736" v="2684" actId="207"/>
      <pc:docMkLst>
        <pc:docMk/>
      </pc:docMkLst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4247104139" sldId="256"/>
        </pc:sldMkLst>
      </pc:sldChg>
      <pc:sldChg chg="addSp modSp modAnim">
        <pc:chgData name="Long B Nguyen" userId="f59fb8f3-a021-417a-8bc1-65c8d471c621" providerId="ADAL" clId="{8A4B0ED0-F44B-9E45-9C40-AF9BE57AB4D6}" dt="2021-10-26T14:43:31.294" v="2515"/>
        <pc:sldMkLst>
          <pc:docMk/>
          <pc:sldMk cId="278045358" sldId="257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1438711869" sldId="284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131840209" sldId="286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1313115290" sldId="287"/>
        </pc:sldMkLst>
      </pc:sldChg>
      <pc:sldChg chg="addSp modSp mod">
        <pc:chgData name="Long B Nguyen" userId="f59fb8f3-a021-417a-8bc1-65c8d471c621" providerId="ADAL" clId="{8A4B0ED0-F44B-9E45-9C40-AF9BE57AB4D6}" dt="2021-10-26T14:47:12.067" v="2521" actId="20577"/>
        <pc:sldMkLst>
          <pc:docMk/>
          <pc:sldMk cId="2259044443" sldId="300"/>
        </pc:sldMkLst>
      </pc:sldChg>
      <pc:sldChg chg="addSp modSp modAnim">
        <pc:chgData name="Long B Nguyen" userId="f59fb8f3-a021-417a-8bc1-65c8d471c621" providerId="ADAL" clId="{8A4B0ED0-F44B-9E45-9C40-AF9BE57AB4D6}" dt="2021-10-26T14:43:31.294" v="2515"/>
        <pc:sldMkLst>
          <pc:docMk/>
          <pc:sldMk cId="3647198221" sldId="308"/>
        </pc:sldMkLst>
      </pc:sldChg>
      <pc:sldChg chg="addSp modSp modAnim">
        <pc:chgData name="Long B Nguyen" userId="f59fb8f3-a021-417a-8bc1-65c8d471c621" providerId="ADAL" clId="{8A4B0ED0-F44B-9E45-9C40-AF9BE57AB4D6}" dt="2021-10-26T14:43:31.294" v="2515"/>
        <pc:sldMkLst>
          <pc:docMk/>
          <pc:sldMk cId="3718152399" sldId="310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2224964763" sldId="326"/>
        </pc:sldMkLst>
      </pc:sldChg>
      <pc:sldChg chg="addSp modSp modAnim">
        <pc:chgData name="Long B Nguyen" userId="f59fb8f3-a021-417a-8bc1-65c8d471c621" providerId="ADAL" clId="{8A4B0ED0-F44B-9E45-9C40-AF9BE57AB4D6}" dt="2021-10-28T12:24:09.792" v="2587" actId="20577"/>
        <pc:sldMkLst>
          <pc:docMk/>
          <pc:sldMk cId="725508398" sldId="327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3976972109" sldId="331"/>
        </pc:sldMkLst>
      </pc:sldChg>
      <pc:sldChg chg="addSp modSp mod">
        <pc:chgData name="Long B Nguyen" userId="f59fb8f3-a021-417a-8bc1-65c8d471c621" providerId="ADAL" clId="{8A4B0ED0-F44B-9E45-9C40-AF9BE57AB4D6}" dt="2021-10-26T14:43:31.294" v="2515"/>
        <pc:sldMkLst>
          <pc:docMk/>
          <pc:sldMk cId="121458461" sldId="332"/>
        </pc:sldMkLst>
      </pc:sldChg>
      <pc:sldChg chg="addSp modSp mod modAnim">
        <pc:chgData name="Long B Nguyen" userId="f59fb8f3-a021-417a-8bc1-65c8d471c621" providerId="ADAL" clId="{8A4B0ED0-F44B-9E45-9C40-AF9BE57AB4D6}" dt="2021-10-28T17:28:17.847" v="2673" actId="20577"/>
        <pc:sldMkLst>
          <pc:docMk/>
          <pc:sldMk cId="2211977495" sldId="337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2050208201" sldId="341"/>
        </pc:sldMkLst>
      </pc:sldChg>
      <pc:sldChg chg="addSp modSp mod">
        <pc:chgData name="Long B Nguyen" userId="f59fb8f3-a021-417a-8bc1-65c8d471c621" providerId="ADAL" clId="{8A4B0ED0-F44B-9E45-9C40-AF9BE57AB4D6}" dt="2021-10-26T14:50:03.236" v="2529" actId="20577"/>
        <pc:sldMkLst>
          <pc:docMk/>
          <pc:sldMk cId="3549579413" sldId="346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3892704054" sldId="347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2710176601" sldId="348"/>
        </pc:sldMkLst>
      </pc:sldChg>
      <pc:sldChg chg="addSp modSp mod modAnim">
        <pc:chgData name="Long B Nguyen" userId="f59fb8f3-a021-417a-8bc1-65c8d471c621" providerId="ADAL" clId="{8A4B0ED0-F44B-9E45-9C40-AF9BE57AB4D6}" dt="2021-10-28T12:23:26.691" v="2560" actId="1076"/>
        <pc:sldMkLst>
          <pc:docMk/>
          <pc:sldMk cId="3729583877" sldId="349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791465431" sldId="350"/>
        </pc:sldMkLst>
      </pc:sldChg>
      <pc:sldChg chg="addSp delSp modSp mod modAnim">
        <pc:chgData name="Long B Nguyen" userId="f59fb8f3-a021-417a-8bc1-65c8d471c621" providerId="ADAL" clId="{8A4B0ED0-F44B-9E45-9C40-AF9BE57AB4D6}" dt="2021-10-26T14:46:29.645" v="2518" actId="20577"/>
        <pc:sldMkLst>
          <pc:docMk/>
          <pc:sldMk cId="4017324179" sldId="351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4281858866" sldId="352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2319331468" sldId="353"/>
        </pc:sldMkLst>
      </pc:sldChg>
      <pc:sldChg chg="addSp modSp">
        <pc:chgData name="Long B Nguyen" userId="f59fb8f3-a021-417a-8bc1-65c8d471c621" providerId="ADAL" clId="{8A4B0ED0-F44B-9E45-9C40-AF9BE57AB4D6}" dt="2021-10-26T14:43:31.294" v="2515"/>
        <pc:sldMkLst>
          <pc:docMk/>
          <pc:sldMk cId="2687856344" sldId="354"/>
        </pc:sldMkLst>
      </pc:sldChg>
      <pc:sldChg chg="addSp modSp mod modAnim">
        <pc:chgData name="Long B Nguyen" userId="f59fb8f3-a021-417a-8bc1-65c8d471c621" providerId="ADAL" clId="{8A4B0ED0-F44B-9E45-9C40-AF9BE57AB4D6}" dt="2021-10-28T12:26:03.838" v="2670" actId="2711"/>
        <pc:sldMkLst>
          <pc:docMk/>
          <pc:sldMk cId="1702508325" sldId="355"/>
        </pc:sldMkLst>
      </pc:sldChg>
      <pc:sldChg chg="add del">
        <pc:chgData name="Long B Nguyen" userId="f59fb8f3-a021-417a-8bc1-65c8d471c621" providerId="ADAL" clId="{8A4B0ED0-F44B-9E45-9C40-AF9BE57AB4D6}" dt="2021-10-22T13:20:51.207" v="1079" actId="2696"/>
        <pc:sldMkLst>
          <pc:docMk/>
          <pc:sldMk cId="3559104057" sldId="356"/>
        </pc:sldMkLst>
      </pc:sldChg>
      <pc:sldChg chg="addSp modSp add mod">
        <pc:chgData name="Long B Nguyen" userId="f59fb8f3-a021-417a-8bc1-65c8d471c621" providerId="ADAL" clId="{8A4B0ED0-F44B-9E45-9C40-AF9BE57AB4D6}" dt="2021-10-26T14:43:31.294" v="2515"/>
        <pc:sldMkLst>
          <pc:docMk/>
          <pc:sldMk cId="172231082" sldId="357"/>
        </pc:sldMkLst>
      </pc:sldChg>
      <pc:sldChg chg="modSp add del mod">
        <pc:chgData name="Long B Nguyen" userId="f59fb8f3-a021-417a-8bc1-65c8d471c621" providerId="ADAL" clId="{8A4B0ED0-F44B-9E45-9C40-AF9BE57AB4D6}" dt="2021-10-22T13:11:09.919" v="648" actId="2696"/>
        <pc:sldMkLst>
          <pc:docMk/>
          <pc:sldMk cId="2478956223" sldId="357"/>
        </pc:sldMkLst>
      </pc:sldChg>
      <pc:sldChg chg="addSp modSp add mod modAnim">
        <pc:chgData name="Long B Nguyen" userId="f59fb8f3-a021-417a-8bc1-65c8d471c621" providerId="ADAL" clId="{8A4B0ED0-F44B-9E45-9C40-AF9BE57AB4D6}" dt="2021-10-29T11:37:37.804" v="2683" actId="20577"/>
        <pc:sldMkLst>
          <pc:docMk/>
          <pc:sldMk cId="1293658452" sldId="358"/>
        </pc:sldMkLst>
      </pc:sldChg>
      <pc:sldChg chg="addSp modSp add mod modAnim">
        <pc:chgData name="Long B Nguyen" userId="f59fb8f3-a021-417a-8bc1-65c8d471c621" providerId="ADAL" clId="{8A4B0ED0-F44B-9E45-9C40-AF9BE57AB4D6}" dt="2021-10-26T14:43:31.294" v="2515"/>
        <pc:sldMkLst>
          <pc:docMk/>
          <pc:sldMk cId="3445465213" sldId="359"/>
        </pc:sldMkLst>
      </pc:sldChg>
      <pc:sldChg chg="addSp modSp add mod modAnim">
        <pc:chgData name="Long B Nguyen" userId="f59fb8f3-a021-417a-8bc1-65c8d471c621" providerId="ADAL" clId="{8A4B0ED0-F44B-9E45-9C40-AF9BE57AB4D6}" dt="2021-10-29T17:14:11.736" v="2684" actId="207"/>
        <pc:sldMkLst>
          <pc:docMk/>
          <pc:sldMk cId="2098191079" sldId="360"/>
        </pc:sldMkLst>
      </pc:sldChg>
      <pc:sldChg chg="modSp add del mod">
        <pc:chgData name="Long B Nguyen" userId="f59fb8f3-a021-417a-8bc1-65c8d471c621" providerId="ADAL" clId="{8A4B0ED0-F44B-9E45-9C40-AF9BE57AB4D6}" dt="2021-10-26T14:25:01.069" v="2340" actId="2696"/>
        <pc:sldMkLst>
          <pc:docMk/>
          <pc:sldMk cId="2527198172" sldId="361"/>
        </pc:sldMkLst>
      </pc:sldChg>
    </pc:docChg>
  </pc:docChgLst>
  <pc:docChgLst>
    <pc:chgData name="Long Nguyen" userId="f59fb8f3-a021-417a-8bc1-65c8d471c621" providerId="ADAL" clId="{572F5AE3-38E5-E148-BAA5-C3A513756EA3}"/>
    <pc:docChg chg="undo custSel addSld delSld modSld">
      <pc:chgData name="Long Nguyen" userId="f59fb8f3-a021-417a-8bc1-65c8d471c621" providerId="ADAL" clId="{572F5AE3-38E5-E148-BAA5-C3A513756EA3}" dt="2022-11-19T16:41:25.975" v="156" actId="2696"/>
      <pc:docMkLst>
        <pc:docMk/>
      </pc:docMkLst>
      <pc:sldChg chg="modSp mod">
        <pc:chgData name="Long Nguyen" userId="f59fb8f3-a021-417a-8bc1-65c8d471c621" providerId="ADAL" clId="{572F5AE3-38E5-E148-BAA5-C3A513756EA3}" dt="2022-11-19T16:38:56.819" v="155" actId="207"/>
        <pc:sldMkLst>
          <pc:docMk/>
          <pc:sldMk cId="2259044443" sldId="300"/>
        </pc:sldMkLst>
      </pc:sldChg>
      <pc:sldChg chg="del">
        <pc:chgData name="Long Nguyen" userId="f59fb8f3-a021-417a-8bc1-65c8d471c621" providerId="ADAL" clId="{572F5AE3-38E5-E148-BAA5-C3A513756EA3}" dt="2022-11-14T14:49:26.277" v="0" actId="2696"/>
        <pc:sldMkLst>
          <pc:docMk/>
          <pc:sldMk cId="725508398" sldId="327"/>
        </pc:sldMkLst>
      </pc:sldChg>
      <pc:sldChg chg="del">
        <pc:chgData name="Long Nguyen" userId="f59fb8f3-a021-417a-8bc1-65c8d471c621" providerId="ADAL" clId="{572F5AE3-38E5-E148-BAA5-C3A513756EA3}" dt="2022-11-19T16:41:25.975" v="156" actId="2696"/>
        <pc:sldMkLst>
          <pc:docMk/>
          <pc:sldMk cId="3549579413" sldId="346"/>
        </pc:sldMkLst>
      </pc:sldChg>
      <pc:sldChg chg="modSp mod">
        <pc:chgData name="Long Nguyen" userId="f59fb8f3-a021-417a-8bc1-65c8d471c621" providerId="ADAL" clId="{572F5AE3-38E5-E148-BAA5-C3A513756EA3}" dt="2022-11-15T16:45:02.065" v="19" actId="20577"/>
        <pc:sldMkLst>
          <pc:docMk/>
          <pc:sldMk cId="4250405753" sldId="361"/>
        </pc:sldMkLst>
      </pc:sldChg>
      <pc:sldChg chg="addSp delSp modSp new del mod">
        <pc:chgData name="Long Nguyen" userId="f59fb8f3-a021-417a-8bc1-65c8d471c621" providerId="ADAL" clId="{572F5AE3-38E5-E148-BAA5-C3A513756EA3}" dt="2022-11-15T17:05:29.668" v="95" actId="2696"/>
        <pc:sldMkLst>
          <pc:docMk/>
          <pc:sldMk cId="4141950365" sldId="362"/>
        </pc:sldMkLst>
      </pc:sldChg>
      <pc:sldChg chg="addSp modSp add mod modAnim">
        <pc:chgData name="Long Nguyen" userId="f59fb8f3-a021-417a-8bc1-65c8d471c621" providerId="ADAL" clId="{572F5AE3-38E5-E148-BAA5-C3A513756EA3}" dt="2022-11-15T17:03:36.712" v="73" actId="14100"/>
        <pc:sldMkLst>
          <pc:docMk/>
          <pc:sldMk cId="2969689730" sldId="363"/>
        </pc:sldMkLst>
      </pc:sldChg>
      <pc:sldChg chg="addSp delSp modSp add mod">
        <pc:chgData name="Long Nguyen" userId="f59fb8f3-a021-417a-8bc1-65c8d471c621" providerId="ADAL" clId="{572F5AE3-38E5-E148-BAA5-C3A513756EA3}" dt="2022-11-15T17:04:08.543" v="79" actId="14100"/>
        <pc:sldMkLst>
          <pc:docMk/>
          <pc:sldMk cId="195093262" sldId="364"/>
        </pc:sldMkLst>
      </pc:sldChg>
      <pc:sldChg chg="addSp delSp modSp add mod">
        <pc:chgData name="Long Nguyen" userId="f59fb8f3-a021-417a-8bc1-65c8d471c621" providerId="ADAL" clId="{572F5AE3-38E5-E148-BAA5-C3A513756EA3}" dt="2022-11-15T17:04:35.410" v="84" actId="14100"/>
        <pc:sldMkLst>
          <pc:docMk/>
          <pc:sldMk cId="2171160877" sldId="365"/>
        </pc:sldMkLst>
      </pc:sldChg>
      <pc:sldChg chg="addSp delSp modSp add mod">
        <pc:chgData name="Long Nguyen" userId="f59fb8f3-a021-417a-8bc1-65c8d471c621" providerId="ADAL" clId="{572F5AE3-38E5-E148-BAA5-C3A513756EA3}" dt="2022-11-15T17:05:27.354" v="94" actId="1076"/>
        <pc:sldMkLst>
          <pc:docMk/>
          <pc:sldMk cId="2732714418" sldId="36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2A3191-A823-3A4C-BAE2-BFE2B900BE07}" type="datetimeFigureOut">
              <a:rPr lang="en-US" smtClean="0"/>
              <a:t>10/23/25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60438" y="1143000"/>
            <a:ext cx="49371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D68857-6B54-F642-8EB5-D2F1879F1B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285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935302"/>
            <a:ext cx="6858000" cy="19896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001698"/>
            <a:ext cx="6858000" cy="137980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BA3DDC-075C-4A4D-A54B-95D98B8D478A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896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E200F8-8645-EA46-9425-DBABAFD1112F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97701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424782"/>
            <a:ext cx="7886700" cy="2377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824553"/>
            <a:ext cx="7886700" cy="125015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38B6D-1830-6645-B8A8-B1EA68162AEB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383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21354"/>
            <a:ext cx="3886200" cy="362611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B30CD-8874-1849-8C07-31C574BD0F00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44808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04271"/>
            <a:ext cx="7886700" cy="11046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400969"/>
            <a:ext cx="3868340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087563"/>
            <a:ext cx="3868340" cy="307049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400969"/>
            <a:ext cx="3887391" cy="686593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087563"/>
            <a:ext cx="3887391" cy="307049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31F1E-F5EC-8A4E-89B7-DCE834C81DCA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96810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8DAD96-FF74-1C4D-B421-2B1A1D78B7A3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543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22F68F-8F3D-A243-BF92-BEC91234D28D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2545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822855"/>
            <a:ext cx="4629150" cy="4061354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84CF79-FEE6-5147-B1B6-0510538F2C2F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3316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81000"/>
            <a:ext cx="2949178" cy="13335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822855"/>
            <a:ext cx="4629150" cy="4061354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714500"/>
            <a:ext cx="2949178" cy="3176323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FDDFB-467B-F842-B523-CB6956E2725F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6140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0FA794-F06E-FD4C-A124-E975800EFC4E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2194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04271"/>
            <a:ext cx="1971675" cy="48431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04271"/>
            <a:ext cx="5800725" cy="484319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40BA0-BAEC-B84C-9495-6C34748904F6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22375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04271"/>
            <a:ext cx="7886700" cy="1104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521354"/>
            <a:ext cx="7886700" cy="36261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BEBF30-A8B2-7F48-95AD-DD4EBFBBC815}" type="datetime1">
              <a:rPr lang="en-US" smtClean="0"/>
              <a:t>10/23/25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5296959"/>
            <a:ext cx="30861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5296959"/>
            <a:ext cx="20574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727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7A749-B1BA-E24B-8FB0-0604EF651F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4562" y="1623354"/>
            <a:ext cx="6619244" cy="734328"/>
          </a:xfrm>
        </p:spPr>
        <p:txBody>
          <a:bodyPr/>
          <a:lstStyle/>
          <a:p>
            <a:pPr algn="l"/>
            <a:r>
              <a:rPr lang="en-US" sz="4050" dirty="0"/>
              <a:t>Introduction </a:t>
            </a:r>
            <a:r>
              <a:rPr lang="en-US" sz="4050"/>
              <a:t>to Python</a:t>
            </a:r>
            <a:endParaRPr lang="en-US" sz="405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DC47C8-6776-7B44-9CD4-95FC9145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4562" y="2550187"/>
            <a:ext cx="5381296" cy="1277135"/>
          </a:xfrm>
        </p:spPr>
        <p:txBody>
          <a:bodyPr>
            <a:normAutofit/>
          </a:bodyPr>
          <a:lstStyle/>
          <a:p>
            <a:pPr algn="l"/>
            <a:r>
              <a:rPr lang="en-US" sz="2400" b="1" dirty="0"/>
              <a:t>Lists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C4071586-F58C-CD48-BB49-60F4B2277ED8}"/>
              </a:ext>
            </a:extLst>
          </p:cNvPr>
          <p:cNvSpPr txBox="1">
            <a:spLocks/>
          </p:cNvSpPr>
          <p:nvPr/>
        </p:nvSpPr>
        <p:spPr>
          <a:xfrm>
            <a:off x="2183952" y="3285007"/>
            <a:ext cx="4507445" cy="5423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24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277D80-286B-7D4B-BDDC-EEC46EEFB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71041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48" y="467027"/>
            <a:ext cx="7053542" cy="683886"/>
          </a:xfrm>
        </p:spPr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848" y="1288073"/>
            <a:ext cx="8051725" cy="4303429"/>
          </a:xfrm>
        </p:spPr>
        <p:txBody>
          <a:bodyPr/>
          <a:lstStyle/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Lists</a:t>
            </a:r>
          </a:p>
          <a:p>
            <a:pPr marL="457200" indent="-457200">
              <a:buAutoNum type="arabicParenR"/>
            </a:pPr>
            <a:r>
              <a:rPr lang="en-US" sz="2000" dirty="0">
                <a:latin typeface="Gill Sans MT" panose="020B0502020104020203" pitchFamily="34" charset="77"/>
              </a:rPr>
              <a:t>List indexing</a:t>
            </a:r>
          </a:p>
          <a:p>
            <a:pPr marL="457200" indent="-457200">
              <a:buAutoNum type="arabicParenR"/>
            </a:pPr>
            <a:r>
              <a:rPr lang="en-US" sz="2000" dirty="0">
                <a:latin typeface="Gill Sans MT" panose="020B0502020104020203" pitchFamily="34" charset="77"/>
              </a:rPr>
              <a:t>Traversing and modifying a list</a:t>
            </a:r>
          </a:p>
          <a:p>
            <a:pPr marL="457200" indent="-457200">
              <a:buAutoNum type="arabicParenR"/>
            </a:pPr>
            <a:r>
              <a:rPr lang="en-US" sz="2000" dirty="0">
                <a:latin typeface="Gill Sans MT" panose="020B0502020104020203" pitchFamily="34" charset="77"/>
              </a:rPr>
              <a:t>Summing a list</a:t>
            </a:r>
          </a:p>
          <a:p>
            <a:pPr marL="457200" indent="-457200">
              <a:buAutoNum type="arabicParenR"/>
            </a:pPr>
            <a:r>
              <a:rPr lang="en-US" sz="2000" dirty="0">
                <a:latin typeface="Gill Sans MT" panose="020B0502020104020203" pitchFamily="34" charset="77"/>
              </a:rPr>
              <a:t>Maximum/Minimum of a list</a:t>
            </a:r>
          </a:p>
          <a:p>
            <a:pPr marL="457200" indent="-457200">
              <a:buAutoNum type="arabicParenR"/>
            </a:pPr>
            <a:r>
              <a:rPr lang="en-US" sz="2000">
                <a:latin typeface="Gill Sans MT" panose="020B0502020104020203" pitchFamily="34" charset="77"/>
              </a:rPr>
              <a:t>List Methods</a:t>
            </a:r>
            <a:endParaRPr lang="en-US" sz="2000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457200" indent="-457200">
              <a:buAutoNum type="arabicParenR"/>
            </a:pPr>
            <a:endParaRPr lang="en-US" dirty="0">
              <a:latin typeface="Gill Sans MT" panose="020B0502020104020203" pitchFamily="34" charset="77"/>
            </a:endParaRPr>
          </a:p>
          <a:p>
            <a:pPr marL="457200" indent="-457200">
              <a:buAutoNum type="arabicParenR"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endParaRPr lang="en-US" b="1" dirty="0">
              <a:latin typeface="Gill Sans MT" panose="020B0502020104020203" pitchFamily="34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4498B4-2671-F84E-A06A-E8154979A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840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6" y="158108"/>
            <a:ext cx="7053542" cy="683886"/>
          </a:xfrm>
        </p:spPr>
        <p:txBody>
          <a:bodyPr/>
          <a:lstStyle/>
          <a:p>
            <a:r>
              <a:rPr lang="en-US" dirty="0"/>
              <a:t>Lists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6" y="841993"/>
            <a:ext cx="8586011" cy="45702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list defines a sequence of ordered objects(integers, floats, strings, </a:t>
            </a:r>
            <a:r>
              <a:rPr lang="en-US" dirty="0" err="1"/>
              <a:t>etc</a:t>
            </a:r>
            <a:r>
              <a:rPr lang="en-US" dirty="0"/>
              <a:t>…). They can be defined with comma-separated values between square brackets.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L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5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7</a:t>
            </a:r>
            <a:r>
              <a:rPr lang="en-US" b="1" dirty="0">
                <a:latin typeface="Inconsolata" panose="020B0609030003000000" pitchFamily="49" charset="77"/>
              </a:rPr>
              <a:t>]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solidFill>
                  <a:srgbClr val="336666"/>
                </a:solidFill>
                <a:latin typeface="Inconsolata" panose="020B0609030003000000" pitchFamily="49" charset="77"/>
              </a:rPr>
              <a:t>len</a:t>
            </a:r>
            <a:r>
              <a:rPr lang="en-US" b="1" dirty="0">
                <a:latin typeface="Inconsolata" panose="020B0609030003000000" pitchFamily="49" charset="77"/>
              </a:rPr>
              <a:t>(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L</a:t>
            </a:r>
            <a:r>
              <a:rPr lang="en-US" b="1" dirty="0">
                <a:latin typeface="Inconsolata" panose="020B0609030003000000" pitchFamily="49" charset="77"/>
              </a:rPr>
              <a:t>)) 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4, </a:t>
            </a:r>
            <a:r>
              <a:rPr lang="en-US" b="1" dirty="0" err="1">
                <a:solidFill>
                  <a:schemeClr val="accent1"/>
                </a:solidFill>
                <a:latin typeface="Inconsolata" panose="020B0609030003000000" pitchFamily="49" charset="77"/>
              </a:rPr>
              <a:t>len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() also works with strings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L</a:t>
            </a:r>
            <a:r>
              <a:rPr lang="en-US" b="1" dirty="0" err="1">
                <a:solidFill>
                  <a:srgbClr val="545454"/>
                </a:solidFill>
                <a:latin typeface="Inconsolata" panose="020B0609030003000000" pitchFamily="49" charset="77"/>
              </a:rPr>
              <a:t>.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append</a:t>
            </a:r>
            <a:r>
              <a:rPr lang="en-US" b="1" dirty="0">
                <a:latin typeface="Inconsolata" panose="020B0609030003000000" pitchFamily="49" charset="77"/>
              </a:rPr>
              <a:t>(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11</a:t>
            </a:r>
            <a:r>
              <a:rPr lang="en-US" b="1" dirty="0">
                <a:latin typeface="Inconsolata" panose="020B0609030003000000" pitchFamily="49" charset="77"/>
              </a:rPr>
              <a:t>)  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append to the end of the list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print(L) </a:t>
            </a:r>
            <a:r>
              <a:rPr lang="en-US" b="1" dirty="0">
                <a:latin typeface="Inconsolata" panose="020B0609030003000000" pitchFamily="49" charset="77"/>
              </a:rPr>
              <a:t>	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[2, 3, 5, 7, 11]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sz="2100" b="1" dirty="0">
              <a:solidFill>
                <a:srgbClr val="000087"/>
              </a:solidFill>
              <a:latin typeface="Inconsolata" panose="020B0609030003000000" pitchFamily="49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148BEF-A6B2-C642-BA93-CF6C60791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115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572" y="219892"/>
            <a:ext cx="7053542" cy="683886"/>
          </a:xfrm>
        </p:spPr>
        <p:txBody>
          <a:bodyPr/>
          <a:lstStyle/>
          <a:p>
            <a:r>
              <a:rPr lang="en-US" dirty="0"/>
              <a:t>Indexing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572" y="903779"/>
            <a:ext cx="8796077" cy="459132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i="1" dirty="0"/>
              <a:t>Indexing </a:t>
            </a:r>
            <a:r>
              <a:rPr lang="en-US" dirty="0"/>
              <a:t>is a means the fetching of a single value from the list. This is a 0-based indexing scheme. 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2000" b="1" dirty="0">
                <a:solidFill>
                  <a:srgbClr val="000087"/>
                </a:solidFill>
                <a:latin typeface="Inconsolata" panose="020B0609030003000000" pitchFamily="49" charset="77"/>
              </a:rPr>
              <a:t>L </a:t>
            </a:r>
            <a:r>
              <a:rPr lang="en-US" sz="2000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sz="2000" b="1" dirty="0">
                <a:latin typeface="Inconsolata" panose="020B0609030003000000" pitchFamily="49" charset="77"/>
              </a:rPr>
              <a:t>[</a:t>
            </a:r>
            <a:r>
              <a:rPr lang="en-US" sz="2000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sz="2000" b="1" dirty="0">
                <a:latin typeface="Inconsolata" panose="020B0609030003000000" pitchFamily="49" charset="77"/>
              </a:rPr>
              <a:t>, </a:t>
            </a:r>
            <a:r>
              <a:rPr lang="en-US" sz="2000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sz="2000" b="1" dirty="0">
                <a:latin typeface="Inconsolata" panose="020B0609030003000000" pitchFamily="49" charset="77"/>
              </a:rPr>
              <a:t>, </a:t>
            </a:r>
            <a:r>
              <a:rPr lang="en-US" sz="2000" b="1" dirty="0">
                <a:solidFill>
                  <a:srgbClr val="FF6600"/>
                </a:solidFill>
                <a:latin typeface="Inconsolata" panose="020B0609030003000000" pitchFamily="49" charset="77"/>
              </a:rPr>
              <a:t>5</a:t>
            </a:r>
            <a:r>
              <a:rPr lang="en-US" sz="2000" b="1" dirty="0">
                <a:latin typeface="Inconsolata" panose="020B0609030003000000" pitchFamily="49" charset="77"/>
              </a:rPr>
              <a:t>, </a:t>
            </a:r>
            <a:r>
              <a:rPr lang="en-US" sz="2000" b="1" dirty="0">
                <a:solidFill>
                  <a:srgbClr val="FF6600"/>
                </a:solidFill>
                <a:latin typeface="Inconsolata" panose="020B0609030003000000" pitchFamily="49" charset="77"/>
              </a:rPr>
              <a:t>7</a:t>
            </a:r>
            <a:r>
              <a:rPr lang="en-US" sz="2000" b="1" dirty="0">
                <a:latin typeface="Inconsolata" panose="020B0609030003000000" pitchFamily="49" charset="77"/>
              </a:rPr>
              <a:t>, </a:t>
            </a:r>
            <a:r>
              <a:rPr lang="en-US" sz="2000" b="1" dirty="0">
                <a:solidFill>
                  <a:srgbClr val="FF6600"/>
                </a:solidFill>
                <a:latin typeface="Inconsolata" panose="020B0609030003000000" pitchFamily="49" charset="77"/>
              </a:rPr>
              <a:t>11</a:t>
            </a:r>
            <a:r>
              <a:rPr lang="en-US" sz="2000" b="1" dirty="0">
                <a:latin typeface="Inconsolata" panose="020B0609030003000000" pitchFamily="49" charset="77"/>
              </a:rPr>
              <a:t>]</a:t>
            </a:r>
            <a:br>
              <a:rPr lang="en-US" sz="2000" b="1" dirty="0">
                <a:latin typeface="Inconsolata" panose="020B0609030003000000" pitchFamily="49" charset="77"/>
              </a:rPr>
            </a:br>
            <a:r>
              <a:rPr lang="en-US" sz="20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sz="2000" b="1" dirty="0">
                <a:latin typeface="Inconsolata" panose="020B0609030003000000" pitchFamily="49" charset="77"/>
              </a:rPr>
              <a:t>[</a:t>
            </a:r>
            <a:r>
              <a:rPr lang="en-US" sz="2000" b="1" dirty="0">
                <a:solidFill>
                  <a:srgbClr val="FF6600"/>
                </a:solidFill>
                <a:latin typeface="Inconsolata" panose="020B0609030003000000" pitchFamily="49" charset="77"/>
              </a:rPr>
              <a:t>0</a:t>
            </a:r>
            <a:r>
              <a:rPr lang="en-US" sz="2000" b="1" dirty="0">
                <a:latin typeface="Inconsolata" panose="020B0609030003000000" pitchFamily="49" charset="77"/>
              </a:rPr>
              <a:t>]) 		</a:t>
            </a:r>
            <a:r>
              <a:rPr lang="en-US" sz="2000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2</a:t>
            </a:r>
            <a:r>
              <a:rPr lang="en-US" sz="2000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sz="2000" b="1" dirty="0">
                <a:latin typeface="Inconsolata" panose="020B0609030003000000" pitchFamily="49" charset="77"/>
              </a:rPr>
              <a:t>[</a:t>
            </a:r>
            <a:r>
              <a:rPr lang="en-US" sz="2000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sz="2000" b="1" dirty="0">
                <a:latin typeface="Inconsolata" panose="020B0609030003000000" pitchFamily="49" charset="77"/>
              </a:rPr>
              <a:t>]) 		</a:t>
            </a:r>
            <a:r>
              <a:rPr lang="en-US" sz="2000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3</a:t>
            </a:r>
            <a:r>
              <a:rPr lang="en-US" sz="2000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sz="2000" b="1" dirty="0">
                <a:latin typeface="Inconsolata" panose="020B0609030003000000" pitchFamily="49" charset="77"/>
              </a:rPr>
              <a:t>[</a:t>
            </a:r>
            <a:r>
              <a:rPr lang="en-US" sz="2000" b="1" dirty="0">
                <a:solidFill>
                  <a:srgbClr val="FF6600"/>
                </a:solidFill>
                <a:latin typeface="Inconsolata" panose="020B0609030003000000" pitchFamily="49" charset="77"/>
              </a:rPr>
              <a:t>5</a:t>
            </a:r>
            <a:r>
              <a:rPr lang="en-US" sz="2000" b="1" dirty="0">
                <a:latin typeface="Inconsolata" panose="020B0609030003000000" pitchFamily="49" charset="77"/>
              </a:rPr>
              <a:t>])  		</a:t>
            </a:r>
            <a:r>
              <a:rPr lang="en-US" sz="2000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index out of bounds error.</a:t>
            </a:r>
          </a:p>
          <a:p>
            <a:pPr marL="0" indent="0">
              <a:buNone/>
            </a:pPr>
            <a:endParaRPr lang="en-US" sz="2000" b="1" dirty="0">
              <a:latin typeface="Inconsolata" panose="020B0609030003000000" pitchFamily="49" charset="77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FFF880-C4B5-8F48-BCDD-3A8604715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2594" y="1563313"/>
            <a:ext cx="3684796" cy="1093924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4008401-9D4E-9745-843F-CEFD42BBE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19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286" y="123498"/>
            <a:ext cx="7053542" cy="683886"/>
          </a:xfrm>
        </p:spPr>
        <p:txBody>
          <a:bodyPr/>
          <a:lstStyle/>
          <a:p>
            <a:r>
              <a:rPr lang="en-US" dirty="0"/>
              <a:t>Modifying a List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286" y="807385"/>
            <a:ext cx="8348287" cy="47841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Indexing can be used to set elements as well as access them.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L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5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7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11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  <a:cs typeface="InaiMathi" pitchFamily="2" charset="0"/>
              </a:rPr>
              <a:t>L</a:t>
            </a:r>
            <a:r>
              <a:rPr lang="en-US" b="1" dirty="0">
                <a:latin typeface="Inconsolata" panose="020B0609030003000000" pitchFamily="49" charset="77"/>
                <a:cs typeface="InaiMathi" pitchFamily="2" charset="0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  <a:cs typeface="InaiMathi" pitchFamily="2" charset="0"/>
              </a:rPr>
              <a:t>0</a:t>
            </a:r>
            <a:r>
              <a:rPr lang="en-US" b="1" dirty="0">
                <a:latin typeface="Inconsolata" panose="020B0609030003000000" pitchFamily="49" charset="77"/>
                <a:cs typeface="InaiMathi" pitchFamily="2" charset="0"/>
              </a:rPr>
              <a:t>]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  <a:cs typeface="InaiMathi" pitchFamily="2" charset="0"/>
              </a:rPr>
              <a:t>=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  <a:cs typeface="InaiMathi" pitchFamily="2" charset="0"/>
              </a:rPr>
              <a:t>100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  <a:cs typeface="InaiMathi" pitchFamily="2" charset="0"/>
              </a:rPr>
              <a:t>print</a:t>
            </a:r>
            <a:r>
              <a:rPr lang="en-US" b="1" dirty="0">
                <a:latin typeface="Inconsolata" panose="020B0609030003000000" pitchFamily="49" charset="77"/>
                <a:cs typeface="InaiMathi" pitchFamily="2" charset="0"/>
              </a:rPr>
              <a:t>(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  <a:cs typeface="InaiMathi" pitchFamily="2" charset="0"/>
              </a:rPr>
              <a:t>L</a:t>
            </a:r>
            <a:r>
              <a:rPr lang="en-US" b="1" dirty="0">
                <a:latin typeface="Inconsolata" panose="020B0609030003000000" pitchFamily="49" charset="77"/>
                <a:cs typeface="InaiMathi" pitchFamily="2" charset="0"/>
              </a:rPr>
              <a:t>) 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  <a:cs typeface="InaiMathi" pitchFamily="2" charset="0"/>
              </a:rPr>
              <a:t># [100, 3, 5, 7, 11]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  <a:cs typeface="InaiMathi" pitchFamily="2" charset="0"/>
              </a:rPr>
              <a:t>L</a:t>
            </a:r>
            <a:r>
              <a:rPr lang="en-US" b="1" dirty="0">
                <a:latin typeface="Inconsolata" panose="020B0609030003000000" pitchFamily="49" charset="77"/>
                <a:cs typeface="InaiMathi" pitchFamily="2" charset="0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  <a:cs typeface="InaiMathi" pitchFamily="2" charset="0"/>
              </a:rPr>
              <a:t>2</a:t>
            </a:r>
            <a:r>
              <a:rPr lang="en-US" b="1" dirty="0">
                <a:latin typeface="Inconsolata" panose="020B0609030003000000" pitchFamily="49" charset="77"/>
                <a:cs typeface="InaiMathi" pitchFamily="2" charset="0"/>
              </a:rPr>
              <a:t>]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  <a:cs typeface="InaiMathi" pitchFamily="2" charset="0"/>
              </a:rPr>
              <a:t>=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  <a:cs typeface="InaiMathi" pitchFamily="2" charset="0"/>
              </a:rPr>
              <a:t>-4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  <a:cs typeface="InaiMathi" pitchFamily="2" charset="0"/>
              </a:rPr>
              <a:t>print</a:t>
            </a:r>
            <a:r>
              <a:rPr lang="en-US" b="1" dirty="0">
                <a:latin typeface="Inconsolata" panose="020B0609030003000000" pitchFamily="49" charset="77"/>
                <a:cs typeface="InaiMathi" pitchFamily="2" charset="0"/>
              </a:rPr>
              <a:t>(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  <a:cs typeface="InaiMathi" pitchFamily="2" charset="0"/>
              </a:rPr>
              <a:t>L</a:t>
            </a:r>
            <a:r>
              <a:rPr lang="en-US" b="1" dirty="0">
                <a:latin typeface="Inconsolata" panose="020B0609030003000000" pitchFamily="49" charset="77"/>
                <a:cs typeface="InaiMathi" pitchFamily="2" charset="0"/>
              </a:rPr>
              <a:t>) 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  <a:cs typeface="InaiMathi" pitchFamily="2" charset="0"/>
              </a:rPr>
              <a:t># [100, 3, -4, 7, 11] </a:t>
            </a:r>
          </a:p>
          <a:p>
            <a:pPr marL="0" indent="0">
              <a:buNone/>
            </a:pP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  <a:cs typeface="InaiMathi" pitchFamily="2" charset="0"/>
            </a:endParaRPr>
          </a:p>
          <a:p>
            <a:pPr marL="0" indent="0">
              <a:buNone/>
            </a:pP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  <a:cs typeface="InaiMathi" pitchFamily="2" charset="0"/>
            </a:endParaRPr>
          </a:p>
          <a:p>
            <a:pPr marL="0" indent="0">
              <a:buNone/>
            </a:pP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  <a:cs typeface="InaiMathi" pitchFamily="2" charset="0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  <a:cs typeface="InaiMathi" pitchFamily="2" charset="0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205C96-4873-E74D-9647-F792C437AC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6887" y="1520815"/>
            <a:ext cx="3684796" cy="109392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FE68D9-AEA4-C24B-AD3E-683E24FCB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8152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84"/>
            <a:ext cx="7053542" cy="683886"/>
          </a:xfrm>
        </p:spPr>
        <p:txBody>
          <a:bodyPr/>
          <a:lstStyle/>
          <a:p>
            <a:r>
              <a:rPr lang="en-US" dirty="0"/>
              <a:t>String Indexing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742" y="565079"/>
            <a:ext cx="8948791" cy="514992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Indexing also works with strings. We can retrieve a character of a string by specifying the </a:t>
            </a:r>
            <a:r>
              <a:rPr lang="en-US" i="1" dirty="0"/>
              <a:t>index</a:t>
            </a:r>
            <a:r>
              <a:rPr lang="en-US" dirty="0"/>
              <a:t> of that character, which is the integer that uniquely identifies that character’s position in the string.  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built-in len() function returns the number of characters in a string.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message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"hello"</a:t>
            </a:r>
            <a:r>
              <a:rPr lang="en-US" dirty="0">
                <a:solidFill>
                  <a:srgbClr val="CC3300"/>
                </a:solidFill>
                <a:latin typeface="UbuntuMono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length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len(message)</a:t>
            </a:r>
            <a:r>
              <a:rPr lang="en-US" dirty="0">
                <a:solidFill>
                  <a:srgbClr val="CC3300"/>
                </a:solidFill>
                <a:latin typeface="UbuntuMono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print(length</a:t>
            </a:r>
            <a:r>
              <a:rPr lang="en-US" b="1" dirty="0">
                <a:latin typeface="Inconsolata" panose="020B0609030003000000" pitchFamily="49" charset="77"/>
              </a:rPr>
              <a:t>) 	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5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print(message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0</a:t>
            </a:r>
            <a:r>
              <a:rPr lang="en-US" b="1" dirty="0">
                <a:latin typeface="Inconsolata" panose="020B0609030003000000" pitchFamily="49" charset="77"/>
              </a:rPr>
              <a:t>]) 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h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print(message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b="1" dirty="0">
                <a:latin typeface="Inconsolata" panose="020B0609030003000000" pitchFamily="49" charset="77"/>
              </a:rPr>
              <a:t>]) 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e</a:t>
            </a: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print(message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4</a:t>
            </a:r>
            <a:r>
              <a:rPr lang="en-US" b="1" dirty="0">
                <a:latin typeface="Inconsolata" panose="020B0609030003000000" pitchFamily="49" charset="77"/>
              </a:rPr>
              <a:t>]) 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o</a:t>
            </a: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print(message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5</a:t>
            </a:r>
            <a:r>
              <a:rPr lang="en-US" b="1" dirty="0">
                <a:latin typeface="Inconsolata" panose="020B0609030003000000" pitchFamily="49" charset="77"/>
              </a:rPr>
              <a:t>]) 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error! out of range!</a:t>
            </a:r>
          </a:p>
          <a:p>
            <a:pPr marL="0" indent="0">
              <a:buNone/>
            </a:pPr>
            <a:endParaRPr lang="en-US" b="1" i="1" dirty="0">
              <a:solidFill>
                <a:srgbClr val="33566B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736C09A-6445-0521-5620-845ACB1DDC5B}"/>
              </a:ext>
            </a:extLst>
          </p:cNvPr>
          <p:cNvSpPr txBox="1"/>
          <p:nvPr/>
        </p:nvSpPr>
        <p:spPr>
          <a:xfrm>
            <a:off x="5083706" y="2527443"/>
            <a:ext cx="375006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Note: On the AP exam, </a:t>
            </a:r>
          </a:p>
          <a:p>
            <a:r>
              <a:rPr lang="en-US" sz="2000" dirty="0">
                <a:solidFill>
                  <a:srgbClr val="FF0000"/>
                </a:solidFill>
              </a:rPr>
              <a:t>The first index of the first character of a string is 1 not 0.</a:t>
            </a:r>
          </a:p>
        </p:txBody>
      </p:sp>
    </p:spTree>
    <p:extLst>
      <p:ext uri="{BB962C8B-B14F-4D97-AF65-F5344CB8AC3E}">
        <p14:creationId xmlns:p14="http://schemas.microsoft.com/office/powerpoint/2010/main" val="54385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84"/>
            <a:ext cx="7053542" cy="683886"/>
          </a:xfrm>
        </p:spPr>
        <p:txBody>
          <a:bodyPr/>
          <a:lstStyle/>
          <a:p>
            <a:r>
              <a:rPr lang="en-US" dirty="0"/>
              <a:t>String Indexing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742" y="565079"/>
            <a:ext cx="8948791" cy="5149921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Strings are </a:t>
            </a:r>
            <a:r>
              <a:rPr lang="en-US" b="1" dirty="0">
                <a:latin typeface="Gill Sans MT" panose="020B0502020104020203" pitchFamily="34" charset="77"/>
              </a:rPr>
              <a:t>immutable</a:t>
            </a:r>
            <a:r>
              <a:rPr lang="en-US" dirty="0">
                <a:latin typeface="Gill Sans MT" panose="020B0502020104020203" pitchFamily="34" charset="77"/>
              </a:rPr>
              <a:t>: once it is created, it cannot be changed!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message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"hello"</a:t>
            </a:r>
            <a:r>
              <a:rPr lang="en-US" dirty="0">
                <a:solidFill>
                  <a:srgbClr val="CC3300"/>
                </a:solidFill>
                <a:latin typeface="UbuntuMono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message[0]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"H" 		# ERROR! A string is immutable! 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dirty="0">
              <a:solidFill>
                <a:srgbClr val="CC3300"/>
              </a:solidFill>
              <a:latin typeface="UbuntuMono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Negative indices can be used to access characters of a string. The last character is at index -1, the second to last at index -2, etc…</a:t>
            </a: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endParaRPr lang="en-US" dirty="0">
              <a:solidFill>
                <a:srgbClr val="CC3300"/>
              </a:solidFill>
              <a:latin typeface="UbuntuMono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print(message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-1</a:t>
            </a:r>
            <a:r>
              <a:rPr lang="en-US" b="1" dirty="0">
                <a:latin typeface="Inconsolata" panose="020B0609030003000000" pitchFamily="49" charset="77"/>
              </a:rPr>
              <a:t>]) 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o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print(message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-2</a:t>
            </a:r>
            <a:r>
              <a:rPr lang="en-US" b="1" dirty="0">
                <a:latin typeface="Inconsolata" panose="020B0609030003000000" pitchFamily="49" charset="77"/>
              </a:rPr>
              <a:t>]) 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l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i="1" dirty="0">
              <a:solidFill>
                <a:srgbClr val="33566B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506076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83" y="134008"/>
            <a:ext cx="7053542" cy="683886"/>
          </a:xfrm>
        </p:spPr>
        <p:txBody>
          <a:bodyPr/>
          <a:lstStyle/>
          <a:p>
            <a:r>
              <a:rPr lang="en-US" dirty="0"/>
              <a:t>Traversing a list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483" y="711201"/>
            <a:ext cx="9080797" cy="5003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We can traverse through a list using a for loop. There are two options: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1) for each loop(loop through values of list):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-1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4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-3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for x in 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print(x, end=" ")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2 -1 3 4 -3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2) loop using indices of list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-1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4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-3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for </a:t>
            </a:r>
            <a:r>
              <a:rPr lang="en-US" b="1" dirty="0" err="1">
                <a:latin typeface="INCONSOLATA" panose="020B0609030003000000" pitchFamily="49" charset="77"/>
              </a:rPr>
              <a:t>i</a:t>
            </a:r>
            <a:r>
              <a:rPr lang="en-US" b="1" dirty="0">
                <a:latin typeface="INCONSOLATA" panose="020B0609030003000000" pitchFamily="49" charset="77"/>
              </a:rPr>
              <a:t> in range(</a:t>
            </a:r>
            <a:r>
              <a:rPr lang="en-US" b="1" dirty="0" err="1">
                <a:latin typeface="INCONSOLATA" panose="020B0609030003000000" pitchFamily="49" charset="77"/>
              </a:rPr>
              <a:t>len</a:t>
            </a:r>
            <a:r>
              <a:rPr lang="en-US" b="1" dirty="0">
                <a:latin typeface="INCONSOLATA" panose="020B0609030003000000" pitchFamily="49" charset="77"/>
              </a:rPr>
              <a:t>(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)):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print(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 err="1">
                <a:latin typeface="INCONSOLATA" panose="020B0609030003000000" pitchFamily="49" charset="77"/>
              </a:rPr>
              <a:t>i</a:t>
            </a:r>
            <a:r>
              <a:rPr lang="en-US" b="1" dirty="0">
                <a:latin typeface="INCONSOLATA" panose="020B0609030003000000" pitchFamily="49" charset="77"/>
              </a:rPr>
              <a:t>], end=" ")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2 -1 3 4 -3</a:t>
            </a: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7A5CB3-B148-5340-A0A6-33CA45A5ECF0}"/>
              </a:ext>
            </a:extLst>
          </p:cNvPr>
          <p:cNvSpPr txBox="1"/>
          <p:nvPr/>
        </p:nvSpPr>
        <p:spPr>
          <a:xfrm>
            <a:off x="3671254" y="1911902"/>
            <a:ext cx="304121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Looping through each value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3F9120-5C92-854C-9256-BD21C8AA9871}"/>
              </a:ext>
            </a:extLst>
          </p:cNvPr>
          <p:cNvSpPr txBox="1"/>
          <p:nvPr/>
        </p:nvSpPr>
        <p:spPr>
          <a:xfrm>
            <a:off x="4290830" y="4126230"/>
            <a:ext cx="30796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Looping through each index</a:t>
            </a:r>
          </a:p>
          <a:p>
            <a:r>
              <a:rPr lang="en-US" sz="2000" dirty="0" err="1">
                <a:solidFill>
                  <a:srgbClr val="FF0000"/>
                </a:solidFill>
              </a:rPr>
              <a:t>i</a:t>
            </a:r>
            <a:r>
              <a:rPr lang="en-US" sz="2000" dirty="0">
                <a:solidFill>
                  <a:srgbClr val="FF0000"/>
                </a:solidFill>
              </a:rPr>
              <a:t> takes on values: 0,1,2,3,4.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FDDB27-B047-B544-A4AA-DBF37C708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583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DA617-FE5A-A724-9662-ADA2248CA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384D2-2317-0C2F-04FD-5398795DDB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506" y="196987"/>
            <a:ext cx="7886700" cy="741087"/>
          </a:xfrm>
        </p:spPr>
        <p:txBody>
          <a:bodyPr/>
          <a:lstStyle/>
          <a:p>
            <a:r>
              <a:rPr lang="en-US" dirty="0"/>
              <a:t>Looping Through Each Character by </a:t>
            </a:r>
            <a:r>
              <a:rPr lang="en-US" dirty="0">
                <a:solidFill>
                  <a:srgbClr val="FF0000"/>
                </a:solidFill>
              </a:rPr>
              <a:t>Value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E41BA5-6F78-ED12-3516-1A040A055B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506" y="938074"/>
            <a:ext cx="8266844" cy="420939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As we saw previously, we loop through each character of a string: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message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"hello"</a:t>
            </a:r>
            <a:r>
              <a:rPr lang="en-US" dirty="0">
                <a:solidFill>
                  <a:srgbClr val="CC3300"/>
                </a:solidFill>
                <a:latin typeface="UbuntuMono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for 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letter </a:t>
            </a:r>
            <a:r>
              <a:rPr lang="en-US" b="1" dirty="0">
                <a:latin typeface="Inconsolata" panose="020B0609030003000000" pitchFamily="49" charset="77"/>
              </a:rPr>
              <a:t>in </a:t>
            </a:r>
            <a:r>
              <a:rPr lang="en-US" b="1" dirty="0">
                <a:solidFill>
                  <a:srgbClr val="336666"/>
                </a:solidFill>
                <a:latin typeface="Inconsolata" panose="020B0609030003000000" pitchFamily="49" charset="77"/>
              </a:rPr>
              <a:t>message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print(letter)</a:t>
            </a:r>
          </a:p>
          <a:p>
            <a:pPr marL="0" indent="0">
              <a:buNone/>
            </a:pPr>
            <a:endParaRPr lang="en-US" dirty="0">
              <a:solidFill>
                <a:srgbClr val="CC3300"/>
              </a:solidFill>
              <a:latin typeface="UbuntuMono"/>
            </a:endParaRPr>
          </a:p>
          <a:p>
            <a:pPr marL="0" indent="0">
              <a:buNone/>
            </a:pPr>
            <a:r>
              <a:rPr lang="en-US" dirty="0">
                <a:latin typeface="UbuntuMono"/>
              </a:rPr>
              <a:t>Output:</a:t>
            </a:r>
          </a:p>
          <a:p>
            <a:pPr marL="0" indent="0">
              <a:buNone/>
            </a:pPr>
            <a:r>
              <a:rPr lang="en-US" dirty="0">
                <a:latin typeface="UbuntuMono"/>
              </a:rPr>
              <a:t>h</a:t>
            </a:r>
          </a:p>
          <a:p>
            <a:pPr marL="0" indent="0">
              <a:buNone/>
            </a:pPr>
            <a:r>
              <a:rPr lang="en-US" dirty="0">
                <a:latin typeface="UbuntuMono"/>
              </a:rPr>
              <a:t>e</a:t>
            </a:r>
          </a:p>
          <a:p>
            <a:pPr marL="0" indent="0">
              <a:buNone/>
            </a:pPr>
            <a:r>
              <a:rPr lang="en-US" dirty="0">
                <a:latin typeface="UbuntuMono"/>
              </a:rPr>
              <a:t>l</a:t>
            </a:r>
          </a:p>
          <a:p>
            <a:pPr marL="0" indent="0">
              <a:buNone/>
            </a:pPr>
            <a:r>
              <a:rPr lang="en-US" dirty="0">
                <a:latin typeface="UbuntuMono"/>
              </a:rPr>
              <a:t>l</a:t>
            </a:r>
          </a:p>
          <a:p>
            <a:pPr marL="0" indent="0">
              <a:buNone/>
            </a:pPr>
            <a:r>
              <a:rPr lang="en-US" dirty="0">
                <a:latin typeface="UbuntuMono"/>
              </a:rPr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176574-184A-8421-DBC3-CB21E705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7098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AFDDC-47A5-7E6C-A438-A84416CC2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506" y="196987"/>
            <a:ext cx="7886700" cy="741087"/>
          </a:xfrm>
        </p:spPr>
        <p:txBody>
          <a:bodyPr/>
          <a:lstStyle/>
          <a:p>
            <a:r>
              <a:rPr lang="en-US" dirty="0"/>
              <a:t>Looping Through Each Character by </a:t>
            </a:r>
            <a:r>
              <a:rPr lang="en-US" dirty="0">
                <a:solidFill>
                  <a:srgbClr val="FF0000"/>
                </a:solidFill>
              </a:rPr>
              <a:t>Index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21269-347A-5DE5-CAE0-81E95539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506" y="938074"/>
            <a:ext cx="8266844" cy="420939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Since each character of a string has index, we can also loop through the indices of the string and access each letter by its index. 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message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"hello"</a:t>
            </a:r>
            <a:r>
              <a:rPr lang="en-US" dirty="0">
                <a:solidFill>
                  <a:srgbClr val="CC3300"/>
                </a:solidFill>
                <a:latin typeface="UbuntuMono"/>
              </a:rPr>
              <a:t>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for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i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latin typeface="Inconsolata" panose="020B0609030003000000" pitchFamily="49" charset="77"/>
              </a:rPr>
              <a:t>in </a:t>
            </a:r>
            <a:r>
              <a:rPr lang="en-US" b="1" dirty="0">
                <a:solidFill>
                  <a:srgbClr val="336666"/>
                </a:solidFill>
                <a:latin typeface="Inconsolata" panose="020B0609030003000000" pitchFamily="49" charset="77"/>
              </a:rPr>
              <a:t>range</a:t>
            </a:r>
            <a:r>
              <a:rPr lang="en-US" b="1" dirty="0">
                <a:latin typeface="Inconsolata" panose="020B0609030003000000" pitchFamily="49" charset="77"/>
              </a:rPr>
              <a:t>(len(message)):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print(message[i])</a:t>
            </a:r>
          </a:p>
          <a:p>
            <a:pPr marL="0" indent="0">
              <a:buNone/>
            </a:pPr>
            <a:endParaRPr lang="en-US" dirty="0">
              <a:solidFill>
                <a:srgbClr val="CC3300"/>
              </a:solidFill>
              <a:latin typeface="UbuntuMono"/>
            </a:endParaRPr>
          </a:p>
          <a:p>
            <a:pPr marL="0" indent="0">
              <a:buNone/>
            </a:pPr>
            <a:r>
              <a:rPr lang="en-US" dirty="0">
                <a:latin typeface="UbuntuMono"/>
              </a:rPr>
              <a:t>Output:</a:t>
            </a:r>
          </a:p>
          <a:p>
            <a:pPr marL="0" indent="0">
              <a:buNone/>
            </a:pPr>
            <a:r>
              <a:rPr lang="en-US" dirty="0">
                <a:latin typeface="UbuntuMono"/>
              </a:rPr>
              <a:t>h</a:t>
            </a:r>
          </a:p>
          <a:p>
            <a:pPr marL="0" indent="0">
              <a:buNone/>
            </a:pPr>
            <a:r>
              <a:rPr lang="en-US" dirty="0">
                <a:latin typeface="UbuntuMono"/>
              </a:rPr>
              <a:t>e</a:t>
            </a:r>
          </a:p>
          <a:p>
            <a:pPr marL="0" indent="0">
              <a:buNone/>
            </a:pPr>
            <a:r>
              <a:rPr lang="en-US" dirty="0">
                <a:latin typeface="UbuntuMono"/>
              </a:rPr>
              <a:t>l</a:t>
            </a:r>
          </a:p>
          <a:p>
            <a:pPr marL="0" indent="0">
              <a:buNone/>
            </a:pPr>
            <a:r>
              <a:rPr lang="en-US" dirty="0">
                <a:latin typeface="UbuntuMono"/>
              </a:rPr>
              <a:t>l</a:t>
            </a:r>
          </a:p>
          <a:p>
            <a:pPr marL="0" indent="0">
              <a:buNone/>
            </a:pPr>
            <a:r>
              <a:rPr lang="en-US" dirty="0">
                <a:latin typeface="UbuntuMono"/>
              </a:rPr>
              <a:t>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5300A-D6D2-2C54-C1AA-37C013FF7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53605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83" y="64337"/>
            <a:ext cx="7053542" cy="683886"/>
          </a:xfrm>
        </p:spPr>
        <p:txBody>
          <a:bodyPr/>
          <a:lstStyle/>
          <a:p>
            <a:r>
              <a:rPr lang="en-US" dirty="0"/>
              <a:t>Modifying a list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484" y="652429"/>
            <a:ext cx="8855034" cy="499823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Consider the following code that is intended to change all even numbers in a list to 0. </a:t>
            </a:r>
          </a:p>
          <a:p>
            <a:pPr marL="0" indent="0">
              <a:buNone/>
            </a:pP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24</a:t>
            </a:r>
            <a:r>
              <a:rPr lang="en-US" b="1" dirty="0">
                <a:latin typeface="INCONSOLATA" panose="020B0609030003000000" pitchFamily="49" charset="77"/>
              </a:rPr>
              <a:t>,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 3</a:t>
            </a:r>
            <a:r>
              <a:rPr lang="en-US" b="1" dirty="0">
                <a:latin typeface="INCONSOLATA" panose="020B0609030003000000" pitchFamily="49" charset="77"/>
              </a:rPr>
              <a:t>,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 34</a:t>
            </a:r>
            <a:r>
              <a:rPr lang="en-US" b="1" dirty="0">
                <a:latin typeface="INCONSOLATA" panose="020B0609030003000000" pitchFamily="49" charset="77"/>
              </a:rPr>
              <a:t>,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 6</a:t>
            </a:r>
            <a:r>
              <a:rPr lang="en-US" b="1" dirty="0">
                <a:latin typeface="INCONSOLATA" panose="020B0609030003000000" pitchFamily="49" charset="77"/>
              </a:rPr>
              <a:t>,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 -5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4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for x in 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if x % 2 == 0: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	x = 0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)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Output: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[24, 3, 34, 6, -5, 4]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FF0000"/>
                </a:solidFill>
                <a:latin typeface="Gill Sans MT" panose="020B0502020104020203" pitchFamily="34" charset="77"/>
              </a:rPr>
              <a:t>Note: The list is unchanged? Why? How can we fix it?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	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E0CA33-F168-BE47-A64C-ABE769BF7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856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83" y="134008"/>
            <a:ext cx="7053542" cy="683886"/>
          </a:xfrm>
        </p:spPr>
        <p:txBody>
          <a:bodyPr/>
          <a:lstStyle/>
          <a:p>
            <a:r>
              <a:rPr lang="en-US" dirty="0"/>
              <a:t>Modifying a list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483" y="748223"/>
            <a:ext cx="8999517" cy="489710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Here's the correct code to change all even numbers in a list to 0. Compare the following code to the previous slide. </a:t>
            </a:r>
          </a:p>
          <a:p>
            <a:pPr marL="0" indent="0">
              <a:buNone/>
            </a:pP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24</a:t>
            </a:r>
            <a:r>
              <a:rPr lang="en-US" b="1" dirty="0">
                <a:latin typeface="INCONSOLATA" panose="020B0609030003000000" pitchFamily="49" charset="77"/>
              </a:rPr>
              <a:t>,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 3</a:t>
            </a:r>
            <a:r>
              <a:rPr lang="en-US" b="1" dirty="0">
                <a:latin typeface="INCONSOLATA" panose="020B0609030003000000" pitchFamily="49" charset="77"/>
              </a:rPr>
              <a:t>,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 34</a:t>
            </a:r>
            <a:r>
              <a:rPr lang="en-US" b="1" dirty="0">
                <a:latin typeface="INCONSOLATA" panose="020B0609030003000000" pitchFamily="49" charset="77"/>
              </a:rPr>
              <a:t>,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 6</a:t>
            </a:r>
            <a:r>
              <a:rPr lang="en-US" b="1" dirty="0">
                <a:latin typeface="INCONSOLATA" panose="020B0609030003000000" pitchFamily="49" charset="77"/>
              </a:rPr>
              <a:t>,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 -5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4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for </a:t>
            </a:r>
            <a:r>
              <a:rPr lang="en-US" b="1" dirty="0" err="1">
                <a:latin typeface="INCONSOLATA" panose="020B0609030003000000" pitchFamily="49" charset="77"/>
              </a:rPr>
              <a:t>i</a:t>
            </a:r>
            <a:r>
              <a:rPr lang="en-US" b="1" dirty="0">
                <a:latin typeface="INCONSOLATA" panose="020B0609030003000000" pitchFamily="49" charset="77"/>
              </a:rPr>
              <a:t> in range(</a:t>
            </a:r>
            <a:r>
              <a:rPr lang="en-US" b="1" dirty="0" err="1">
                <a:latin typeface="INCONSOLATA" panose="020B0609030003000000" pitchFamily="49" charset="77"/>
              </a:rPr>
              <a:t>len</a:t>
            </a:r>
            <a:r>
              <a:rPr lang="en-US" b="1" dirty="0">
                <a:latin typeface="INCONSOLATA" panose="020B0609030003000000" pitchFamily="49" charset="77"/>
              </a:rPr>
              <a:t>(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)):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if 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 err="1">
                <a:latin typeface="INCONSOLATA" panose="020B0609030003000000" pitchFamily="49" charset="77"/>
              </a:rPr>
              <a:t>i</a:t>
            </a:r>
            <a:r>
              <a:rPr lang="en-US" b="1" dirty="0">
                <a:latin typeface="INCONSOLATA" panose="020B0609030003000000" pitchFamily="49" charset="77"/>
              </a:rPr>
              <a:t>] % 2 == 0: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	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 err="1">
                <a:latin typeface="INCONSOLATA" panose="020B0609030003000000" pitchFamily="49" charset="77"/>
              </a:rPr>
              <a:t>i</a:t>
            </a:r>
            <a:r>
              <a:rPr lang="en-US" b="1" dirty="0">
                <a:latin typeface="INCONSOLATA" panose="020B0609030003000000" pitchFamily="49" charset="77"/>
              </a:rPr>
              <a:t>] = 0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)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Output: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[0, 3, 0, 0, -5, 0]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INCONSOLATA" panose="020B0609030003000000" pitchFamily="49" charset="77"/>
              </a:rPr>
              <a:t>Thus, if we need to modify a list, we MUST loop through the indices!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	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5ABB21-F718-ED45-8BB9-F854B4DFB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231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83" y="134008"/>
            <a:ext cx="7053542" cy="683886"/>
          </a:xfrm>
        </p:spPr>
        <p:txBody>
          <a:bodyPr/>
          <a:lstStyle/>
          <a:p>
            <a:r>
              <a:rPr lang="en-US" dirty="0"/>
              <a:t>Creating a list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483" y="748223"/>
            <a:ext cx="8999517" cy="489710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If you want to create a list containing the first five perfect squares, then you can complete these steps in three lines of code:</a:t>
            </a:r>
          </a:p>
          <a:p>
            <a:pPr marL="0" indent="0">
              <a:buNone/>
            </a:pP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squares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[]		</a:t>
            </a:r>
            <a:r>
              <a:rPr lang="en-US" b="1" dirty="0">
                <a:solidFill>
                  <a:schemeClr val="accent5"/>
                </a:solidFill>
                <a:latin typeface="INCONSOLATA" panose="020B0609030003000000" pitchFamily="49" charset="77"/>
              </a:rPr>
              <a:t># create empty list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for </a:t>
            </a:r>
            <a:r>
              <a:rPr lang="en-US" b="1" dirty="0" err="1">
                <a:latin typeface="INCONSOLATA" panose="020B0609030003000000" pitchFamily="49" charset="77"/>
              </a:rPr>
              <a:t>i</a:t>
            </a:r>
            <a:r>
              <a:rPr lang="en-US" b="1" dirty="0">
                <a:latin typeface="INCONSOLATA" panose="020B0609030003000000" pitchFamily="49" charset="77"/>
              </a:rPr>
              <a:t> in range(5):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squares</a:t>
            </a:r>
            <a:r>
              <a:rPr lang="en-US" b="1" dirty="0" err="1">
                <a:latin typeface="INCONSOLATA" panose="020B0609030003000000" pitchFamily="49" charset="77"/>
              </a:rPr>
              <a:t>.append</a:t>
            </a:r>
            <a:r>
              <a:rPr lang="en-US" b="1" dirty="0">
                <a:latin typeface="INCONSOLATA" panose="020B0609030003000000" pitchFamily="49" charset="77"/>
              </a:rPr>
              <a:t>(</a:t>
            </a:r>
            <a:r>
              <a:rPr lang="en-US" b="1" dirty="0" err="1">
                <a:latin typeface="INCONSOLATA" panose="020B0609030003000000" pitchFamily="49" charset="77"/>
              </a:rPr>
              <a:t>i</a:t>
            </a:r>
            <a:r>
              <a:rPr lang="en-US" b="1" dirty="0">
                <a:latin typeface="INCONSOLATA" panose="020B0609030003000000" pitchFamily="49" charset="77"/>
              </a:rPr>
              <a:t> ** 2)	</a:t>
            </a:r>
            <a:r>
              <a:rPr lang="en-US" b="1" dirty="0">
                <a:solidFill>
                  <a:schemeClr val="accent5"/>
                </a:solidFill>
                <a:latin typeface="INCONSOLATA" panose="020B0609030003000000" pitchFamily="49" charset="77"/>
              </a:rPr>
              <a:t># add each square to list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print(squares)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Output: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[0, 1, 4, 9, 16]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	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4E4D21-F215-0E4A-ACED-B8D7B1DA1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2508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AFDDC-47A5-7E6C-A438-A84416CC2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506" y="196987"/>
            <a:ext cx="7886700" cy="741087"/>
          </a:xfrm>
        </p:spPr>
        <p:txBody>
          <a:bodyPr/>
          <a:lstStyle/>
          <a:p>
            <a:r>
              <a:rPr lang="en-US"/>
              <a:t>Counting Letters(Version 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21269-347A-5DE5-CAE0-81E95539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506" y="938074"/>
            <a:ext cx="8484528" cy="46631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Write a function which accepts a string and returns the number of “A”, “a” in the string. 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def countA(str):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	count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0</a:t>
            </a:r>
            <a:endParaRPr lang="en-US" dirty="0">
              <a:solidFill>
                <a:srgbClr val="CC3300"/>
              </a:solidFill>
              <a:latin typeface="UbuntuMono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for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i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latin typeface="Inconsolata" panose="020B0609030003000000" pitchFamily="49" charset="77"/>
              </a:rPr>
              <a:t>in </a:t>
            </a:r>
            <a:r>
              <a:rPr lang="en-US" b="1" dirty="0">
                <a:solidFill>
                  <a:srgbClr val="336666"/>
                </a:solidFill>
                <a:latin typeface="Inconsolata" panose="020B0609030003000000" pitchFamily="49" charset="77"/>
              </a:rPr>
              <a:t>range</a:t>
            </a:r>
            <a:r>
              <a:rPr lang="en-US" b="1" dirty="0">
                <a:latin typeface="Inconsolata" panose="020B0609030003000000" pitchFamily="49" charset="77"/>
              </a:rPr>
              <a:t>(len(str)):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	if str[i] == “a” or str[i] == “A”: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		count = count + 1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return count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CC3300"/>
                </a:solidFill>
                <a:latin typeface="UbuntuMono"/>
              </a:rPr>
              <a:t>message = “abbA”</a:t>
            </a:r>
          </a:p>
          <a:p>
            <a:pPr marL="0" indent="0">
              <a:buNone/>
            </a:pPr>
            <a:r>
              <a:rPr lang="en-US" dirty="0">
                <a:solidFill>
                  <a:srgbClr val="CC3300"/>
                </a:solidFill>
                <a:latin typeface="UbuntuMono"/>
              </a:rPr>
              <a:t>print(countA(message))	#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5300A-D6D2-2C54-C1AA-37C013FF7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98731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AFDDC-47A5-7E6C-A438-A84416CC2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8506" y="196987"/>
            <a:ext cx="7886700" cy="741087"/>
          </a:xfrm>
        </p:spPr>
        <p:txBody>
          <a:bodyPr/>
          <a:lstStyle/>
          <a:p>
            <a:r>
              <a:rPr lang="en-US"/>
              <a:t>Counting Letters(Version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21269-347A-5DE5-CAE0-81E95539B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506" y="938074"/>
            <a:ext cx="8484528" cy="466315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There is another way to loop through letters of a string.  Here’s the second way to do the previous problem. Note that this version is much easier since we are looping through each value of the string. 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def countA(str):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	count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0</a:t>
            </a:r>
            <a:endParaRPr lang="en-US" dirty="0">
              <a:solidFill>
                <a:srgbClr val="CC3300"/>
              </a:solidFill>
              <a:latin typeface="UbuntuMono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for 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letter </a:t>
            </a:r>
            <a:r>
              <a:rPr lang="en-US" b="1" dirty="0">
                <a:latin typeface="Inconsolata" panose="020B0609030003000000" pitchFamily="49" charset="77"/>
              </a:rPr>
              <a:t>in </a:t>
            </a:r>
            <a:r>
              <a:rPr lang="en-US" b="1" dirty="0">
                <a:solidFill>
                  <a:srgbClr val="336666"/>
                </a:solidFill>
                <a:latin typeface="Inconsolata" panose="020B0609030003000000" pitchFamily="49" charset="77"/>
              </a:rPr>
              <a:t>str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	if letter == “a” or letter == “A”: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		count = count + 1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return count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CC3300"/>
                </a:solidFill>
                <a:latin typeface="UbuntuMono"/>
              </a:rPr>
              <a:t>message = “abbA”</a:t>
            </a:r>
          </a:p>
          <a:p>
            <a:pPr marL="0" indent="0">
              <a:buNone/>
            </a:pPr>
            <a:r>
              <a:rPr lang="en-US" dirty="0">
                <a:solidFill>
                  <a:srgbClr val="CC3300"/>
                </a:solidFill>
                <a:latin typeface="UbuntuMono"/>
              </a:rPr>
              <a:t>print(countA(message))	#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C5300A-D6D2-2C54-C1AA-37C013FF7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7178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629" y="134008"/>
            <a:ext cx="7053542" cy="683886"/>
          </a:xfrm>
        </p:spPr>
        <p:txBody>
          <a:bodyPr/>
          <a:lstStyle/>
          <a:p>
            <a:r>
              <a:rPr lang="en-US" dirty="0"/>
              <a:t>Algorithms to know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629" y="942681"/>
            <a:ext cx="8886395" cy="4638311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The following algorithms are useful. Know how to implement these algorithms!</a:t>
            </a: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Find sum of a list of numbers.</a:t>
            </a: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Find the average of a list of numbers.</a:t>
            </a:r>
          </a:p>
          <a:p>
            <a:pPr marL="457200" indent="-457200">
              <a:buAutoNum type="arabicParenR"/>
            </a:pPr>
            <a:r>
              <a:rPr lang="en-US" dirty="0">
                <a:latin typeface="Gill Sans MT" panose="020B0502020104020203" pitchFamily="34" charset="77"/>
              </a:rPr>
              <a:t>Find the maximum/minimum of a list of numbers.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E8188F-36CC-954F-A5B6-7B67C02C9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2399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83" y="134008"/>
            <a:ext cx="7053542" cy="683886"/>
          </a:xfrm>
        </p:spPr>
        <p:txBody>
          <a:bodyPr/>
          <a:lstStyle/>
          <a:p>
            <a:r>
              <a:rPr lang="en-US" dirty="0"/>
              <a:t>Sum of a list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483" y="817895"/>
            <a:ext cx="8726139" cy="47630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Given a list, find the sum of its elements. We can do this by traversing through the list using a for loop. </a:t>
            </a: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-1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4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-3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s = 0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for x in 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s += x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print(s)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	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Whenever we have a piece of code that accomplish a useful task, we should put it in a function.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73E1A8-2E71-3848-A997-E1A5FD0A0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23665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83" y="134008"/>
            <a:ext cx="7053542" cy="683886"/>
          </a:xfrm>
        </p:spPr>
        <p:txBody>
          <a:bodyPr/>
          <a:lstStyle/>
          <a:p>
            <a:r>
              <a:rPr lang="en-US" dirty="0"/>
              <a:t>Sum Function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483" y="817895"/>
            <a:ext cx="8726139" cy="4763097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Write a function that accepts a list of numbers as a parameter and returns its sum.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34A327"/>
                </a:solidFill>
                <a:latin typeface="Inconsolata" panose="020B0609030003000000" pitchFamily="49" charset="77"/>
              </a:rPr>
              <a:t>def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3C9FF2"/>
                </a:solidFill>
                <a:latin typeface="Inconsolata" panose="020B0609030003000000" pitchFamily="49" charset="77"/>
              </a:rPr>
              <a:t>sum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(</a:t>
            </a:r>
            <a:r>
              <a:rPr lang="en-US" b="1" dirty="0" err="1">
                <a:solidFill>
                  <a:srgbClr val="000000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): </a:t>
            </a: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34A327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s = 0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for 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x </a:t>
            </a:r>
            <a:r>
              <a:rPr lang="en-US" b="1" dirty="0">
                <a:latin typeface="Inconsolata" panose="020B0609030003000000" pitchFamily="49" charset="77"/>
              </a:rPr>
              <a:t>in 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	s += x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latin typeface="Inconsolata" panose="020B0609030003000000" pitchFamily="49" charset="77"/>
              </a:rPr>
              <a:t>return s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lst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-1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4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-3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print(sum(</a:t>
            </a:r>
            <a:r>
              <a:rPr lang="en-US" b="1" dirty="0" err="1">
                <a:latin typeface="INCONSOLATA" panose="020B0609030003000000" pitchFamily="49" charset="77"/>
              </a:rPr>
              <a:t>lst</a:t>
            </a:r>
            <a:r>
              <a:rPr lang="en-US" b="1" dirty="0">
                <a:latin typeface="INCONSOLATA" panose="020B0609030003000000" pitchFamily="49" charset="77"/>
              </a:rPr>
              <a:t>))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5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lst2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5, 4, 2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a = sum(lst2)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print(a)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12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	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18823F-43C5-E341-AD35-A3E74702E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227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83" y="134008"/>
            <a:ext cx="7053542" cy="683886"/>
          </a:xfrm>
        </p:spPr>
        <p:txBody>
          <a:bodyPr/>
          <a:lstStyle/>
          <a:p>
            <a:r>
              <a:rPr lang="en-US" dirty="0"/>
              <a:t>Average Function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483" y="817895"/>
            <a:ext cx="8726139" cy="476309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Write a function that accepts a list of numbers as a parameter and returns its average.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34A327"/>
                </a:solidFill>
                <a:latin typeface="Inconsolata" panose="020B0609030003000000" pitchFamily="49" charset="77"/>
              </a:rPr>
              <a:t>def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3C9FF2"/>
                </a:solidFill>
                <a:latin typeface="Inconsolata" panose="020B0609030003000000" pitchFamily="49" charset="77"/>
              </a:rPr>
              <a:t>average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(</a:t>
            </a:r>
            <a:r>
              <a:rPr lang="en-US" b="1" dirty="0" err="1">
                <a:solidFill>
                  <a:srgbClr val="000000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): </a:t>
            </a: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34A327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s = 0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for 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x </a:t>
            </a:r>
            <a:r>
              <a:rPr lang="en-US" b="1" dirty="0">
                <a:latin typeface="Inconsolata" panose="020B0609030003000000" pitchFamily="49" charset="77"/>
              </a:rPr>
              <a:t>in 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	s += x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latin typeface="Inconsolata" panose="020B0609030003000000" pitchFamily="49" charset="77"/>
              </a:rPr>
              <a:t>return s/</a:t>
            </a:r>
            <a:r>
              <a:rPr lang="en-US" b="1" dirty="0" err="1">
                <a:latin typeface="Inconsolata" panose="020B0609030003000000" pitchFamily="49" charset="77"/>
              </a:rPr>
              <a:t>len</a:t>
            </a:r>
            <a:r>
              <a:rPr lang="en-US" b="1" dirty="0">
                <a:latin typeface="Inconsolata" panose="020B0609030003000000" pitchFamily="49" charset="77"/>
              </a:rPr>
              <a:t>(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)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lst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5, 4, 3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a = average(</a:t>
            </a:r>
            <a:r>
              <a:rPr lang="en-US" b="1" dirty="0" err="1">
                <a:latin typeface="INCONSOLATA" panose="020B0609030003000000" pitchFamily="49" charset="77"/>
              </a:rPr>
              <a:t>lst</a:t>
            </a:r>
            <a:r>
              <a:rPr lang="en-US" b="1" dirty="0">
                <a:latin typeface="INCONSOLATA" panose="020B0609030003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print(a)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3.5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	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1BE029-D8EC-C744-94FC-18D8AAE45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7231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83" y="134008"/>
            <a:ext cx="7053542" cy="683886"/>
          </a:xfrm>
        </p:spPr>
        <p:txBody>
          <a:bodyPr/>
          <a:lstStyle/>
          <a:p>
            <a:r>
              <a:rPr lang="en-US" dirty="0"/>
              <a:t>Conditional Summing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483" y="817895"/>
            <a:ext cx="8726139" cy="476309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Write a function that accepts a list of numbers as a parameter and returns the sum of all even numbers in the list. </a:t>
            </a:r>
          </a:p>
          <a:p>
            <a:pPr marL="0" indent="0">
              <a:buNone/>
            </a:pP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34A327"/>
                </a:solidFill>
                <a:latin typeface="Inconsolata" panose="020B0609030003000000" pitchFamily="49" charset="77"/>
              </a:rPr>
              <a:t>def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3C9FF2"/>
                </a:solidFill>
                <a:latin typeface="Inconsolata" panose="020B0609030003000000" pitchFamily="49" charset="77"/>
              </a:rPr>
              <a:t>sum_even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(</a:t>
            </a:r>
            <a:r>
              <a:rPr lang="en-US" b="1" dirty="0" err="1">
                <a:solidFill>
                  <a:srgbClr val="000000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): </a:t>
            </a: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34A327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s = 0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for 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x </a:t>
            </a:r>
            <a:r>
              <a:rPr lang="en-US" b="1" dirty="0">
                <a:latin typeface="Inconsolata" panose="020B0609030003000000" pitchFamily="49" charset="77"/>
              </a:rPr>
              <a:t>in 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		if x % 2 == 0: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		s += x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latin typeface="Inconsolata" panose="020B0609030003000000" pitchFamily="49" charset="77"/>
              </a:rPr>
              <a:t>return s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	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B7C0E3-B420-F844-9F9F-E8E0AA1EB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0593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83" y="134008"/>
            <a:ext cx="7053542" cy="683886"/>
          </a:xfrm>
        </p:spPr>
        <p:txBody>
          <a:bodyPr/>
          <a:lstStyle/>
          <a:p>
            <a:r>
              <a:rPr lang="en-US" dirty="0"/>
              <a:t>Find Maximum Function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483" y="817895"/>
            <a:ext cx="8999517" cy="489710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Write a function that accepts a nonempty list of numbers as a parameter and returns its maximum value. Does the code below work?</a:t>
            </a:r>
          </a:p>
          <a:p>
            <a:pPr marL="0" indent="0">
              <a:buNone/>
            </a:pP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34A327"/>
                </a:solidFill>
                <a:latin typeface="Inconsolata" panose="020B0609030003000000" pitchFamily="49" charset="77"/>
              </a:rPr>
              <a:t>def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3C9FF2"/>
                </a:solidFill>
                <a:latin typeface="Inconsolata" panose="020B0609030003000000" pitchFamily="49" charset="77"/>
              </a:rPr>
              <a:t>maximum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(</a:t>
            </a:r>
            <a:r>
              <a:rPr lang="en-US" b="1" dirty="0" err="1">
                <a:solidFill>
                  <a:srgbClr val="000000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): </a:t>
            </a: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34A327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 err="1">
                <a:solidFill>
                  <a:srgbClr val="FF0000"/>
                </a:solidFill>
                <a:latin typeface="Inconsolata" panose="020B0609030003000000" pitchFamily="49" charset="77"/>
              </a:rPr>
              <a:t>current_max</a:t>
            </a:r>
            <a:r>
              <a:rPr lang="en-US" b="1" dirty="0">
                <a:solidFill>
                  <a:srgbClr val="FF0000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= 0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for 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x </a:t>
            </a:r>
            <a:r>
              <a:rPr lang="en-US" b="1" dirty="0">
                <a:latin typeface="Inconsolata" panose="020B0609030003000000" pitchFamily="49" charset="77"/>
              </a:rPr>
              <a:t>in 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  <a:br>
              <a:rPr lang="en-US" b="1" dirty="0">
                <a:latin typeface="Inconsolata" panose="020B0609030003000000" pitchFamily="49" charset="77"/>
              </a:rPr>
            </a:b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	if x &gt; </a:t>
            </a:r>
            <a:r>
              <a:rPr lang="en-US" b="1" dirty="0" err="1">
                <a:solidFill>
                  <a:srgbClr val="FF0000"/>
                </a:solidFill>
                <a:latin typeface="Inconsolata" panose="020B0609030003000000" pitchFamily="49" charset="77"/>
              </a:rPr>
              <a:t>current_max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		</a:t>
            </a:r>
            <a:r>
              <a:rPr lang="en-US" b="1" dirty="0" err="1">
                <a:solidFill>
                  <a:srgbClr val="FF0000"/>
                </a:solidFill>
                <a:latin typeface="Inconsolata" panose="020B0609030003000000" pitchFamily="49" charset="77"/>
              </a:rPr>
              <a:t>current_max</a:t>
            </a:r>
            <a:r>
              <a:rPr lang="en-US" b="1" dirty="0">
                <a:solidFill>
                  <a:srgbClr val="FF0000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= x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latin typeface="Inconsolata" panose="020B0609030003000000" pitchFamily="49" charset="77"/>
              </a:rPr>
              <a:t>return </a:t>
            </a:r>
            <a:r>
              <a:rPr lang="en-US" b="1" dirty="0" err="1">
                <a:solidFill>
                  <a:srgbClr val="FF0000"/>
                </a:solidFill>
                <a:latin typeface="Inconsolata" panose="020B0609030003000000" pitchFamily="49" charset="77"/>
              </a:rPr>
              <a:t>current_max</a:t>
            </a:r>
            <a:endParaRPr lang="en-US" b="1" dirty="0">
              <a:solidFill>
                <a:srgbClr val="FF0000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lst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-2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-5, -12, -3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a = maximum(</a:t>
            </a:r>
            <a:r>
              <a:rPr lang="en-US" b="1" dirty="0" err="1">
                <a:latin typeface="INCONSOLATA" panose="020B0609030003000000" pitchFamily="49" charset="77"/>
              </a:rPr>
              <a:t>lst</a:t>
            </a:r>
            <a:r>
              <a:rPr lang="en-US" b="1" dirty="0">
                <a:latin typeface="INCONSOLATA" panose="020B0609030003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print(a)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0 INCORRECT!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	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53B6FA-682D-9E41-9C1C-7C6215883E2A}"/>
              </a:ext>
            </a:extLst>
          </p:cNvPr>
          <p:cNvSpPr txBox="1"/>
          <p:nvPr/>
        </p:nvSpPr>
        <p:spPr>
          <a:xfrm>
            <a:off x="4744720" y="4209117"/>
            <a:ext cx="4137928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rgbClr val="FF0000"/>
                </a:solidFill>
              </a:rPr>
              <a:t>No! What if the list contains</a:t>
            </a:r>
          </a:p>
          <a:p>
            <a:r>
              <a:rPr lang="en-US" sz="2000" dirty="0">
                <a:solidFill>
                  <a:srgbClr val="FF0000"/>
                </a:solidFill>
              </a:rPr>
              <a:t>only negative </a:t>
            </a:r>
            <a:r>
              <a:rPr lang="en-US" sz="2000" dirty="0" err="1">
                <a:solidFill>
                  <a:srgbClr val="FF0000"/>
                </a:solidFill>
              </a:rPr>
              <a:t>numbers?This</a:t>
            </a:r>
            <a:r>
              <a:rPr lang="en-US" sz="2000" dirty="0">
                <a:solidFill>
                  <a:srgbClr val="FF0000"/>
                </a:solidFill>
              </a:rPr>
              <a:t> function</a:t>
            </a:r>
          </a:p>
          <a:p>
            <a:r>
              <a:rPr lang="en-US" sz="2000" dirty="0">
                <a:solidFill>
                  <a:srgbClr val="FF0000"/>
                </a:solidFill>
              </a:rPr>
              <a:t>returns 0 which is not even in the list!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A380B-A37A-7341-959F-5497D326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1EF413-5068-F5E8-9308-046A85292130}"/>
              </a:ext>
            </a:extLst>
          </p:cNvPr>
          <p:cNvSpPr txBox="1"/>
          <p:nvPr/>
        </p:nvSpPr>
        <p:spPr>
          <a:xfrm>
            <a:off x="4744720" y="2527443"/>
            <a:ext cx="132081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200">
                <a:solidFill>
                  <a:srgbClr val="FF0000"/>
                </a:solidFill>
              </a:rPr>
              <a:t>Incorrect!</a:t>
            </a:r>
          </a:p>
        </p:txBody>
      </p:sp>
    </p:spTree>
    <p:extLst>
      <p:ext uri="{BB962C8B-B14F-4D97-AF65-F5344CB8AC3E}">
        <p14:creationId xmlns:p14="http://schemas.microsoft.com/office/powerpoint/2010/main" val="3453523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483" y="134008"/>
            <a:ext cx="7053542" cy="683886"/>
          </a:xfrm>
        </p:spPr>
        <p:txBody>
          <a:bodyPr/>
          <a:lstStyle/>
          <a:p>
            <a:r>
              <a:rPr lang="en-US" dirty="0"/>
              <a:t>Find Maximum Function(Correct)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483" y="817895"/>
            <a:ext cx="8999517" cy="489710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Here's the correct implementation of maximum. </a:t>
            </a:r>
            <a:r>
              <a:rPr lang="en-US" dirty="0"/>
              <a:t>The minimum function is similar.</a:t>
            </a: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34A327"/>
                </a:solidFill>
                <a:latin typeface="Inconsolata" panose="020B0609030003000000" pitchFamily="49" charset="77"/>
              </a:rPr>
              <a:t>def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3C9FF2"/>
                </a:solidFill>
                <a:latin typeface="Inconsolata" panose="020B0609030003000000" pitchFamily="49" charset="77"/>
              </a:rPr>
              <a:t>maximum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(</a:t>
            </a:r>
            <a:r>
              <a:rPr lang="en-US" b="1" dirty="0" err="1">
                <a:solidFill>
                  <a:srgbClr val="000000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0000"/>
                </a:solidFill>
                <a:latin typeface="Inconsolata" panose="020B0609030003000000" pitchFamily="49" charset="77"/>
              </a:rPr>
              <a:t>): </a:t>
            </a:r>
            <a:endParaRPr lang="en-US" b="1" dirty="0">
              <a:solidFill>
                <a:srgbClr val="34A32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34A327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 err="1">
                <a:solidFill>
                  <a:srgbClr val="FF0000"/>
                </a:solidFill>
                <a:latin typeface="Inconsolata" panose="020B0609030003000000" pitchFamily="49" charset="77"/>
              </a:rPr>
              <a:t>current_max</a:t>
            </a:r>
            <a:r>
              <a:rPr lang="en-US" b="1" dirty="0">
                <a:solidFill>
                  <a:srgbClr val="FF0000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 err="1">
                <a:solidFill>
                  <a:srgbClr val="006699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[0]	# the first value is maximum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for 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x </a:t>
            </a:r>
            <a:r>
              <a:rPr lang="en-US" b="1" dirty="0">
                <a:latin typeface="Inconsolata" panose="020B0609030003000000" pitchFamily="49" charset="77"/>
              </a:rPr>
              <a:t>in </a:t>
            </a:r>
            <a:r>
              <a:rPr lang="en-US" b="1" dirty="0" err="1">
                <a:latin typeface="Inconsolata" panose="020B0609030003000000" pitchFamily="49" charset="77"/>
              </a:rPr>
              <a:t>nums</a:t>
            </a:r>
            <a:r>
              <a:rPr lang="en-US" b="1" dirty="0">
                <a:latin typeface="Inconsolata" panose="020B0609030003000000" pitchFamily="49" charset="77"/>
              </a:rPr>
              <a:t>:			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# until a bigger value shows up</a:t>
            </a:r>
            <a:br>
              <a:rPr lang="en-US" b="1" dirty="0">
                <a:latin typeface="Inconsolata" panose="020B0609030003000000" pitchFamily="49" charset="77"/>
              </a:rPr>
            </a:b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	if x &gt; </a:t>
            </a:r>
            <a:r>
              <a:rPr lang="en-US" b="1" dirty="0" err="1">
                <a:solidFill>
                  <a:srgbClr val="FF0000"/>
                </a:solidFill>
                <a:latin typeface="Inconsolata" panose="020B0609030003000000" pitchFamily="49" charset="77"/>
              </a:rPr>
              <a:t>current_max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: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		</a:t>
            </a:r>
            <a:r>
              <a:rPr lang="en-US" b="1" dirty="0" err="1">
                <a:solidFill>
                  <a:srgbClr val="FF0000"/>
                </a:solidFill>
                <a:latin typeface="Inconsolata" panose="020B0609030003000000" pitchFamily="49" charset="77"/>
              </a:rPr>
              <a:t>current_max</a:t>
            </a:r>
            <a:r>
              <a:rPr lang="en-US" b="1" dirty="0">
                <a:solidFill>
                  <a:srgbClr val="FF0000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= x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6699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latin typeface="Inconsolata" panose="020B0609030003000000" pitchFamily="49" charset="77"/>
              </a:rPr>
              <a:t>return </a:t>
            </a:r>
            <a:r>
              <a:rPr lang="en-US" b="1" dirty="0" err="1">
                <a:solidFill>
                  <a:srgbClr val="FF0000"/>
                </a:solidFill>
                <a:latin typeface="Inconsolata" panose="020B0609030003000000" pitchFamily="49" charset="77"/>
              </a:rPr>
              <a:t>current_max</a:t>
            </a:r>
            <a:endParaRPr lang="en-US" b="1" dirty="0">
              <a:solidFill>
                <a:srgbClr val="FF0000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lst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5, 12, 3, 4, 11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a = maximum(</a:t>
            </a:r>
            <a:r>
              <a:rPr lang="en-US" b="1" dirty="0" err="1">
                <a:latin typeface="INCONSOLATA" panose="020B0609030003000000" pitchFamily="49" charset="77"/>
              </a:rPr>
              <a:t>lst</a:t>
            </a:r>
            <a:r>
              <a:rPr lang="en-US" b="1" dirty="0">
                <a:latin typeface="INCONSOLATA" panose="020B0609030003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print(a)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12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	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3572F7-329A-B64C-A7A6-F00AEE4E9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5571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055" y="123497"/>
            <a:ext cx="7053542" cy="683886"/>
          </a:xfrm>
        </p:spPr>
        <p:txBody>
          <a:bodyPr/>
          <a:lstStyle/>
          <a:p>
            <a:r>
              <a:rPr lang="en-US" dirty="0"/>
              <a:t>Functions on Strings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056" y="807383"/>
            <a:ext cx="8329518" cy="47841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Functions we discussed so far are isolated, independent entities. Sometimes functions are associated with some object and operates on the data of that object.  In this context, functions are called </a:t>
            </a:r>
            <a:r>
              <a:rPr lang="en-US" b="1" dirty="0"/>
              <a:t>methods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Strings is an example of a type of objects which contains methods. These methods can be accessed through the </a:t>
            </a:r>
            <a:r>
              <a:rPr lang="en-US" b="1" dirty="0"/>
              <a:t>dot notation </a:t>
            </a:r>
            <a:r>
              <a:rPr lang="en-US" dirty="0"/>
              <a:t>applied to a string variable or literal.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1F30250-355C-0CB0-3F56-19C16156370E}"/>
              </a:ext>
            </a:extLst>
          </p:cNvPr>
          <p:cNvGraphicFramePr>
            <a:graphicFrameLocks noGrp="1"/>
          </p:cNvGraphicFramePr>
          <p:nvPr/>
        </p:nvGraphicFramePr>
        <p:xfrm>
          <a:off x="269302" y="3425474"/>
          <a:ext cx="8203026" cy="1402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60930">
                  <a:extLst>
                    <a:ext uri="{9D8B030D-6E8A-4147-A177-3AD203B41FA5}">
                      <a16:colId xmlns:a16="http://schemas.microsoft.com/office/drawing/2014/main" val="1372689344"/>
                    </a:ext>
                  </a:extLst>
                </a:gridCol>
                <a:gridCol w="5742096">
                  <a:extLst>
                    <a:ext uri="{9D8B030D-6E8A-4147-A177-3AD203B41FA5}">
                      <a16:colId xmlns:a16="http://schemas.microsoft.com/office/drawing/2014/main" val="25896437"/>
                    </a:ext>
                  </a:extLst>
                </a:gridCol>
              </a:tblGrid>
              <a:tr h="633198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find(value)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returns the lowest index of a substring value in a string. If substring is not found, returns -1.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364839"/>
                  </a:ext>
                </a:extLst>
              </a:tr>
              <a:tr h="633198"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upper() and lower()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returns a copy of the string capitalizing(or lower casing) all characters in the  string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8881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110802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630" y="123497"/>
            <a:ext cx="7053542" cy="683886"/>
          </a:xfrm>
        </p:spPr>
        <p:txBody>
          <a:bodyPr/>
          <a:lstStyle/>
          <a:p>
            <a:r>
              <a:rPr lang="en-US" dirty="0"/>
              <a:t>String Methods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377" y="807382"/>
            <a:ext cx="8687333" cy="4907617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s = "Hi, Mike!"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index =</a:t>
            </a:r>
            <a:r>
              <a:rPr lang="en-US" b="1" dirty="0">
                <a:latin typeface="Inconsolata" panose="020B0609030003000000" pitchFamily="49" charset="77"/>
              </a:rPr>
              <a:t> </a:t>
            </a:r>
            <a:r>
              <a:rPr lang="en-US" b="1" dirty="0" err="1">
                <a:latin typeface="Inconsolata" panose="020B0609030003000000" pitchFamily="49" charset="77"/>
              </a:rPr>
              <a:t>s.find</a:t>
            </a:r>
            <a:r>
              <a:rPr lang="en-US" b="1" dirty="0">
                <a:latin typeface="Inconsolata" panose="020B0609030003000000" pitchFamily="49" charset="77"/>
              </a:rPr>
              <a:t>("Hi")</a:t>
            </a:r>
            <a:endParaRPr lang="en-US" b="1" i="1" dirty="0">
              <a:solidFill>
                <a:srgbClr val="33566B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print(index)  	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0, first letter’s index is 0.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s.find</a:t>
            </a:r>
            <a:r>
              <a:rPr lang="en-US" b="1" dirty="0">
                <a:latin typeface="Inconsolata" panose="020B0609030003000000" pitchFamily="49" charset="77"/>
              </a:rPr>
              <a:t>(" "))	 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3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s.find</a:t>
            </a:r>
            <a:r>
              <a:rPr lang="en-US" b="1" dirty="0">
                <a:latin typeface="Inconsolata" panose="020B0609030003000000" pitchFamily="49" charset="77"/>
              </a:rPr>
              <a:t>("Mike"))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4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index2 = </a:t>
            </a:r>
            <a:r>
              <a:rPr lang="en-US" b="1" dirty="0" err="1">
                <a:latin typeface="Inconsolata" panose="020B0609030003000000" pitchFamily="49" charset="77"/>
              </a:rPr>
              <a:t>s.find</a:t>
            </a:r>
            <a:r>
              <a:rPr lang="en-US" b="1" dirty="0">
                <a:latin typeface="Inconsolata" panose="020B0609030003000000" pitchFamily="49" charset="77"/>
              </a:rPr>
              <a:t>("mike") 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-1, not found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b = "python"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b.upper</a:t>
            </a:r>
            <a:r>
              <a:rPr lang="en-US" b="1" dirty="0">
                <a:latin typeface="Inconsolata" panose="020B0609030003000000" pitchFamily="49" charset="77"/>
              </a:rPr>
              <a:t>())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PYTHON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print("</a:t>
            </a:r>
            <a:r>
              <a:rPr lang="en-US" b="1" dirty="0" err="1">
                <a:latin typeface="Inconsolata" panose="020B0609030003000000" pitchFamily="49" charset="77"/>
              </a:rPr>
              <a:t>JAVA".lower</a:t>
            </a:r>
            <a:r>
              <a:rPr lang="en-US" b="1" dirty="0">
                <a:latin typeface="Inconsolata" panose="020B0609030003000000" pitchFamily="49" charset="77"/>
              </a:rPr>
              <a:t>())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java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1297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630" y="123497"/>
            <a:ext cx="7053542" cy="683886"/>
          </a:xfrm>
        </p:spPr>
        <p:txBody>
          <a:bodyPr/>
          <a:lstStyle/>
          <a:p>
            <a:r>
              <a:rPr lang="en-US" dirty="0"/>
              <a:t>String Methods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977" y="807383"/>
            <a:ext cx="8745393" cy="47841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Note that upper(), lower() do not modify the original string but rather returns a new copy of the string. 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s = "HI MIKE"</a:t>
            </a:r>
          </a:p>
          <a:p>
            <a:pPr marL="0" indent="0">
              <a:buNone/>
            </a:pPr>
            <a:r>
              <a:rPr lang="en-US" b="1" dirty="0" err="1">
                <a:latin typeface="Inconsolata" panose="020B0609030003000000" pitchFamily="49" charset="77"/>
              </a:rPr>
              <a:t>s.lower</a:t>
            </a:r>
            <a:r>
              <a:rPr lang="en-US" b="1" dirty="0">
                <a:latin typeface="Inconsolata" panose="020B0609030003000000" pitchFamily="49" charset="77"/>
              </a:rPr>
              <a:t>()		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returned value "hi mike" is lost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print(s)		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HI MIKE (s is unchanged)</a:t>
            </a:r>
          </a:p>
          <a:p>
            <a:pPr marL="0" indent="0">
              <a:buNone/>
            </a:pPr>
            <a:endParaRPr lang="en-US" b="1" dirty="0">
              <a:solidFill>
                <a:srgbClr val="FF0000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  <a:latin typeface="Inconsolata" panose="020B0609030003000000" pitchFamily="49" charset="77"/>
              </a:rPr>
              <a:t>s = </a:t>
            </a:r>
            <a:r>
              <a:rPr lang="en-US" b="1" dirty="0" err="1">
                <a:solidFill>
                  <a:srgbClr val="FF0000"/>
                </a:solidFill>
                <a:latin typeface="Inconsolata" panose="020B0609030003000000" pitchFamily="49" charset="77"/>
              </a:rPr>
              <a:t>s.lower</a:t>
            </a:r>
            <a:r>
              <a:rPr lang="en-US" b="1" dirty="0">
                <a:solidFill>
                  <a:srgbClr val="FF0000"/>
                </a:solidFill>
                <a:latin typeface="Inconsolata" panose="020B0609030003000000" pitchFamily="49" charset="77"/>
              </a:rPr>
              <a:t>()</a:t>
            </a:r>
            <a:r>
              <a:rPr lang="en-US" b="1" dirty="0">
                <a:latin typeface="Inconsolata" panose="020B0609030003000000" pitchFamily="49" charset="77"/>
              </a:rPr>
              <a:t>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store </a:t>
            </a:r>
            <a:r>
              <a:rPr lang="en-US" b="1">
                <a:solidFill>
                  <a:schemeClr val="accent1"/>
                </a:solidFill>
                <a:latin typeface="Inconsolata" panose="020B0609030003000000" pitchFamily="49" charset="77"/>
              </a:rPr>
              <a:t>the modified, 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returned string back in s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print(s)	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hi mike</a:t>
            </a:r>
          </a:p>
          <a:p>
            <a:pPr marL="0" indent="0">
              <a:buNone/>
            </a:pP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chemeClr val="accent1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582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4481" y="123497"/>
            <a:ext cx="7053542" cy="683886"/>
          </a:xfrm>
        </p:spPr>
        <p:txBody>
          <a:bodyPr/>
          <a:lstStyle/>
          <a:p>
            <a:r>
              <a:rPr lang="en-US" dirty="0"/>
              <a:t>f-Strings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480" y="807383"/>
            <a:ext cx="8836503" cy="47841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f-Strings is the new way to format strings in Python. (v 3.6)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Also called “formatted string literals,” f-strings are string literals that have an f at the beginning and curly braces containing expressions that will be replaced with their values.</a:t>
            </a:r>
            <a:endParaRPr lang="en-US" sz="1900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name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“Mike” 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gpa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3.2 	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f_str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“I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 am {name} with a {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gpa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} 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gpa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.” 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f_str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)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print("I am " + name + " with a " + str(gpa) " gpa.”)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Output: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I am Mike with a 3.2 </a:t>
            </a:r>
            <a:r>
              <a:rPr lang="en-US" b="1" dirty="0" err="1">
                <a:latin typeface="Inconsolata" panose="020B0609030003000000" pitchFamily="49" charset="77"/>
              </a:rPr>
              <a:t>gpa</a:t>
            </a:r>
            <a:r>
              <a:rPr lang="en-US" b="1" dirty="0">
                <a:latin typeface="Inconsolata" panose="020B0609030003000000" pitchFamily="49" charset="77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I am Mike with a 3.2 </a:t>
            </a:r>
            <a:r>
              <a:rPr lang="en-US" b="1" dirty="0" err="1">
                <a:latin typeface="Inconsolata" panose="020B0609030003000000" pitchFamily="49" charset="77"/>
              </a:rPr>
              <a:t>gpa</a:t>
            </a:r>
            <a:r>
              <a:rPr lang="en-US" b="1" dirty="0">
                <a:latin typeface="Inconsolata" panose="020B0609030003000000" pitchFamily="49" charset="77"/>
              </a:rPr>
              <a:t>.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847072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056" y="223959"/>
            <a:ext cx="7053542" cy="683886"/>
          </a:xfrm>
        </p:spPr>
        <p:txBody>
          <a:bodyPr/>
          <a:lstStyle/>
          <a:p>
            <a:r>
              <a:rPr lang="en-US" dirty="0"/>
              <a:t>f-Strings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056" y="907845"/>
            <a:ext cx="8731887" cy="458319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An f-string is special because it permits us to write Python code </a:t>
            </a:r>
            <a:r>
              <a:rPr lang="en-US" i="1" dirty="0"/>
              <a:t>within</a:t>
            </a:r>
            <a:r>
              <a:rPr lang="en-US" dirty="0"/>
              <a:t> a string; any expression within curly brackets, {}, will be executed as Python code, and the resulting value will be converted to a string and inserted into the f-string at that position.</a:t>
            </a:r>
          </a:p>
          <a:p>
            <a:pPr marL="0" indent="0">
              <a:buNone/>
            </a:pPr>
            <a:endParaRPr lang="en-US" dirty="0">
              <a:latin typeface="Gill Sans MT" panose="020B0502020104020203" pitchFamily="34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grade1 = 1.5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grade2 = 2.5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ave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“average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 is {(grade1+grade2)/2}”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ave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)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average is 2.0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This is equivalent but it is preferable to use an f-string.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000087"/>
                </a:solidFill>
                <a:latin typeface="Inconsolata" panose="020B0609030003000000" pitchFamily="49" charset="77"/>
              </a:rPr>
              <a:t>average = </a:t>
            </a:r>
            <a:r>
              <a:rPr lang="en-US" sz="2000" b="1" dirty="0">
                <a:solidFill>
                  <a:srgbClr val="CC3300"/>
                </a:solidFill>
                <a:latin typeface="Inconsolata" panose="020B0609030003000000" pitchFamily="49" charset="77"/>
              </a:rPr>
              <a:t>“average is " + </a:t>
            </a:r>
            <a:r>
              <a:rPr lang="en-US" sz="2000" b="1" dirty="0">
                <a:latin typeface="Inconsolata" panose="020B0609030003000000" pitchFamily="49" charset="77"/>
              </a:rPr>
              <a:t>str((grade1+grade2)/2) 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013144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630" y="270258"/>
            <a:ext cx="7053542" cy="683886"/>
          </a:xfrm>
        </p:spPr>
        <p:txBody>
          <a:bodyPr/>
          <a:lstStyle/>
          <a:p>
            <a:r>
              <a:rPr lang="en-US" dirty="0"/>
              <a:t>Slicing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630" y="954144"/>
            <a:ext cx="8317943" cy="4637359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Slicing is extracting a portion of a list or string. This is similar to the SUBSTRING function we see on the AP Exam questions. We can slice a list or string by specifying a start-index and stop-index, and the result is a subsequence of the items contained within the slice.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Slicing can be done using the syntax: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 algn="ctr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my_list[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start:stop:step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where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start: index of beginning of the slice(included), default is 0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stop:  index of the end of the slice(excluded), default is length of the list</a:t>
            </a:r>
          </a:p>
          <a:p>
            <a:pPr marL="0" indent="0">
              <a:buNone/>
            </a:pPr>
            <a:r>
              <a:rPr lang="en-US" dirty="0">
                <a:latin typeface="Gill Sans MT" panose="020B0502020104020203" pitchFamily="34" charset="77"/>
              </a:rPr>
              <a:t>step: increment size at each step, default is 1.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893804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788" y="112801"/>
            <a:ext cx="7053542" cy="683886"/>
          </a:xfrm>
        </p:spPr>
        <p:txBody>
          <a:bodyPr/>
          <a:lstStyle/>
          <a:p>
            <a:r>
              <a:rPr lang="en-US" dirty="0"/>
              <a:t>List Slicing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1284" y="796687"/>
            <a:ext cx="8344289" cy="4715350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L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10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-2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6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]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b="1" dirty="0">
                <a:latin typeface="Inconsolata" panose="020B0609030003000000" pitchFamily="49" charset="77"/>
              </a:rPr>
              <a:t>]) </a:t>
            </a:r>
            <a:r>
              <a:rPr lang="en-US" b="1" dirty="0">
                <a:solidFill>
                  <a:srgbClr val="33566B"/>
                </a:solidFill>
                <a:latin typeface="Inconsolata" panose="020B0609030003000000" pitchFamily="49" charset="77"/>
              </a:rPr>
              <a:t>		# </a:t>
            </a:r>
            <a:r>
              <a:rPr lang="en-US" b="1" dirty="0">
                <a:latin typeface="Inconsolata" panose="020B0609030003000000" pitchFamily="49" charset="77"/>
              </a:rPr>
              <a:t>[-2, 1]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b="1" dirty="0">
                <a:latin typeface="Inconsolata" panose="020B0609030003000000" pitchFamily="49" charset="77"/>
              </a:rPr>
              <a:t>[: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b="1" dirty="0">
                <a:latin typeface="Inconsolata" panose="020B0609030003000000" pitchFamily="49" charset="77"/>
              </a:rPr>
              <a:t>]) </a:t>
            </a:r>
            <a:r>
              <a:rPr lang="en-US" b="1" dirty="0">
                <a:solidFill>
                  <a:srgbClr val="33566B"/>
                </a:solidFill>
                <a:latin typeface="Inconsolata" panose="020B0609030003000000" pitchFamily="49" charset="77"/>
              </a:rPr>
              <a:t>		# </a:t>
            </a:r>
            <a:r>
              <a:rPr lang="en-US" b="1" dirty="0">
                <a:latin typeface="Inconsolata" panose="020B0609030003000000" pitchFamily="49" charset="77"/>
              </a:rPr>
              <a:t>[10, -2, 1]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b="1" dirty="0">
                <a:latin typeface="Inconsolata" panose="020B0609030003000000" pitchFamily="49" charset="77"/>
              </a:rPr>
              <a:t>:]) </a:t>
            </a:r>
            <a:r>
              <a:rPr lang="en-US" b="1" dirty="0">
                <a:solidFill>
                  <a:srgbClr val="33566B"/>
                </a:solidFill>
                <a:latin typeface="Inconsolata" panose="020B0609030003000000" pitchFamily="49" charset="77"/>
              </a:rPr>
              <a:t>		# </a:t>
            </a:r>
            <a:r>
              <a:rPr lang="en-US" b="1" dirty="0">
                <a:latin typeface="Inconsolata" panose="020B0609030003000000" pitchFamily="49" charset="77"/>
              </a:rPr>
              <a:t>[-2, 1, 6, 2]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0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4</a:t>
            </a:r>
            <a:r>
              <a:rPr lang="en-US" b="1" dirty="0">
                <a:latin typeface="Inconsolata" panose="020B0609030003000000" pitchFamily="49" charset="77"/>
              </a:rPr>
              <a:t>: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2</a:t>
            </a:r>
            <a:r>
              <a:rPr lang="en-US" b="1" dirty="0">
                <a:latin typeface="Inconsolata" panose="020B0609030003000000" pitchFamily="49" charset="77"/>
              </a:rPr>
              <a:t>]) </a:t>
            </a:r>
            <a:r>
              <a:rPr lang="en-US" b="1" dirty="0">
                <a:solidFill>
                  <a:srgbClr val="33566B"/>
                </a:solidFill>
                <a:latin typeface="Inconsolata" panose="020B0609030003000000" pitchFamily="49" charset="77"/>
              </a:rPr>
              <a:t>	# </a:t>
            </a:r>
            <a:r>
              <a:rPr lang="en-US" b="1" dirty="0">
                <a:latin typeface="Inconsolata" panose="020B0609030003000000" pitchFamily="49" charset="77"/>
              </a:rPr>
              <a:t>[10, 1]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b="1" dirty="0">
                <a:latin typeface="Inconsolata" panose="020B0609030003000000" pitchFamily="49" charset="77"/>
              </a:rPr>
              <a:t>[:]) </a:t>
            </a:r>
            <a:r>
              <a:rPr lang="en-US" b="1" dirty="0">
                <a:solidFill>
                  <a:srgbClr val="33566B"/>
                </a:solidFill>
                <a:latin typeface="Inconsolata" panose="020B0609030003000000" pitchFamily="49" charset="77"/>
              </a:rPr>
              <a:t>		# </a:t>
            </a:r>
            <a:r>
              <a:rPr lang="en-US" b="1" dirty="0">
                <a:latin typeface="Inconsolata" panose="020B0609030003000000" pitchFamily="49" charset="77"/>
              </a:rPr>
              <a:t>[10, -2, 1, 6, 2]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</a:t>
            </a:r>
            <a:r>
              <a:rPr lang="en-US" b="1" dirty="0">
                <a:latin typeface="Inconsolata" panose="020B0609030003000000" pitchFamily="49" charset="77"/>
              </a:rPr>
              <a:t>[::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-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1</a:t>
            </a:r>
            <a:r>
              <a:rPr lang="en-US" b="1" dirty="0">
                <a:latin typeface="Inconsolata" panose="020B0609030003000000" pitchFamily="49" charset="77"/>
              </a:rPr>
              <a:t>]) </a:t>
            </a:r>
            <a:r>
              <a:rPr lang="en-US" b="1" dirty="0">
                <a:solidFill>
                  <a:srgbClr val="33566B"/>
                </a:solidFill>
                <a:latin typeface="Inconsolata" panose="020B0609030003000000" pitchFamily="49" charset="77"/>
              </a:rPr>
              <a:t>		# </a:t>
            </a:r>
            <a:r>
              <a:rPr lang="en-US" b="1" dirty="0">
                <a:latin typeface="Inconsolata" panose="020B0609030003000000" pitchFamily="49" charset="77"/>
              </a:rPr>
              <a:t>[2, 6, 1, -2, 10] </a:t>
            </a: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E9F05-B64E-E749-8B7B-230BB7FDAB0C}"/>
              </a:ext>
            </a:extLst>
          </p:cNvPr>
          <p:cNvSpPr txBox="1"/>
          <p:nvPr/>
        </p:nvSpPr>
        <p:spPr>
          <a:xfrm>
            <a:off x="8767985" y="2076628"/>
            <a:ext cx="184731" cy="3084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800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6172" y="123497"/>
            <a:ext cx="7053542" cy="683886"/>
          </a:xfrm>
        </p:spPr>
        <p:txBody>
          <a:bodyPr/>
          <a:lstStyle/>
          <a:p>
            <a:r>
              <a:rPr lang="en-US" dirty="0"/>
              <a:t>String Slicing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172" y="807383"/>
            <a:ext cx="8814264" cy="47841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language = </a:t>
            </a:r>
            <a:r>
              <a:rPr lang="en-US" sz="2000" dirty="0">
                <a:solidFill>
                  <a:srgbClr val="CC3300"/>
                </a:solidFill>
                <a:latin typeface="UbuntuMono"/>
              </a:rPr>
              <a:t>"python" 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0:4</a:t>
            </a:r>
            <a:r>
              <a:rPr lang="en-US" sz="1900" b="1" dirty="0">
                <a:latin typeface="Inconsolata" panose="020B0609030003000000" pitchFamily="49" charset="77"/>
              </a:rPr>
              <a:t>]) 	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</a:t>
            </a:r>
            <a:r>
              <a:rPr lang="en-US" sz="1900" b="1" i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pyth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				# 0 up to but not including index 4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:4</a:t>
            </a:r>
            <a:r>
              <a:rPr lang="en-US" sz="1900" b="1" dirty="0">
                <a:latin typeface="Inconsolata" panose="020B0609030003000000" pitchFamily="49" charset="77"/>
              </a:rPr>
              <a:t>]) 	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</a:t>
            </a:r>
            <a:r>
              <a:rPr lang="en-US" sz="1900" b="1" i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pyth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, default start index at 0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4:</a:t>
            </a:r>
            <a:r>
              <a:rPr lang="en-US" sz="1900" b="1" dirty="0">
                <a:latin typeface="Inconsolata" panose="020B0609030003000000" pitchFamily="49" charset="77"/>
              </a:rPr>
              <a:t>]) 	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on, default end index is length of string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:</a:t>
            </a:r>
            <a:r>
              <a:rPr lang="en-US" sz="1900" b="1" dirty="0">
                <a:latin typeface="Inconsolata" panose="020B0609030003000000" pitchFamily="49" charset="77"/>
              </a:rPr>
              <a:t>]) 	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python, 0 to end of string</a:t>
            </a: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0:5:2</a:t>
            </a:r>
            <a:r>
              <a:rPr lang="en-US" sz="1900" b="1" dirty="0">
                <a:latin typeface="Inconsolata" panose="020B0609030003000000" pitchFamily="49" charset="77"/>
              </a:rPr>
              <a:t>]) 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</a:t>
            </a:r>
            <a:r>
              <a:rPr lang="en-US" sz="1900" b="1" i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pto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, step size of 2</a:t>
            </a:r>
          </a:p>
          <a:p>
            <a:pPr marL="0" indent="0">
              <a:buNone/>
            </a:pPr>
            <a:r>
              <a:rPr lang="en-US" sz="1900" b="1" dirty="0">
                <a:solidFill>
                  <a:srgbClr val="000087"/>
                </a:solidFill>
                <a:latin typeface="Inconsolata" panose="020B0609030003000000" pitchFamily="49" charset="77"/>
              </a:rPr>
              <a:t>print(language</a:t>
            </a:r>
            <a:r>
              <a:rPr lang="en-US" sz="1900" b="1" dirty="0">
                <a:latin typeface="Inconsolata" panose="020B0609030003000000" pitchFamily="49" charset="77"/>
              </a:rPr>
              <a:t>[</a:t>
            </a:r>
            <a:r>
              <a:rPr lang="en-US" sz="1900" b="1" dirty="0">
                <a:solidFill>
                  <a:srgbClr val="FF6600"/>
                </a:solidFill>
                <a:latin typeface="Inconsolata" panose="020B0609030003000000" pitchFamily="49" charset="77"/>
              </a:rPr>
              <a:t>::-1</a:t>
            </a:r>
            <a:r>
              <a:rPr lang="en-US" sz="1900" b="1" dirty="0">
                <a:latin typeface="Inconsolata" panose="020B0609030003000000" pitchFamily="49" charset="77"/>
              </a:rPr>
              <a:t>])  </a:t>
            </a: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negative step size traverses backwards</a:t>
            </a:r>
          </a:p>
          <a:p>
            <a:pPr marL="0" indent="0">
              <a:buNone/>
            </a:pPr>
            <a:r>
              <a:rPr lang="en-US" sz="1900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				 # </a:t>
            </a:r>
            <a:r>
              <a:rPr lang="en-US" sz="1900" b="1" i="1" dirty="0" err="1">
                <a:solidFill>
                  <a:srgbClr val="33566B"/>
                </a:solidFill>
                <a:latin typeface="Inconsolata" panose="020B0609030003000000" pitchFamily="49" charset="77"/>
              </a:rPr>
              <a:t>nohtyp</a:t>
            </a:r>
            <a:endParaRPr lang="en-US" sz="1900" b="1" i="1" dirty="0">
              <a:solidFill>
                <a:srgbClr val="33566B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sz="1900" b="1" dirty="0">
                <a:latin typeface="Inconsolata" panose="020B0609030003000000" pitchFamily="49" charset="77"/>
              </a:rPr>
              <a:t> </a:t>
            </a: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sz="1900" b="1" dirty="0">
              <a:latin typeface="Inconsolata" panose="020B0609030003000000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451346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0B44D-B662-1B98-A1CB-22BE7EC3D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375" y="113770"/>
            <a:ext cx="7692390" cy="572464"/>
          </a:xfrm>
        </p:spPr>
        <p:txBody>
          <a:bodyPr/>
          <a:lstStyle/>
          <a:p>
            <a:r>
              <a:rPr lang="en-US">
                <a:solidFill>
                  <a:srgbClr val="FF0000"/>
                </a:solidFill>
              </a:rPr>
              <a:t>AP Exam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920B6A-9BCB-5632-1ED8-3B419E5AE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826A9CA-5A35-6321-4C6D-375F074A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-2007866" y="-115264"/>
            <a:ext cx="11151866" cy="5724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F02032DC-0733-12B3-65B3-971553A3B0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377" y="1666313"/>
            <a:ext cx="6177716" cy="406933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44DC3B-4EA7-931F-AF1E-FC552BA41E57}"/>
              </a:ext>
            </a:extLst>
          </p:cNvPr>
          <p:cNvSpPr txBox="1"/>
          <p:nvPr/>
        </p:nvSpPr>
        <p:spPr>
          <a:xfrm>
            <a:off x="128578" y="610032"/>
            <a:ext cx="922784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/>
              <a:t>There will be questions on the AP exam which requires students to manipulate strings. </a:t>
            </a:r>
          </a:p>
          <a:p>
            <a:r>
              <a:rPr lang="en-US" sz="2000"/>
              <a:t>The exam will provide an API(application programming interface) for string </a:t>
            </a:r>
          </a:p>
          <a:p>
            <a:r>
              <a:rPr lang="en-US" sz="2000"/>
              <a:t>manipulation.  A sample API below was given in previous exams.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E89041-25CA-7787-DF52-2EA78DEC0912}"/>
              </a:ext>
            </a:extLst>
          </p:cNvPr>
          <p:cNvSpPr txBox="1"/>
          <p:nvPr/>
        </p:nvSpPr>
        <p:spPr>
          <a:xfrm>
            <a:off x="6106748" y="3345253"/>
            <a:ext cx="3048399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rgbClr val="FF0000"/>
                </a:solidFill>
              </a:rPr>
              <a:t>The substring function may</a:t>
            </a:r>
          </a:p>
          <a:p>
            <a:r>
              <a:rPr lang="en-US" sz="2000">
                <a:solidFill>
                  <a:srgbClr val="FF0000"/>
                </a:solidFill>
              </a:rPr>
              <a:t>take on different arguments</a:t>
            </a:r>
          </a:p>
          <a:p>
            <a:r>
              <a:rPr lang="en-US" sz="2000">
                <a:solidFill>
                  <a:srgbClr val="FF0000"/>
                </a:solidFill>
              </a:rPr>
              <a:t>on the exam.  Read</a:t>
            </a:r>
          </a:p>
          <a:p>
            <a:r>
              <a:rPr lang="en-US" sz="2000">
                <a:solidFill>
                  <a:srgbClr val="FF0000"/>
                </a:solidFill>
              </a:rPr>
              <a:t>the API carefully as this </a:t>
            </a:r>
          </a:p>
          <a:p>
            <a:r>
              <a:rPr lang="en-US" sz="2000">
                <a:solidFill>
                  <a:srgbClr val="FF0000"/>
                </a:solidFill>
              </a:rPr>
              <a:t>may vary year to year.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8CE31AB-69C5-D1AF-D8CE-80CD57000B1A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812971" y="3929743"/>
            <a:ext cx="293777" cy="231118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E0C05EE-8880-84D1-113E-9BEC7A34A30D}"/>
              </a:ext>
            </a:extLst>
          </p:cNvPr>
          <p:cNvCxnSpPr>
            <a:cxnSpLocks/>
          </p:cNvCxnSpPr>
          <p:nvPr/>
        </p:nvCxnSpPr>
        <p:spPr>
          <a:xfrm flipH="1">
            <a:off x="5812971" y="4397829"/>
            <a:ext cx="293777" cy="119742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89442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17" y="81732"/>
            <a:ext cx="7053542" cy="683886"/>
          </a:xfrm>
        </p:spPr>
        <p:txBody>
          <a:bodyPr/>
          <a:lstStyle/>
          <a:p>
            <a:r>
              <a:rPr lang="en-US" dirty="0"/>
              <a:t>List Methods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386" y="721339"/>
            <a:ext cx="8950897" cy="4993661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following is a short list of useful list methods. </a:t>
            </a: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7EBABBC-BF53-D54B-B535-A6EEF3CDBA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748494"/>
              </p:ext>
            </p:extLst>
          </p:nvPr>
        </p:nvGraphicFramePr>
        <p:xfrm>
          <a:off x="222250" y="1686884"/>
          <a:ext cx="8293100" cy="333688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487952">
                  <a:extLst>
                    <a:ext uri="{9D8B030D-6E8A-4147-A177-3AD203B41FA5}">
                      <a16:colId xmlns:a16="http://schemas.microsoft.com/office/drawing/2014/main" val="1372689344"/>
                    </a:ext>
                  </a:extLst>
                </a:gridCol>
                <a:gridCol w="5805148">
                  <a:extLst>
                    <a:ext uri="{9D8B030D-6E8A-4147-A177-3AD203B41FA5}">
                      <a16:colId xmlns:a16="http://schemas.microsoft.com/office/drawing/2014/main" val="25896437"/>
                    </a:ext>
                  </a:extLst>
                </a:gridCol>
              </a:tblGrid>
              <a:tr h="593689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append(value)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appends value to the end of the list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4864045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insert(index, value)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inserts value at position given by index, shifts elements to the right.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1287029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pop(index)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removes object at index from list, shifts elements left and returns removed object. Returns last element if index is omitted. The index parameter is optional(default to last element).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7364839"/>
                  </a:ext>
                </a:extLst>
              </a:tr>
              <a:tr h="604520">
                <a:tc>
                  <a:txBody>
                    <a:bodyPr/>
                    <a:lstStyle/>
                    <a:p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split()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splits a string into a list.  A separator can be specified. The default separator is any whitespace. </a:t>
                      </a:r>
                      <a:r>
                        <a:rPr lang="en-US" sz="1800" dirty="0">
                          <a:solidFill>
                            <a:srgbClr val="FF0000"/>
                          </a:solidFill>
                        </a:rPr>
                        <a:t>Note that this is a string method not a list method.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234708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26BCC-B97F-1446-928A-0D2EDB4FE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904444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174" y="151688"/>
            <a:ext cx="7053542" cy="683886"/>
          </a:xfrm>
        </p:spPr>
        <p:txBody>
          <a:bodyPr/>
          <a:lstStyle/>
          <a:p>
            <a:r>
              <a:rPr lang="en-US" dirty="0"/>
              <a:t>List Methods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384" y="835574"/>
            <a:ext cx="8651442" cy="47277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L </a:t>
            </a:r>
            <a:r>
              <a:rPr lang="en-US" b="1" dirty="0">
                <a:solidFill>
                  <a:srgbClr val="545454"/>
                </a:solidFill>
                <a:latin typeface="Inconsolata" panose="020B0609030003000000" pitchFamily="49" charset="77"/>
              </a:rPr>
              <a:t>= </a:t>
            </a:r>
            <a:r>
              <a:rPr lang="en-US" b="1" dirty="0">
                <a:latin typeface="Inconsolata" panose="020B0609030003000000" pitchFamily="49" charset="77"/>
              </a:rPr>
              <a:t>[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3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"hi"</a:t>
            </a:r>
            <a:r>
              <a:rPr lang="en-US" b="1" dirty="0">
                <a:latin typeface="Inconsolata" panose="020B0609030003000000" pitchFamily="49" charset="77"/>
              </a:rPr>
              <a:t>, </a:t>
            </a:r>
            <a:r>
              <a:rPr lang="en-US" b="1" dirty="0">
                <a:solidFill>
                  <a:srgbClr val="FF6600"/>
                </a:solidFill>
                <a:latin typeface="Inconsolata" panose="020B0609030003000000" pitchFamily="49" charset="77"/>
              </a:rPr>
              <a:t>-4, 6</a:t>
            </a:r>
            <a:r>
              <a:rPr lang="en-US" b="1" dirty="0">
                <a:latin typeface="Inconsolata" panose="020B0609030003000000" pitchFamily="49" charset="77"/>
              </a:rPr>
              <a:t>] </a:t>
            </a: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L</a:t>
            </a:r>
            <a:r>
              <a:rPr lang="en-US" b="1" dirty="0" err="1">
                <a:solidFill>
                  <a:srgbClr val="545454"/>
                </a:solidFill>
                <a:latin typeface="Inconsolata" panose="020B0609030003000000" pitchFamily="49" charset="77"/>
              </a:rPr>
              <a:t>.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append</a:t>
            </a:r>
            <a:r>
              <a:rPr lang="en-US" b="1" dirty="0">
                <a:latin typeface="Inconsolata" panose="020B0609030003000000" pitchFamily="49" charset="77"/>
              </a:rPr>
              <a:t>(2) 	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L = [3,"hi",-4, 6, 2]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L.insert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(1, "hello") 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L = [3,"hello","hi",-4, 6, 2]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a =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L</a:t>
            </a:r>
            <a:r>
              <a:rPr lang="en-US" b="1" dirty="0" err="1">
                <a:solidFill>
                  <a:srgbClr val="545454"/>
                </a:solidFill>
                <a:latin typeface="Inconsolata" panose="020B0609030003000000" pitchFamily="49" charset="77"/>
              </a:rPr>
              <a:t>.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pop</a:t>
            </a:r>
            <a:r>
              <a:rPr lang="en-US" b="1" dirty="0">
                <a:latin typeface="Inconsolata" panose="020B0609030003000000" pitchFamily="49" charset="77"/>
              </a:rPr>
              <a:t>(3) 	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L = [3,"hello","hi",6, 2]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print(a) 		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-4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L</a:t>
            </a:r>
            <a:r>
              <a:rPr lang="en-US" b="1" dirty="0" err="1">
                <a:solidFill>
                  <a:srgbClr val="545454"/>
                </a:solidFill>
                <a:latin typeface="Inconsolata" panose="020B0609030003000000" pitchFamily="49" charset="77"/>
              </a:rPr>
              <a:t>.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pop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()</a:t>
            </a:r>
            <a:r>
              <a:rPr lang="en-US" b="1" dirty="0">
                <a:latin typeface="Inconsolata" panose="020B0609030003000000" pitchFamily="49" charset="77"/>
              </a:rPr>
              <a:t> 		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ok to not store popped value</a:t>
            </a:r>
            <a:r>
              <a:rPr lang="en-US" b="1" dirty="0">
                <a:latin typeface="Inconsolata" panose="020B0609030003000000" pitchFamily="49" charset="77"/>
              </a:rPr>
              <a:t>	</a:t>
            </a: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print(L)				</a:t>
            </a:r>
            <a:r>
              <a:rPr lang="en-US" b="1" i="1" dirty="0">
                <a:solidFill>
                  <a:srgbClr val="33566B"/>
                </a:solidFill>
                <a:latin typeface="Inconsolata" panose="020B0609030003000000" pitchFamily="49" charset="77"/>
              </a:rPr>
              <a:t># [3,"hello","hi",6]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B872CB-9045-CB4E-845B-0669530DF0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458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92" y="134218"/>
            <a:ext cx="7053542" cy="683886"/>
          </a:xfrm>
        </p:spPr>
        <p:txBody>
          <a:bodyPr/>
          <a:lstStyle/>
          <a:p>
            <a:r>
              <a:rPr lang="en-US" dirty="0"/>
              <a:t>split()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707749"/>
            <a:ext cx="9144000" cy="487303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The split() method splits a string into a list.  A separator can be specified. The default separator is any whitespace.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fruits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"apple mango banana grape" 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fruits_lst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fruits.split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()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list_fruits</a:t>
            </a:r>
            <a:r>
              <a:rPr lang="en-US" b="1" dirty="0">
                <a:latin typeface="INCONSOLATA" panose="020B0609030003000000" pitchFamily="49" charset="77"/>
              </a:rPr>
              <a:t>)	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[‘apple’, ‘mango’, ‘banana’, ‘grape’]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greeting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“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hi,I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 am </a:t>
            </a:r>
            <a:r>
              <a:rPr lang="en-US" b="1" dirty="0" err="1">
                <a:solidFill>
                  <a:srgbClr val="CC3300"/>
                </a:solidFill>
                <a:latin typeface="INCONSOLATA" panose="020B0609030003000000" pitchFamily="49" charset="77"/>
              </a:rPr>
              <a:t>Mike,I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 just graduate.” 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greet_lst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greeting.split</a:t>
            </a:r>
            <a:r>
              <a:rPr lang="en-US" b="1">
                <a:solidFill>
                  <a:srgbClr val="000087"/>
                </a:solidFill>
                <a:latin typeface="INCONSOLATA" panose="020B0609030003000000" pitchFamily="49" charset="77"/>
              </a:rPr>
              <a:t>(",")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greet_lst</a:t>
            </a:r>
            <a:r>
              <a:rPr lang="en-US" b="1" dirty="0">
                <a:latin typeface="INCONSOLATA" panose="020B0609030003000000" pitchFamily="49" charset="77"/>
              </a:rPr>
              <a:t>)    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[‘hi’, ‘I am Mike’, ‘I just graduate.’]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nums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>
                <a:solidFill>
                  <a:srgbClr val="CC3300"/>
                </a:solidFill>
                <a:latin typeface="INCONSOLATA" panose="020B0609030003000000" pitchFamily="49" charset="77"/>
              </a:rPr>
              <a:t>“4 24 12” </a:t>
            </a:r>
            <a:endParaRPr lang="en-US" b="1" dirty="0">
              <a:solidFill>
                <a:srgbClr val="000087"/>
              </a:solidFill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nums_lst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 = </a:t>
            </a:r>
            <a:r>
              <a:rPr lang="en-US" b="1" dirty="0" err="1">
                <a:solidFill>
                  <a:srgbClr val="000087"/>
                </a:solidFill>
                <a:latin typeface="INCONSOLATA" panose="020B0609030003000000" pitchFamily="49" charset="77"/>
              </a:rPr>
              <a:t>nums.split</a:t>
            </a:r>
            <a:r>
              <a:rPr lang="en-US" b="1" dirty="0">
                <a:solidFill>
                  <a:srgbClr val="000087"/>
                </a:solidFill>
                <a:latin typeface="INCONSOLATA" panose="020B0609030003000000" pitchFamily="49" charset="77"/>
              </a:rPr>
              <a:t>()</a:t>
            </a: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r>
              <a:rPr lang="en-US" b="1" dirty="0">
                <a:latin typeface="INCONSOLATA" panose="020B0609030003000000" pitchFamily="49" charset="77"/>
              </a:rPr>
              <a:t>print(</a:t>
            </a:r>
            <a:r>
              <a:rPr lang="en-US" b="1" dirty="0" err="1">
                <a:latin typeface="INCONSOLATA" panose="020B0609030003000000" pitchFamily="49" charset="77"/>
              </a:rPr>
              <a:t>nums_lst</a:t>
            </a:r>
            <a:r>
              <a:rPr lang="en-US" b="1" dirty="0">
                <a:latin typeface="INCONSOLATA" panose="020B0609030003000000" pitchFamily="49" charset="77"/>
              </a:rPr>
              <a:t>)    </a:t>
            </a:r>
            <a:r>
              <a:rPr lang="en-US" b="1" dirty="0">
                <a:solidFill>
                  <a:schemeClr val="accent1"/>
                </a:solidFill>
                <a:latin typeface="INCONSOLATA" panose="020B0609030003000000" pitchFamily="49" charset="77"/>
              </a:rPr>
              <a:t># [‘4’, ‘24’, ‘12’], these are still strings </a:t>
            </a: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b="1" dirty="0">
              <a:latin typeface="Inconsolata" panose="020B0609030003000000" pitchFamily="49" charset="77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8E48946-B2D8-1D47-AE6B-414BE18F3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1977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091" y="48157"/>
            <a:ext cx="7053542" cy="683886"/>
          </a:xfrm>
        </p:spPr>
        <p:txBody>
          <a:bodyPr/>
          <a:lstStyle/>
          <a:p>
            <a:r>
              <a:rPr lang="en-US" dirty="0"/>
              <a:t>AP Exam: Lists API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6216"/>
            <a:ext cx="9144000" cy="4924566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sz="2000" dirty="0">
              <a:latin typeface="Gill Sans MT" panose="020B0502020104020203" pitchFamily="34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73FC4F-3516-0E4B-BA2F-BDD289A31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F6A7AB-5082-9135-7770-31E9FAC05D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90" y="732043"/>
            <a:ext cx="8471483" cy="4544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68973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091" y="48157"/>
            <a:ext cx="7053542" cy="683886"/>
          </a:xfrm>
        </p:spPr>
        <p:txBody>
          <a:bodyPr/>
          <a:lstStyle/>
          <a:p>
            <a:r>
              <a:rPr lang="en-US" dirty="0"/>
              <a:t>AP Exam: Lists API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6216"/>
            <a:ext cx="9144000" cy="4924566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sz="2000" dirty="0">
              <a:latin typeface="Gill Sans MT" panose="020B0502020104020203" pitchFamily="34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73FC4F-3516-0E4B-BA2F-BDD289A31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5FCEC5-9180-E14E-CEB9-28A39E5E0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91" y="973429"/>
            <a:ext cx="8935476" cy="3906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0932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091" y="48157"/>
            <a:ext cx="7053542" cy="683886"/>
          </a:xfrm>
        </p:spPr>
        <p:txBody>
          <a:bodyPr/>
          <a:lstStyle/>
          <a:p>
            <a:r>
              <a:rPr lang="en-US" dirty="0"/>
              <a:t>AP Exam: Lists API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6216"/>
            <a:ext cx="9144000" cy="4924566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sz="2000" dirty="0">
              <a:latin typeface="Gill Sans MT" panose="020B0502020104020203" pitchFamily="34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73FC4F-3516-0E4B-BA2F-BDD289A31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A4B0978-4B51-ADA8-E558-73D64272B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90" y="746270"/>
            <a:ext cx="8386259" cy="4582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1608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091" y="48157"/>
            <a:ext cx="7053542" cy="683886"/>
          </a:xfrm>
        </p:spPr>
        <p:txBody>
          <a:bodyPr/>
          <a:lstStyle/>
          <a:p>
            <a:r>
              <a:rPr lang="en-US" dirty="0"/>
              <a:t>AP Exam: Lists API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6216"/>
            <a:ext cx="9144000" cy="4924566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sz="2000" dirty="0">
              <a:latin typeface="Gill Sans MT" panose="020B0502020104020203" pitchFamily="34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F73FC4F-3516-0E4B-BA2F-BDD289A31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583F853-355A-9932-94C8-BF50C6E043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91" y="1753587"/>
            <a:ext cx="8592048" cy="2446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27144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" y="84791"/>
            <a:ext cx="7053542" cy="683886"/>
          </a:xfrm>
        </p:spPr>
        <p:txBody>
          <a:bodyPr/>
          <a:lstStyle/>
          <a:p>
            <a:r>
              <a:rPr lang="en-US" dirty="0"/>
              <a:t>Lab 1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929" y="829637"/>
            <a:ext cx="8360645" cy="488536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Create a new </a:t>
            </a:r>
            <a:r>
              <a:rPr lang="en-US" dirty="0" err="1"/>
              <a:t>repl</a:t>
            </a:r>
            <a:r>
              <a:rPr lang="en-US" dirty="0"/>
              <a:t> on </a:t>
            </a:r>
            <a:r>
              <a:rPr lang="en-US" dirty="0" err="1"/>
              <a:t>repl.it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en-US" dirty="0"/>
          </a:p>
          <a:p>
            <a:pPr marL="457200" indent="-457200">
              <a:buAutoNum type="arabicParenR"/>
            </a:pPr>
            <a:r>
              <a:rPr lang="en-US" b="1" dirty="0">
                <a:latin typeface="Inconsolata" panose="020B0609030003000000" pitchFamily="49" charset="77"/>
              </a:rPr>
              <a:t>Create this list and assign it to a variable [3,41,62,87,101, 88]. Use a for loop to compute the sum. Print out the sum.</a:t>
            </a:r>
          </a:p>
          <a:p>
            <a:pPr marL="457200" indent="-457200">
              <a:buAutoNum type="arabicParenR"/>
            </a:pPr>
            <a:r>
              <a:rPr lang="en-US" b="1" dirty="0">
                <a:latin typeface="Inconsolata" panose="020B0609030003000000" pitchFamily="49" charset="77"/>
              </a:rPr>
              <a:t>Use a for loop to compute the sum of odd numbers from the list above. </a:t>
            </a:r>
          </a:p>
          <a:p>
            <a:pPr marL="457200" indent="-457200">
              <a:buAutoNum type="arabicParenR"/>
            </a:pPr>
            <a:r>
              <a:rPr lang="en-US" b="1" dirty="0">
                <a:latin typeface="Inconsolata" panose="020B0609030003000000" pitchFamily="49" charset="77"/>
              </a:rPr>
              <a:t>Use a for loop to compute the sum of values located at even indices.(Use the </a:t>
            </a:r>
            <a:r>
              <a:rPr lang="en-US" b="1" dirty="0" err="1">
                <a:latin typeface="Inconsolata" panose="020B0609030003000000" pitchFamily="49" charset="77"/>
              </a:rPr>
              <a:t>len</a:t>
            </a:r>
            <a:r>
              <a:rPr lang="en-US" b="1" dirty="0">
                <a:latin typeface="Inconsolata" panose="020B0609030003000000" pitchFamily="49" charset="77"/>
              </a:rPr>
              <a:t>() function).</a:t>
            </a:r>
          </a:p>
          <a:p>
            <a:pPr marL="457200" indent="-457200">
              <a:buAutoNum type="arabicParenR"/>
            </a:pPr>
            <a:endParaRPr lang="en-US" b="1" dirty="0">
              <a:latin typeface="Inconsolata" panose="020B0609030003000000" pitchFamily="49" charset="77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2A38B3-21FF-4A47-8803-168BFAF09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2082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A228F-61D0-D949-A5E7-F83756230B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48" y="467027"/>
            <a:ext cx="7053542" cy="683886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3B2E017-30B2-884B-A113-B419A2ED51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3848" y="1150913"/>
            <a:ext cx="8051725" cy="4440590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457200" indent="-457200">
              <a:buAutoNum type="arabicParenR"/>
            </a:pPr>
            <a:r>
              <a:rPr lang="en-US" dirty="0" err="1"/>
              <a:t>Vanderplas</a:t>
            </a:r>
            <a:r>
              <a:rPr lang="en-US" dirty="0"/>
              <a:t>, Jake,  A Whirlwind Tour of Python, </a:t>
            </a:r>
            <a:r>
              <a:rPr lang="en-US" dirty="0" err="1"/>
              <a:t>O’reilly</a:t>
            </a:r>
            <a:r>
              <a:rPr lang="en-US" dirty="0"/>
              <a:t> Media. </a:t>
            </a:r>
          </a:p>
          <a:p>
            <a:pPr marL="457200" indent="-457200">
              <a:buAutoNum type="arabicParenR"/>
            </a:pPr>
            <a:r>
              <a:rPr lang="en-US" dirty="0"/>
              <a:t>Luciano, </a:t>
            </a:r>
            <a:r>
              <a:rPr lang="en-US" dirty="0" err="1"/>
              <a:t>Ramalho</a:t>
            </a:r>
            <a:r>
              <a:rPr lang="en-US" dirty="0"/>
              <a:t>, Fluent Python, </a:t>
            </a:r>
            <a:r>
              <a:rPr lang="en-US" dirty="0" err="1"/>
              <a:t>O'reilly</a:t>
            </a:r>
            <a:r>
              <a:rPr lang="en-US" dirty="0"/>
              <a:t> Media.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7A3CFA-6396-F949-A695-9BC50BFA0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8711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5296</TotalTime>
  <Words>3266</Words>
  <Application>Microsoft Macintosh PowerPoint</Application>
  <PresentationFormat>On-screen Show (16:10)</PresentationFormat>
  <Paragraphs>504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7" baseType="lpstr">
      <vt:lpstr>Arial</vt:lpstr>
      <vt:lpstr>Calibri</vt:lpstr>
      <vt:lpstr>Gill Sans MT</vt:lpstr>
      <vt:lpstr>Inconsolata</vt:lpstr>
      <vt:lpstr>Inconsolata</vt:lpstr>
      <vt:lpstr>UbuntuMono</vt:lpstr>
      <vt:lpstr>Office Theme</vt:lpstr>
      <vt:lpstr>Introduction to Python</vt:lpstr>
      <vt:lpstr>Topics</vt:lpstr>
      <vt:lpstr>Lists</vt:lpstr>
      <vt:lpstr>Indexing </vt:lpstr>
      <vt:lpstr>Modifying a List</vt:lpstr>
      <vt:lpstr>String Indexing </vt:lpstr>
      <vt:lpstr>String Indexing </vt:lpstr>
      <vt:lpstr>Traversing a list</vt:lpstr>
      <vt:lpstr>Looping Through Each Character by Value</vt:lpstr>
      <vt:lpstr>Looping Through Each Character by Index</vt:lpstr>
      <vt:lpstr>Modifying a list</vt:lpstr>
      <vt:lpstr>Modifying a list</vt:lpstr>
      <vt:lpstr>Creating a list</vt:lpstr>
      <vt:lpstr>Counting Letters(Version 1)</vt:lpstr>
      <vt:lpstr>Counting Letters(Version 2)</vt:lpstr>
      <vt:lpstr>Algorithms to know</vt:lpstr>
      <vt:lpstr>Sum of a list</vt:lpstr>
      <vt:lpstr>Sum Function</vt:lpstr>
      <vt:lpstr>Average Function</vt:lpstr>
      <vt:lpstr>Conditional Summing</vt:lpstr>
      <vt:lpstr>Find Maximum Function</vt:lpstr>
      <vt:lpstr>Find Maximum Function(Correct)</vt:lpstr>
      <vt:lpstr>Functions on Strings</vt:lpstr>
      <vt:lpstr>String Methods</vt:lpstr>
      <vt:lpstr>String Methods</vt:lpstr>
      <vt:lpstr>f-Strings</vt:lpstr>
      <vt:lpstr>f-Strings</vt:lpstr>
      <vt:lpstr>Slicing</vt:lpstr>
      <vt:lpstr>List Slicing</vt:lpstr>
      <vt:lpstr>String Slicing</vt:lpstr>
      <vt:lpstr>AP Exam</vt:lpstr>
      <vt:lpstr>List Methods</vt:lpstr>
      <vt:lpstr>List Methods</vt:lpstr>
      <vt:lpstr>split()</vt:lpstr>
      <vt:lpstr>AP Exam: Lists API</vt:lpstr>
      <vt:lpstr>AP Exam: Lists API</vt:lpstr>
      <vt:lpstr>AP Exam: Lists API</vt:lpstr>
      <vt:lpstr>AP Exam: Lists API</vt:lpstr>
      <vt:lpstr>Lab 1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Coding Games in Python</dc:title>
  <dc:creator>Long B Nguyen</dc:creator>
  <cp:lastModifiedBy>Long B Nguyen</cp:lastModifiedBy>
  <cp:revision>1</cp:revision>
  <cp:lastPrinted>2019-10-10T17:14:34Z</cp:lastPrinted>
  <dcterms:created xsi:type="dcterms:W3CDTF">2019-05-29T16:38:51Z</dcterms:created>
  <dcterms:modified xsi:type="dcterms:W3CDTF">2025-10-23T14:59:54Z</dcterms:modified>
</cp:coreProperties>
</file>