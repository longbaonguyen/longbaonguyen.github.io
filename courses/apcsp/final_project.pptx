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91" r:id="rId1"/>
  </p:sldMasterIdLst>
  <p:notesMasterIdLst>
    <p:notesMasterId r:id="rId5"/>
  </p:notesMasterIdLst>
  <p:sldIdLst>
    <p:sldId id="256" r:id="rId2"/>
    <p:sldId id="569" r:id="rId3"/>
    <p:sldId id="570" r:id="rId4"/>
  </p:sldIdLst>
  <p:sldSz cx="9144000" cy="5715000" type="screen16x10"/>
  <p:notesSz cx="6858000" cy="9144000"/>
  <p:defaultTextStyle>
    <a:defPPr>
      <a:defRPr lang="en-US"/>
    </a:defPPr>
    <a:lvl1pPr marL="0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2AA91D-E624-1F4B-909A-DF8003A26392}" v="16" dt="2025-05-19T11:55:51.3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10"/>
    <p:restoredTop sz="94677"/>
  </p:normalViewPr>
  <p:slideViewPr>
    <p:cSldViewPr snapToGrid="0" snapToObjects="1">
      <p:cViewPr varScale="1">
        <p:scale>
          <a:sx n="121" d="100"/>
          <a:sy n="121" d="100"/>
        </p:scale>
        <p:origin x="2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ng B Nguyen" userId="f59fb8f3-a021-417a-8bc1-65c8d471c621" providerId="ADAL" clId="{0DD70757-F9C8-C84D-8AD6-11F473F39870}"/>
    <pc:docChg chg="custSel addSld delSld modSld">
      <pc:chgData name="Long B Nguyen" userId="f59fb8f3-a021-417a-8bc1-65c8d471c621" providerId="ADAL" clId="{0DD70757-F9C8-C84D-8AD6-11F473F39870}" dt="2021-04-12T13:18:36.349" v="3339"/>
      <pc:docMkLst>
        <pc:docMk/>
      </pc:docMkLst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4247104139" sldId="256"/>
        </pc:sldMkLst>
      </pc:sldChg>
      <pc:sldChg chg="addSp modSp mod">
        <pc:chgData name="Long B Nguyen" userId="f59fb8f3-a021-417a-8bc1-65c8d471c621" providerId="ADAL" clId="{0DD70757-F9C8-C84D-8AD6-11F473F39870}" dt="2021-04-12T13:09:50.831" v="3243"/>
        <pc:sldMkLst>
          <pc:docMk/>
          <pc:sldMk cId="3533528898" sldId="485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3162068906" sldId="527"/>
        </pc:sldMkLst>
      </pc:sldChg>
      <pc:sldChg chg="addSp modSp modNotes">
        <pc:chgData name="Long B Nguyen" userId="f59fb8f3-a021-417a-8bc1-65c8d471c621" providerId="ADAL" clId="{0DD70757-F9C8-C84D-8AD6-11F473F39870}" dt="2021-04-12T13:09:50.831" v="3243"/>
        <pc:sldMkLst>
          <pc:docMk/>
          <pc:sldMk cId="3102825031" sldId="528"/>
        </pc:sldMkLst>
      </pc:sldChg>
      <pc:sldChg chg="addSp modSp modAnim">
        <pc:chgData name="Long B Nguyen" userId="f59fb8f3-a021-417a-8bc1-65c8d471c621" providerId="ADAL" clId="{0DD70757-F9C8-C84D-8AD6-11F473F39870}" dt="2021-04-12T13:17:02.261" v="3324"/>
        <pc:sldMkLst>
          <pc:docMk/>
          <pc:sldMk cId="4057016805" sldId="529"/>
        </pc:sldMkLst>
      </pc:sldChg>
      <pc:sldChg chg="addSp modSp mod">
        <pc:chgData name="Long B Nguyen" userId="f59fb8f3-a021-417a-8bc1-65c8d471c621" providerId="ADAL" clId="{0DD70757-F9C8-C84D-8AD6-11F473F39870}" dt="2021-04-12T13:09:50.831" v="3243"/>
        <pc:sldMkLst>
          <pc:docMk/>
          <pc:sldMk cId="1925924244" sldId="556"/>
        </pc:sldMkLst>
      </pc:sldChg>
      <pc:sldChg chg="addSp modSp del modNotes">
        <pc:chgData name="Long B Nguyen" userId="f59fb8f3-a021-417a-8bc1-65c8d471c621" providerId="ADAL" clId="{0DD70757-F9C8-C84D-8AD6-11F473F39870}" dt="2021-04-12T13:10:53.389" v="3259" actId="2696"/>
        <pc:sldMkLst>
          <pc:docMk/>
          <pc:sldMk cId="1994733491" sldId="557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748879865" sldId="559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3841479407" sldId="560"/>
        </pc:sldMkLst>
      </pc:sldChg>
      <pc:sldChg chg="addSp modSp mod modAnim">
        <pc:chgData name="Long B Nguyen" userId="f59fb8f3-a021-417a-8bc1-65c8d471c621" providerId="ADAL" clId="{0DD70757-F9C8-C84D-8AD6-11F473F39870}" dt="2021-04-12T13:11:41.780" v="3269"/>
        <pc:sldMkLst>
          <pc:docMk/>
          <pc:sldMk cId="558292674" sldId="561"/>
        </pc:sldMkLst>
      </pc:sldChg>
      <pc:sldChg chg="addSp modSp mod">
        <pc:chgData name="Long B Nguyen" userId="f59fb8f3-a021-417a-8bc1-65c8d471c621" providerId="ADAL" clId="{0DD70757-F9C8-C84D-8AD6-11F473F39870}" dt="2021-04-12T13:09:50.831" v="3243"/>
        <pc:sldMkLst>
          <pc:docMk/>
          <pc:sldMk cId="3239512120" sldId="562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62561003" sldId="564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1496186937" sldId="565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1123629102" sldId="566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3949497385" sldId="567"/>
        </pc:sldMkLst>
      </pc:sldChg>
      <pc:sldChg chg="del">
        <pc:chgData name="Long B Nguyen" userId="f59fb8f3-a021-417a-8bc1-65c8d471c621" providerId="ADAL" clId="{0DD70757-F9C8-C84D-8AD6-11F473F39870}" dt="2021-04-12T12:40:04.715" v="1834" actId="2696"/>
        <pc:sldMkLst>
          <pc:docMk/>
          <pc:sldMk cId="2869642700" sldId="568"/>
        </pc:sldMkLst>
      </pc:sldChg>
      <pc:sldChg chg="addSp modSp add">
        <pc:chgData name="Long B Nguyen" userId="f59fb8f3-a021-417a-8bc1-65c8d471c621" providerId="ADAL" clId="{0DD70757-F9C8-C84D-8AD6-11F473F39870}" dt="2021-04-12T13:09:50.831" v="3243"/>
        <pc:sldMkLst>
          <pc:docMk/>
          <pc:sldMk cId="3008892020" sldId="569"/>
        </pc:sldMkLst>
      </pc:sldChg>
      <pc:sldChg chg="del">
        <pc:chgData name="Long B Nguyen" userId="f59fb8f3-a021-417a-8bc1-65c8d471c621" providerId="ADAL" clId="{0DD70757-F9C8-C84D-8AD6-11F473F39870}" dt="2021-04-12T12:40:55.891" v="1836" actId="2696"/>
        <pc:sldMkLst>
          <pc:docMk/>
          <pc:sldMk cId="3333082340" sldId="569"/>
        </pc:sldMkLst>
      </pc:sldChg>
      <pc:sldChg chg="addSp modSp mod modAnim">
        <pc:chgData name="Long B Nguyen" userId="f59fb8f3-a021-417a-8bc1-65c8d471c621" providerId="ADAL" clId="{0DD70757-F9C8-C84D-8AD6-11F473F39870}" dt="2021-04-12T13:11:06.939" v="3261"/>
        <pc:sldMkLst>
          <pc:docMk/>
          <pc:sldMk cId="2526255488" sldId="570"/>
        </pc:sldMkLst>
      </pc:sldChg>
      <pc:sldChg chg="addSp modSp del mod">
        <pc:chgData name="Long B Nguyen" userId="f59fb8f3-a021-417a-8bc1-65c8d471c621" providerId="ADAL" clId="{0DD70757-F9C8-C84D-8AD6-11F473F39870}" dt="2021-04-12T12:41:42.188" v="1840" actId="2696"/>
        <pc:sldMkLst>
          <pc:docMk/>
          <pc:sldMk cId="2952073042" sldId="571"/>
        </pc:sldMkLst>
      </pc:sldChg>
      <pc:sldChg chg="addSp modSp del mod">
        <pc:chgData name="Long B Nguyen" userId="f59fb8f3-a021-417a-8bc1-65c8d471c621" providerId="ADAL" clId="{0DD70757-F9C8-C84D-8AD6-11F473F39870}" dt="2021-04-12T12:41:42.188" v="1840" actId="2696"/>
        <pc:sldMkLst>
          <pc:docMk/>
          <pc:sldMk cId="270817839" sldId="572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4110945301" sldId="574"/>
        </pc:sldMkLst>
      </pc:sldChg>
      <pc:sldChg chg="modSp del mod modAnim">
        <pc:chgData name="Long B Nguyen" userId="f59fb8f3-a021-417a-8bc1-65c8d471c621" providerId="ADAL" clId="{0DD70757-F9C8-C84D-8AD6-11F473F39870}" dt="2021-04-12T12:43:15.056" v="1881" actId="2696"/>
        <pc:sldMkLst>
          <pc:docMk/>
          <pc:sldMk cId="1553353509" sldId="575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2954573052" sldId="576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1547101256" sldId="577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891751900" sldId="579"/>
        </pc:sldMkLst>
      </pc:sldChg>
      <pc:sldChg chg="addSp modSp mod modAnim">
        <pc:chgData name="Long B Nguyen" userId="f59fb8f3-a021-417a-8bc1-65c8d471c621" providerId="ADAL" clId="{0DD70757-F9C8-C84D-8AD6-11F473F39870}" dt="2021-04-12T13:09:50.831" v="3243"/>
        <pc:sldMkLst>
          <pc:docMk/>
          <pc:sldMk cId="2483610180" sldId="580"/>
        </pc:sldMkLst>
      </pc:sldChg>
      <pc:sldChg chg="addSp modSp mod modAnim">
        <pc:chgData name="Long B Nguyen" userId="f59fb8f3-a021-417a-8bc1-65c8d471c621" providerId="ADAL" clId="{0DD70757-F9C8-C84D-8AD6-11F473F39870}" dt="2021-04-12T13:14:50.290" v="3289"/>
        <pc:sldMkLst>
          <pc:docMk/>
          <pc:sldMk cId="830544632" sldId="581"/>
        </pc:sldMkLst>
      </pc:sldChg>
      <pc:sldChg chg="addSp modSp mod modAnim">
        <pc:chgData name="Long B Nguyen" userId="f59fb8f3-a021-417a-8bc1-65c8d471c621" providerId="ADAL" clId="{0DD70757-F9C8-C84D-8AD6-11F473F39870}" dt="2021-04-12T13:18:36.349" v="3339"/>
        <pc:sldMkLst>
          <pc:docMk/>
          <pc:sldMk cId="1603111093" sldId="582"/>
        </pc:sldMkLst>
      </pc:sldChg>
      <pc:sldChg chg="addSp modSp">
        <pc:chgData name="Long B Nguyen" userId="f59fb8f3-a021-417a-8bc1-65c8d471c621" providerId="ADAL" clId="{0DD70757-F9C8-C84D-8AD6-11F473F39870}" dt="2021-04-12T13:09:50.831" v="3243"/>
        <pc:sldMkLst>
          <pc:docMk/>
          <pc:sldMk cId="788052383" sldId="583"/>
        </pc:sldMkLst>
      </pc:sldChg>
      <pc:sldChg chg="addSp modSp new mod">
        <pc:chgData name="Long B Nguyen" userId="f59fb8f3-a021-417a-8bc1-65c8d471c621" providerId="ADAL" clId="{0DD70757-F9C8-C84D-8AD6-11F473F39870}" dt="2021-04-12T13:09:50.831" v="3243"/>
        <pc:sldMkLst>
          <pc:docMk/>
          <pc:sldMk cId="865366439" sldId="584"/>
        </pc:sldMkLst>
      </pc:sldChg>
      <pc:sldChg chg="addSp modSp add mod modAnim">
        <pc:chgData name="Long B Nguyen" userId="f59fb8f3-a021-417a-8bc1-65c8d471c621" providerId="ADAL" clId="{0DD70757-F9C8-C84D-8AD6-11F473F39870}" dt="2021-04-12T13:13:17.128" v="3277"/>
        <pc:sldMkLst>
          <pc:docMk/>
          <pc:sldMk cId="1535655186" sldId="585"/>
        </pc:sldMkLst>
      </pc:sldChg>
      <pc:sldChg chg="addSp modSp add mod modAnim">
        <pc:chgData name="Long B Nguyen" userId="f59fb8f3-a021-417a-8bc1-65c8d471c621" providerId="ADAL" clId="{0DD70757-F9C8-C84D-8AD6-11F473F39870}" dt="2021-04-12T13:14:26.674" v="3285"/>
        <pc:sldMkLst>
          <pc:docMk/>
          <pc:sldMk cId="976775625" sldId="586"/>
        </pc:sldMkLst>
      </pc:sldChg>
      <pc:sldChg chg="addSp delSp modSp new mod modAnim">
        <pc:chgData name="Long B Nguyen" userId="f59fb8f3-a021-417a-8bc1-65c8d471c621" providerId="ADAL" clId="{0DD70757-F9C8-C84D-8AD6-11F473F39870}" dt="2021-04-12T13:14:09.155" v="3282"/>
        <pc:sldMkLst>
          <pc:docMk/>
          <pc:sldMk cId="419832948" sldId="587"/>
        </pc:sldMkLst>
      </pc:sldChg>
      <pc:sldChg chg="addSp modSp add">
        <pc:chgData name="Long B Nguyen" userId="f59fb8f3-a021-417a-8bc1-65c8d471c621" providerId="ADAL" clId="{0DD70757-F9C8-C84D-8AD6-11F473F39870}" dt="2021-04-12T13:09:50.831" v="3243"/>
        <pc:sldMkLst>
          <pc:docMk/>
          <pc:sldMk cId="3142613135" sldId="588"/>
        </pc:sldMkLst>
      </pc:sldChg>
      <pc:sldChg chg="add del">
        <pc:chgData name="Long B Nguyen" userId="f59fb8f3-a021-417a-8bc1-65c8d471c621" providerId="ADAL" clId="{0DD70757-F9C8-C84D-8AD6-11F473F39870}" dt="2021-04-12T12:41:00.308" v="1838" actId="2696"/>
        <pc:sldMkLst>
          <pc:docMk/>
          <pc:sldMk cId="2270508343" sldId="589"/>
        </pc:sldMkLst>
      </pc:sldChg>
      <pc:sldChg chg="addSp modSp add modAnim">
        <pc:chgData name="Long B Nguyen" userId="f59fb8f3-a021-417a-8bc1-65c8d471c621" providerId="ADAL" clId="{0DD70757-F9C8-C84D-8AD6-11F473F39870}" dt="2021-04-12T13:12:13.667" v="3270"/>
        <pc:sldMkLst>
          <pc:docMk/>
          <pc:sldMk cId="2428880685" sldId="589"/>
        </pc:sldMkLst>
      </pc:sldChg>
      <pc:sldChg chg="addSp modSp add">
        <pc:chgData name="Long B Nguyen" userId="f59fb8f3-a021-417a-8bc1-65c8d471c621" providerId="ADAL" clId="{0DD70757-F9C8-C84D-8AD6-11F473F39870}" dt="2021-04-12T13:09:50.831" v="3243"/>
        <pc:sldMkLst>
          <pc:docMk/>
          <pc:sldMk cId="1250769370" sldId="590"/>
        </pc:sldMkLst>
      </pc:sldChg>
      <pc:sldChg chg="addSp modSp add mod modAnim">
        <pc:chgData name="Long B Nguyen" userId="f59fb8f3-a021-417a-8bc1-65c8d471c621" providerId="ADAL" clId="{0DD70757-F9C8-C84D-8AD6-11F473F39870}" dt="2021-04-12T13:09:50.831" v="3243"/>
        <pc:sldMkLst>
          <pc:docMk/>
          <pc:sldMk cId="4161194987" sldId="591"/>
        </pc:sldMkLst>
      </pc:sldChg>
      <pc:sldChg chg="delSp modSp add del modAnim">
        <pc:chgData name="Long B Nguyen" userId="f59fb8f3-a021-417a-8bc1-65c8d471c621" providerId="ADAL" clId="{0DD70757-F9C8-C84D-8AD6-11F473F39870}" dt="2021-04-12T13:04:40.175" v="3015" actId="2696"/>
        <pc:sldMkLst>
          <pc:docMk/>
          <pc:sldMk cId="2967768867" sldId="592"/>
        </pc:sldMkLst>
      </pc:sldChg>
      <pc:sldChg chg="addSp delSp modSp add mod modAnim">
        <pc:chgData name="Long B Nguyen" userId="f59fb8f3-a021-417a-8bc1-65c8d471c621" providerId="ADAL" clId="{0DD70757-F9C8-C84D-8AD6-11F473F39870}" dt="2021-04-12T13:15:48.100" v="3316"/>
        <pc:sldMkLst>
          <pc:docMk/>
          <pc:sldMk cId="3535386674" sldId="593"/>
        </pc:sldMkLst>
      </pc:sldChg>
      <pc:sldChg chg="addSp delSp modSp add mod delAnim modAnim">
        <pc:chgData name="Long B Nguyen" userId="f59fb8f3-a021-417a-8bc1-65c8d471c621" providerId="ADAL" clId="{0DD70757-F9C8-C84D-8AD6-11F473F39870}" dt="2021-04-12T13:18:08.562" v="3332"/>
        <pc:sldMkLst>
          <pc:docMk/>
          <pc:sldMk cId="1476079720" sldId="594"/>
        </pc:sldMkLst>
      </pc:sldChg>
    </pc:docChg>
  </pc:docChgLst>
  <pc:docChgLst>
    <pc:chgData name="Long B Nguyen" userId="f59fb8f3-a021-417a-8bc1-65c8d471c621" providerId="ADAL" clId="{0B27F868-C196-7843-84E7-88CB7F8475BF}"/>
    <pc:docChg chg="delSld modSld">
      <pc:chgData name="Long B Nguyen" userId="f59fb8f3-a021-417a-8bc1-65c8d471c621" providerId="ADAL" clId="{0B27F868-C196-7843-84E7-88CB7F8475BF}" dt="2023-05-09T15:35:27.546" v="138" actId="20577"/>
      <pc:docMkLst>
        <pc:docMk/>
      </pc:docMkLst>
      <pc:sldChg chg="modSp">
        <pc:chgData name="Long B Nguyen" userId="f59fb8f3-a021-417a-8bc1-65c8d471c621" providerId="ADAL" clId="{0B27F868-C196-7843-84E7-88CB7F8475BF}" dt="2023-05-09T15:27:34.459" v="12" actId="20577"/>
        <pc:sldMkLst>
          <pc:docMk/>
          <pc:sldMk cId="0" sldId="569"/>
        </pc:sldMkLst>
      </pc:sldChg>
      <pc:sldChg chg="modSp modAnim">
        <pc:chgData name="Long B Nguyen" userId="f59fb8f3-a021-417a-8bc1-65c8d471c621" providerId="ADAL" clId="{0B27F868-C196-7843-84E7-88CB7F8475BF}" dt="2023-05-09T15:35:27.546" v="138" actId="20577"/>
        <pc:sldMkLst>
          <pc:docMk/>
          <pc:sldMk cId="0" sldId="570"/>
        </pc:sldMkLst>
      </pc:sldChg>
      <pc:sldChg chg="del">
        <pc:chgData name="Long B Nguyen" userId="f59fb8f3-a021-417a-8bc1-65c8d471c621" providerId="ADAL" clId="{0B27F868-C196-7843-84E7-88CB7F8475BF}" dt="2023-05-09T15:28:30.826" v="13" actId="2696"/>
        <pc:sldMkLst>
          <pc:docMk/>
          <pc:sldMk cId="0" sldId="571"/>
        </pc:sldMkLst>
      </pc:sldChg>
    </pc:docChg>
  </pc:docChgLst>
  <pc:docChgLst>
    <pc:chgData name="Long B Nguyen" userId="f59fb8f3-a021-417a-8bc1-65c8d471c621" providerId="ADAL" clId="{6AC26564-89E3-E046-BFB4-F80582D7E17B}"/>
    <pc:docChg chg="custSel addSld delSld modSld">
      <pc:chgData name="Long B Nguyen" userId="f59fb8f3-a021-417a-8bc1-65c8d471c621" providerId="ADAL" clId="{6AC26564-89E3-E046-BFB4-F80582D7E17B}" dt="2020-01-13T13:46:56.810" v="92" actId="2696"/>
      <pc:docMkLst>
        <pc:docMk/>
      </pc:docMkLst>
      <pc:sldChg chg="modSp">
        <pc:chgData name="Long B Nguyen" userId="f59fb8f3-a021-417a-8bc1-65c8d471c621" providerId="ADAL" clId="{6AC26564-89E3-E046-BFB4-F80582D7E17B}" dt="2020-01-13T13:44:20.464" v="85" actId="20577"/>
        <pc:sldMkLst>
          <pc:docMk/>
          <pc:sldMk cId="4247104139" sldId="256"/>
        </pc:sldMkLst>
      </pc:sldChg>
      <pc:sldChg chg="add del">
        <pc:chgData name="Long B Nguyen" userId="f59fb8f3-a021-417a-8bc1-65c8d471c621" providerId="ADAL" clId="{6AC26564-89E3-E046-BFB4-F80582D7E17B}" dt="2020-01-13T13:46:54.924" v="89" actId="2696"/>
        <pc:sldMkLst>
          <pc:docMk/>
          <pc:sldMk cId="2869331202" sldId="257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758448129" sldId="309"/>
        </pc:sldMkLst>
      </pc:sldChg>
      <pc:sldChg chg="modSp add del">
        <pc:chgData name="Long B Nguyen" userId="f59fb8f3-a021-417a-8bc1-65c8d471c621" providerId="ADAL" clId="{6AC26564-89E3-E046-BFB4-F80582D7E17B}" dt="2020-01-13T13:46:55.484" v="90" actId="2696"/>
        <pc:sldMkLst>
          <pc:docMk/>
          <pc:sldMk cId="174202529" sldId="310"/>
        </pc:sldMkLst>
      </pc:sldChg>
      <pc:sldChg chg="add del">
        <pc:chgData name="Long B Nguyen" userId="f59fb8f3-a021-417a-8bc1-65c8d471c621" providerId="ADAL" clId="{6AC26564-89E3-E046-BFB4-F80582D7E17B}" dt="2020-01-13T13:46:56.092" v="91" actId="2696"/>
        <pc:sldMkLst>
          <pc:docMk/>
          <pc:sldMk cId="1098579697" sldId="311"/>
        </pc:sldMkLst>
      </pc:sldChg>
      <pc:sldChg chg="add del">
        <pc:chgData name="Long B Nguyen" userId="f59fb8f3-a021-417a-8bc1-65c8d471c621" providerId="ADAL" clId="{6AC26564-89E3-E046-BFB4-F80582D7E17B}" dt="2020-01-13T13:46:56.810" v="92" actId="2696"/>
        <pc:sldMkLst>
          <pc:docMk/>
          <pc:sldMk cId="585175195" sldId="312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947558204" sldId="313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2054265466" sldId="314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917461937" sldId="315"/>
        </pc:sldMkLst>
      </pc:sldChg>
      <pc:sldChg chg="del">
        <pc:chgData name="Long B Nguyen" userId="f59fb8f3-a021-417a-8bc1-65c8d471c621" providerId="ADAL" clId="{6AC26564-89E3-E046-BFB4-F80582D7E17B}" dt="2020-01-13T13:43:17.195" v="13" actId="2696"/>
        <pc:sldMkLst>
          <pc:docMk/>
          <pc:sldMk cId="1452600724" sldId="316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266234076" sldId="316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2886319738" sldId="317"/>
        </pc:sldMkLst>
      </pc:sldChg>
      <pc:sldChg chg="del">
        <pc:chgData name="Long B Nguyen" userId="f59fb8f3-a021-417a-8bc1-65c8d471c621" providerId="ADAL" clId="{6AC26564-89E3-E046-BFB4-F80582D7E17B}" dt="2020-01-13T13:43:16.993" v="0" actId="2696"/>
        <pc:sldMkLst>
          <pc:docMk/>
          <pc:sldMk cId="924617162" sldId="319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906700287" sldId="319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810541734" sldId="320"/>
        </pc:sldMkLst>
      </pc:sldChg>
      <pc:sldChg chg="del">
        <pc:chgData name="Long B Nguyen" userId="f59fb8f3-a021-417a-8bc1-65c8d471c621" providerId="ADAL" clId="{6AC26564-89E3-E046-BFB4-F80582D7E17B}" dt="2020-01-13T13:43:17.009" v="1" actId="2696"/>
        <pc:sldMkLst>
          <pc:docMk/>
          <pc:sldMk cId="3758830494" sldId="320"/>
        </pc:sldMkLst>
      </pc:sldChg>
      <pc:sldChg chg="del">
        <pc:chgData name="Long B Nguyen" userId="f59fb8f3-a021-417a-8bc1-65c8d471c621" providerId="ADAL" clId="{6AC26564-89E3-E046-BFB4-F80582D7E17B}" dt="2020-01-13T13:43:17.029" v="2" actId="2696"/>
        <pc:sldMkLst>
          <pc:docMk/>
          <pc:sldMk cId="1022945305" sldId="321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359731776" sldId="321"/>
        </pc:sldMkLst>
      </pc:sldChg>
      <pc:sldChg chg="del">
        <pc:chgData name="Long B Nguyen" userId="f59fb8f3-a021-417a-8bc1-65c8d471c621" providerId="ADAL" clId="{6AC26564-89E3-E046-BFB4-F80582D7E17B}" dt="2020-01-13T13:43:17.080" v="5" actId="2696"/>
        <pc:sldMkLst>
          <pc:docMk/>
          <pc:sldMk cId="3456840474" sldId="322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651577480" sldId="322"/>
        </pc:sldMkLst>
      </pc:sldChg>
      <pc:sldChg chg="del">
        <pc:chgData name="Long B Nguyen" userId="f59fb8f3-a021-417a-8bc1-65c8d471c621" providerId="ADAL" clId="{6AC26564-89E3-E046-BFB4-F80582D7E17B}" dt="2020-01-13T13:43:17.097" v="6" actId="2696"/>
        <pc:sldMkLst>
          <pc:docMk/>
          <pc:sldMk cId="1062075874" sldId="323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496564367" sldId="323"/>
        </pc:sldMkLst>
      </pc:sldChg>
      <pc:sldChg chg="add">
        <pc:chgData name="Long B Nguyen" userId="f59fb8f3-a021-417a-8bc1-65c8d471c621" providerId="ADAL" clId="{6AC26564-89E3-E046-BFB4-F80582D7E17B}" dt="2020-01-13T13:46:19.952" v="88"/>
        <pc:sldMkLst>
          <pc:docMk/>
          <pc:sldMk cId="771866096" sldId="324"/>
        </pc:sldMkLst>
      </pc:sldChg>
      <pc:sldChg chg="del">
        <pc:chgData name="Long B Nguyen" userId="f59fb8f3-a021-417a-8bc1-65c8d471c621" providerId="ADAL" clId="{6AC26564-89E3-E046-BFB4-F80582D7E17B}" dt="2020-01-13T13:43:17.152" v="9" actId="2696"/>
        <pc:sldMkLst>
          <pc:docMk/>
          <pc:sldMk cId="1310010799" sldId="324"/>
        </pc:sldMkLst>
      </pc:sldChg>
      <pc:sldChg chg="add del">
        <pc:chgData name="Long B Nguyen" userId="f59fb8f3-a021-417a-8bc1-65c8d471c621" providerId="ADAL" clId="{6AC26564-89E3-E046-BFB4-F80582D7E17B}" dt="2020-01-13T13:46:07.690" v="87" actId="2696"/>
        <pc:sldMkLst>
          <pc:docMk/>
          <pc:sldMk cId="3999804732" sldId="324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025355635" sldId="325"/>
        </pc:sldMkLst>
      </pc:sldChg>
      <pc:sldChg chg="del">
        <pc:chgData name="Long B Nguyen" userId="f59fb8f3-a021-417a-8bc1-65c8d471c621" providerId="ADAL" clId="{6AC26564-89E3-E046-BFB4-F80582D7E17B}" dt="2020-01-13T13:43:17.177" v="11" actId="2696"/>
        <pc:sldMkLst>
          <pc:docMk/>
          <pc:sldMk cId="3314372952" sldId="325"/>
        </pc:sldMkLst>
      </pc:sldChg>
      <pc:sldChg chg="del">
        <pc:chgData name="Long B Nguyen" userId="f59fb8f3-a021-417a-8bc1-65c8d471c621" providerId="ADAL" clId="{6AC26564-89E3-E046-BFB4-F80582D7E17B}" dt="2020-01-13T13:43:17.116" v="7" actId="2696"/>
        <pc:sldMkLst>
          <pc:docMk/>
          <pc:sldMk cId="1724104636" sldId="327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4174920299" sldId="327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2756462650" sldId="328"/>
        </pc:sldMkLst>
      </pc:sldChg>
      <pc:sldChg chg="del">
        <pc:chgData name="Long B Nguyen" userId="f59fb8f3-a021-417a-8bc1-65c8d471c621" providerId="ADAL" clId="{6AC26564-89E3-E046-BFB4-F80582D7E17B}" dt="2020-01-13T13:43:17.045" v="3" actId="2696"/>
        <pc:sldMkLst>
          <pc:docMk/>
          <pc:sldMk cId="3894299887" sldId="328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080714931" sldId="329"/>
        </pc:sldMkLst>
      </pc:sldChg>
      <pc:sldChg chg="del">
        <pc:chgData name="Long B Nguyen" userId="f59fb8f3-a021-417a-8bc1-65c8d471c621" providerId="ADAL" clId="{6AC26564-89E3-E046-BFB4-F80582D7E17B}" dt="2020-01-13T13:43:17.064" v="4" actId="2696"/>
        <pc:sldMkLst>
          <pc:docMk/>
          <pc:sldMk cId="4294143140" sldId="329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532184546" sldId="330"/>
        </pc:sldMkLst>
      </pc:sldChg>
      <pc:sldChg chg="del">
        <pc:chgData name="Long B Nguyen" userId="f59fb8f3-a021-417a-8bc1-65c8d471c621" providerId="ADAL" clId="{6AC26564-89E3-E046-BFB4-F80582D7E17B}" dt="2020-01-13T13:43:17.136" v="8" actId="2696"/>
        <pc:sldMkLst>
          <pc:docMk/>
          <pc:sldMk cId="3594730708" sldId="330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264629021" sldId="331"/>
        </pc:sldMkLst>
      </pc:sldChg>
      <pc:sldChg chg="del">
        <pc:chgData name="Long B Nguyen" userId="f59fb8f3-a021-417a-8bc1-65c8d471c621" providerId="ADAL" clId="{6AC26564-89E3-E046-BFB4-F80582D7E17B}" dt="2020-01-13T13:43:17.188" v="12" actId="2696"/>
        <pc:sldMkLst>
          <pc:docMk/>
          <pc:sldMk cId="3870816631" sldId="331"/>
        </pc:sldMkLst>
      </pc:sldChg>
      <pc:sldChg chg="del">
        <pc:chgData name="Long B Nguyen" userId="f59fb8f3-a021-417a-8bc1-65c8d471c621" providerId="ADAL" clId="{6AC26564-89E3-E046-BFB4-F80582D7E17B}" dt="2020-01-13T13:43:17.163" v="10" actId="2696"/>
        <pc:sldMkLst>
          <pc:docMk/>
          <pc:sldMk cId="3124353102" sldId="332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4022722016" sldId="332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710208723" sldId="333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404583044" sldId="334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866550465" sldId="335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3749436800" sldId="336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461704868" sldId="337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545386500" sldId="338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791361008" sldId="339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678299524" sldId="340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225127645" sldId="341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2214326257" sldId="342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356056044" sldId="343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270247652" sldId="344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902308803" sldId="345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2271372051" sldId="346"/>
        </pc:sldMkLst>
      </pc:sldChg>
      <pc:sldChg chg="add">
        <pc:chgData name="Long B Nguyen" userId="f59fb8f3-a021-417a-8bc1-65c8d471c621" providerId="ADAL" clId="{6AC26564-89E3-E046-BFB4-F80582D7E17B}" dt="2020-01-13T13:43:29.420" v="22"/>
        <pc:sldMkLst>
          <pc:docMk/>
          <pc:sldMk cId="198078322" sldId="347"/>
        </pc:sldMkLst>
      </pc:sldChg>
    </pc:docChg>
  </pc:docChgLst>
  <pc:docChgLst>
    <pc:chgData name="Long B Nguyen" userId="f59fb8f3-a021-417a-8bc1-65c8d471c621" providerId="ADAL" clId="{0E2AE9A0-AA60-BB4A-B160-C870111F23F3}"/>
    <pc:docChg chg="undo custSel addSld delSld modSld">
      <pc:chgData name="Long B Nguyen" userId="f59fb8f3-a021-417a-8bc1-65c8d471c621" providerId="ADAL" clId="{0E2AE9A0-AA60-BB4A-B160-C870111F23F3}" dt="2021-05-10T13:57:48.483" v="7080"/>
      <pc:docMkLst>
        <pc:docMk/>
      </pc:docMkLst>
      <pc:sldChg chg="modSp mod">
        <pc:chgData name="Long B Nguyen" userId="f59fb8f3-a021-417a-8bc1-65c8d471c621" providerId="ADAL" clId="{0E2AE9A0-AA60-BB4A-B160-C870111F23F3}" dt="2021-05-04T16:19:17.537" v="15" actId="20577"/>
        <pc:sldMkLst>
          <pc:docMk/>
          <pc:sldMk cId="4247104139" sldId="256"/>
        </pc:sldMkLst>
      </pc:sldChg>
      <pc:sldChg chg="addSp delSp modSp add mod delAnim">
        <pc:chgData name="Long B Nguyen" userId="f59fb8f3-a021-417a-8bc1-65c8d471c621" providerId="ADAL" clId="{0E2AE9A0-AA60-BB4A-B160-C870111F23F3}" dt="2021-05-07T13:50:56.834" v="6615" actId="1038"/>
        <pc:sldMkLst>
          <pc:docMk/>
          <pc:sldMk cId="1088193638" sldId="302"/>
        </pc:sldMkLst>
      </pc:sldChg>
      <pc:sldChg chg="addSp delSp modSp add del mod delAnim modAnim">
        <pc:chgData name="Long B Nguyen" userId="f59fb8f3-a021-417a-8bc1-65c8d471c621" providerId="ADAL" clId="{0E2AE9A0-AA60-BB4A-B160-C870111F23F3}" dt="2021-05-04T20:42:24.107" v="1126" actId="2696"/>
        <pc:sldMkLst>
          <pc:docMk/>
          <pc:sldMk cId="3391067489" sldId="317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661658842" sldId="372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4175075890" sldId="374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2154343632" sldId="375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3197895650" sldId="376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2087436691" sldId="377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2728668299" sldId="379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533528898" sldId="485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162068906" sldId="527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102825031" sldId="528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4057016805" sldId="529"/>
        </pc:sldMkLst>
      </pc:sldChg>
      <pc:sldChg chg="add del">
        <pc:chgData name="Long B Nguyen" userId="f59fb8f3-a021-417a-8bc1-65c8d471c621" providerId="ADAL" clId="{0E2AE9A0-AA60-BB4A-B160-C870111F23F3}" dt="2021-05-04T16:22:28.929" v="59" actId="2696"/>
        <pc:sldMkLst>
          <pc:docMk/>
          <pc:sldMk cId="1650994070" sldId="540"/>
        </pc:sldMkLst>
      </pc:sldChg>
      <pc:sldChg chg="addSp modSp add mod modAnim">
        <pc:chgData name="Long B Nguyen" userId="f59fb8f3-a021-417a-8bc1-65c8d471c621" providerId="ADAL" clId="{0E2AE9A0-AA60-BB4A-B160-C870111F23F3}" dt="2021-05-06T04:39:59.717" v="5760"/>
        <pc:sldMkLst>
          <pc:docMk/>
          <pc:sldMk cId="1844406166" sldId="540"/>
        </pc:sldMkLst>
      </pc:sldChg>
      <pc:sldChg chg="add del">
        <pc:chgData name="Long B Nguyen" userId="f59fb8f3-a021-417a-8bc1-65c8d471c621" providerId="ADAL" clId="{0E2AE9A0-AA60-BB4A-B160-C870111F23F3}" dt="2021-05-04T16:46:58.729" v="1122" actId="2696"/>
        <pc:sldMkLst>
          <pc:docMk/>
          <pc:sldMk cId="1534853267" sldId="541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3737473332" sldId="542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906339742" sldId="543"/>
        </pc:sldMkLst>
      </pc:sldChg>
      <pc:sldChg chg="add del">
        <pc:chgData name="Long B Nguyen" userId="f59fb8f3-a021-417a-8bc1-65c8d471c621" providerId="ADAL" clId="{0E2AE9A0-AA60-BB4A-B160-C870111F23F3}" dt="2021-05-04T22:27:25.910" v="1174" actId="2696"/>
        <pc:sldMkLst>
          <pc:docMk/>
          <pc:sldMk cId="3145498210" sldId="549"/>
        </pc:sldMkLst>
      </pc:sldChg>
      <pc:sldChg chg="add del">
        <pc:chgData name="Long B Nguyen" userId="f59fb8f3-a021-417a-8bc1-65c8d471c621" providerId="ADAL" clId="{0E2AE9A0-AA60-BB4A-B160-C870111F23F3}" dt="2021-05-04T16:43:16.606" v="865" actId="2696"/>
        <pc:sldMkLst>
          <pc:docMk/>
          <pc:sldMk cId="3284391586" sldId="550"/>
        </pc:sldMkLst>
      </pc:sldChg>
      <pc:sldChg chg="addSp modSp add mod modAnim">
        <pc:chgData name="Long B Nguyen" userId="f59fb8f3-a021-417a-8bc1-65c8d471c621" providerId="ADAL" clId="{0E2AE9A0-AA60-BB4A-B160-C870111F23F3}" dt="2021-05-07T12:04:44.914" v="6588" actId="20577"/>
        <pc:sldMkLst>
          <pc:docMk/>
          <pc:sldMk cId="1466770109" sldId="551"/>
        </pc:sldMkLst>
      </pc:sldChg>
      <pc:sldChg chg="addSp modSp add del mod modAnim">
        <pc:chgData name="Long B Nguyen" userId="f59fb8f3-a021-417a-8bc1-65c8d471c621" providerId="ADAL" clId="{0E2AE9A0-AA60-BB4A-B160-C870111F23F3}" dt="2021-05-07T11:56:35.417" v="6391" actId="2696"/>
        <pc:sldMkLst>
          <pc:docMk/>
          <pc:sldMk cId="2853411292" sldId="552"/>
        </pc:sldMkLst>
      </pc:sldChg>
      <pc:sldChg chg="add">
        <pc:chgData name="Long B Nguyen" userId="f59fb8f3-a021-417a-8bc1-65c8d471c621" providerId="ADAL" clId="{0E2AE9A0-AA60-BB4A-B160-C870111F23F3}" dt="2021-05-07T11:56:39.185" v="6392"/>
        <pc:sldMkLst>
          <pc:docMk/>
          <pc:sldMk cId="3614929084" sldId="552"/>
        </pc:sldMkLst>
      </pc:sldChg>
      <pc:sldChg chg="addSp modSp add mod modAnim">
        <pc:chgData name="Long B Nguyen" userId="f59fb8f3-a021-417a-8bc1-65c8d471c621" providerId="ADAL" clId="{0E2AE9A0-AA60-BB4A-B160-C870111F23F3}" dt="2021-05-07T12:01:25.594" v="6545"/>
        <pc:sldMkLst>
          <pc:docMk/>
          <pc:sldMk cId="3802582321" sldId="553"/>
        </pc:sldMkLst>
      </pc:sldChg>
      <pc:sldChg chg="add">
        <pc:chgData name="Long B Nguyen" userId="f59fb8f3-a021-417a-8bc1-65c8d471c621" providerId="ADAL" clId="{0E2AE9A0-AA60-BB4A-B160-C870111F23F3}" dt="2021-05-07T13:34:46.957" v="6596"/>
        <pc:sldMkLst>
          <pc:docMk/>
          <pc:sldMk cId="394221605" sldId="554"/>
        </pc:sldMkLst>
      </pc:sldChg>
      <pc:sldChg chg="addSp delSp modSp add del mod modAnim">
        <pc:chgData name="Long B Nguyen" userId="f59fb8f3-a021-417a-8bc1-65c8d471c621" providerId="ADAL" clId="{0E2AE9A0-AA60-BB4A-B160-C870111F23F3}" dt="2021-05-07T13:34:31.161" v="6589" actId="2696"/>
        <pc:sldMkLst>
          <pc:docMk/>
          <pc:sldMk cId="2716603920" sldId="554"/>
        </pc:sldMkLst>
      </pc:sldChg>
      <pc:sldChg chg="new del">
        <pc:chgData name="Long B Nguyen" userId="f59fb8f3-a021-417a-8bc1-65c8d471c621" providerId="ADAL" clId="{0E2AE9A0-AA60-BB4A-B160-C870111F23F3}" dt="2021-05-05T22:24:48.929" v="5448" actId="2696"/>
        <pc:sldMkLst>
          <pc:docMk/>
          <pc:sldMk cId="1079926079" sldId="555"/>
        </pc:sldMkLst>
      </pc:sldChg>
      <pc:sldChg chg="addSp modSp add del mod modAnim">
        <pc:chgData name="Long B Nguyen" userId="f59fb8f3-a021-417a-8bc1-65c8d471c621" providerId="ADAL" clId="{0E2AE9A0-AA60-BB4A-B160-C870111F23F3}" dt="2021-05-07T13:34:31.259" v="6593" actId="2696"/>
        <pc:sldMkLst>
          <pc:docMk/>
          <pc:sldMk cId="63885118" sldId="556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925924244" sldId="556"/>
        </pc:sldMkLst>
      </pc:sldChg>
      <pc:sldChg chg="add">
        <pc:chgData name="Long B Nguyen" userId="f59fb8f3-a021-417a-8bc1-65c8d471c621" providerId="ADAL" clId="{0E2AE9A0-AA60-BB4A-B160-C870111F23F3}" dt="2021-05-07T13:34:46.957" v="6596"/>
        <pc:sldMkLst>
          <pc:docMk/>
          <pc:sldMk cId="2114242178" sldId="556"/>
        </pc:sldMkLst>
      </pc:sldChg>
      <pc:sldChg chg="addSp modSp add del mod modAnim">
        <pc:chgData name="Long B Nguyen" userId="f59fb8f3-a021-417a-8bc1-65c8d471c621" providerId="ADAL" clId="{0E2AE9A0-AA60-BB4A-B160-C870111F23F3}" dt="2021-05-07T13:34:31.183" v="6590" actId="2696"/>
        <pc:sldMkLst>
          <pc:docMk/>
          <pc:sldMk cId="1296694967" sldId="557"/>
        </pc:sldMkLst>
      </pc:sldChg>
      <pc:sldChg chg="add">
        <pc:chgData name="Long B Nguyen" userId="f59fb8f3-a021-417a-8bc1-65c8d471c621" providerId="ADAL" clId="{0E2AE9A0-AA60-BB4A-B160-C870111F23F3}" dt="2021-05-07T13:34:46.957" v="6596"/>
        <pc:sldMkLst>
          <pc:docMk/>
          <pc:sldMk cId="2431525960" sldId="557"/>
        </pc:sldMkLst>
      </pc:sldChg>
      <pc:sldChg chg="modSp add del mod">
        <pc:chgData name="Long B Nguyen" userId="f59fb8f3-a021-417a-8bc1-65c8d471c621" providerId="ADAL" clId="{0E2AE9A0-AA60-BB4A-B160-C870111F23F3}" dt="2021-05-05T21:33:32.440" v="3641" actId="2696"/>
        <pc:sldMkLst>
          <pc:docMk/>
          <pc:sldMk cId="2441755984" sldId="558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748879865" sldId="559"/>
        </pc:sldMkLst>
      </pc:sldChg>
      <pc:sldChg chg="add">
        <pc:chgData name="Long B Nguyen" userId="f59fb8f3-a021-417a-8bc1-65c8d471c621" providerId="ADAL" clId="{0E2AE9A0-AA60-BB4A-B160-C870111F23F3}" dt="2021-05-07T13:34:46.957" v="6596"/>
        <pc:sldMkLst>
          <pc:docMk/>
          <pc:sldMk cId="1567828261" sldId="559"/>
        </pc:sldMkLst>
      </pc:sldChg>
      <pc:sldChg chg="addSp modSp add del mod modAnim">
        <pc:chgData name="Long B Nguyen" userId="f59fb8f3-a021-417a-8bc1-65c8d471c621" providerId="ADAL" clId="{0E2AE9A0-AA60-BB4A-B160-C870111F23F3}" dt="2021-05-07T13:34:31.201" v="6591" actId="2696"/>
        <pc:sldMkLst>
          <pc:docMk/>
          <pc:sldMk cId="2856452792" sldId="559"/>
        </pc:sldMkLst>
      </pc:sldChg>
      <pc:sldChg chg="addSp delSp modSp add del mod modAnim">
        <pc:chgData name="Long B Nguyen" userId="f59fb8f3-a021-417a-8bc1-65c8d471c621" providerId="ADAL" clId="{0E2AE9A0-AA60-BB4A-B160-C870111F23F3}" dt="2021-05-07T13:34:31.303" v="6594" actId="2696"/>
        <pc:sldMkLst>
          <pc:docMk/>
          <pc:sldMk cId="1421442645" sldId="560"/>
        </pc:sldMkLst>
      </pc:sldChg>
      <pc:sldChg chg="add">
        <pc:chgData name="Long B Nguyen" userId="f59fb8f3-a021-417a-8bc1-65c8d471c621" providerId="ADAL" clId="{0E2AE9A0-AA60-BB4A-B160-C870111F23F3}" dt="2021-05-07T13:34:46.957" v="6596"/>
        <pc:sldMkLst>
          <pc:docMk/>
          <pc:sldMk cId="2659410340" sldId="560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841479407" sldId="560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558292674" sldId="561"/>
        </pc:sldMkLst>
      </pc:sldChg>
      <pc:sldChg chg="add">
        <pc:chgData name="Long B Nguyen" userId="f59fb8f3-a021-417a-8bc1-65c8d471c621" providerId="ADAL" clId="{0E2AE9A0-AA60-BB4A-B160-C870111F23F3}" dt="2021-05-07T13:34:46.957" v="6596"/>
        <pc:sldMkLst>
          <pc:docMk/>
          <pc:sldMk cId="1610208212" sldId="561"/>
        </pc:sldMkLst>
      </pc:sldChg>
      <pc:sldChg chg="addSp modSp add del mod modAnim">
        <pc:chgData name="Long B Nguyen" userId="f59fb8f3-a021-417a-8bc1-65c8d471c621" providerId="ADAL" clId="{0E2AE9A0-AA60-BB4A-B160-C870111F23F3}" dt="2021-05-07T13:34:31.330" v="6595" actId="2696"/>
        <pc:sldMkLst>
          <pc:docMk/>
          <pc:sldMk cId="4162457998" sldId="561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239512120" sldId="562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62561003" sldId="564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496186937" sldId="565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123629102" sldId="566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949497385" sldId="567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008892020" sldId="569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2526255488" sldId="570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4110945301" sldId="574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2954573052" sldId="576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547101256" sldId="577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891751900" sldId="579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2483610180" sldId="580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830544632" sldId="581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603111093" sldId="582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788052383" sldId="583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865366439" sldId="584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535655186" sldId="585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976775625" sldId="586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419832948" sldId="587"/>
        </pc:sldMkLst>
      </pc:sldChg>
      <pc:sldChg chg="addSp modSp add mod">
        <pc:chgData name="Long B Nguyen" userId="f59fb8f3-a021-417a-8bc1-65c8d471c621" providerId="ADAL" clId="{0E2AE9A0-AA60-BB4A-B160-C870111F23F3}" dt="2021-05-06T04:39:59.717" v="5760"/>
        <pc:sldMkLst>
          <pc:docMk/>
          <pc:sldMk cId="3124746191" sldId="588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142613135" sldId="588"/>
        </pc:sldMkLst>
      </pc:sldChg>
      <pc:sldChg chg="addSp delSp modSp add mod modAnim">
        <pc:chgData name="Long B Nguyen" userId="f59fb8f3-a021-417a-8bc1-65c8d471c621" providerId="ADAL" clId="{0E2AE9A0-AA60-BB4A-B160-C870111F23F3}" dt="2021-05-07T11:55:40.426" v="6390"/>
        <pc:sldMkLst>
          <pc:docMk/>
          <pc:sldMk cId="2267031669" sldId="589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2428880685" sldId="589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250769370" sldId="590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4161194987" sldId="591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3535386674" sldId="593"/>
        </pc:sldMkLst>
      </pc:sldChg>
      <pc:sldChg chg="del">
        <pc:chgData name="Long B Nguyen" userId="f59fb8f3-a021-417a-8bc1-65c8d471c621" providerId="ADAL" clId="{0E2AE9A0-AA60-BB4A-B160-C870111F23F3}" dt="2021-05-04T16:19:25.283" v="16" actId="2696"/>
        <pc:sldMkLst>
          <pc:docMk/>
          <pc:sldMk cId="1476079720" sldId="594"/>
        </pc:sldMkLst>
      </pc:sldChg>
      <pc:sldChg chg="addSp modSp add mod modAnim">
        <pc:chgData name="Long B Nguyen" userId="f59fb8f3-a021-417a-8bc1-65c8d471c621" providerId="ADAL" clId="{0E2AE9A0-AA60-BB4A-B160-C870111F23F3}" dt="2021-05-06T04:39:59.717" v="5760"/>
        <pc:sldMkLst>
          <pc:docMk/>
          <pc:sldMk cId="1028645906" sldId="598"/>
        </pc:sldMkLst>
      </pc:sldChg>
      <pc:sldChg chg="addSp modSp add mod modAnim">
        <pc:chgData name="Long B Nguyen" userId="f59fb8f3-a021-417a-8bc1-65c8d471c621" providerId="ADAL" clId="{0E2AE9A0-AA60-BB4A-B160-C870111F23F3}" dt="2021-05-06T16:55:40.477" v="5821" actId="255"/>
        <pc:sldMkLst>
          <pc:docMk/>
          <pc:sldMk cId="3182606397" sldId="600"/>
        </pc:sldMkLst>
      </pc:sldChg>
      <pc:sldChg chg="addSp modSp add mod">
        <pc:chgData name="Long B Nguyen" userId="f59fb8f3-a021-417a-8bc1-65c8d471c621" providerId="ADAL" clId="{0E2AE9A0-AA60-BB4A-B160-C870111F23F3}" dt="2021-05-07T11:53:49.995" v="6218" actId="20577"/>
        <pc:sldMkLst>
          <pc:docMk/>
          <pc:sldMk cId="1311847592" sldId="601"/>
        </pc:sldMkLst>
      </pc:sldChg>
      <pc:sldChg chg="addSp modSp add mod modAnim">
        <pc:chgData name="Long B Nguyen" userId="f59fb8f3-a021-417a-8bc1-65c8d471c621" providerId="ADAL" clId="{0E2AE9A0-AA60-BB4A-B160-C870111F23F3}" dt="2021-05-06T04:39:59.717" v="5760"/>
        <pc:sldMkLst>
          <pc:docMk/>
          <pc:sldMk cId="62773732" sldId="602"/>
        </pc:sldMkLst>
      </pc:sldChg>
      <pc:sldChg chg="modSp add del mod modAnim">
        <pc:chgData name="Long B Nguyen" userId="f59fb8f3-a021-417a-8bc1-65c8d471c621" providerId="ADAL" clId="{0E2AE9A0-AA60-BB4A-B160-C870111F23F3}" dt="2021-05-06T04:30:26.655" v="5754" actId="2696"/>
        <pc:sldMkLst>
          <pc:docMk/>
          <pc:sldMk cId="1303734712" sldId="603"/>
        </pc:sldMkLst>
      </pc:sldChg>
      <pc:sldChg chg="modSp add del mod">
        <pc:chgData name="Long B Nguyen" userId="f59fb8f3-a021-417a-8bc1-65c8d471c621" providerId="ADAL" clId="{0E2AE9A0-AA60-BB4A-B160-C870111F23F3}" dt="2021-05-06T04:30:26.655" v="5754" actId="2696"/>
        <pc:sldMkLst>
          <pc:docMk/>
          <pc:sldMk cId="3406913709" sldId="604"/>
        </pc:sldMkLst>
      </pc:sldChg>
      <pc:sldChg chg="modSp add del mod">
        <pc:chgData name="Long B Nguyen" userId="f59fb8f3-a021-417a-8bc1-65c8d471c621" providerId="ADAL" clId="{0E2AE9A0-AA60-BB4A-B160-C870111F23F3}" dt="2021-05-06T04:30:30.329" v="5755" actId="2696"/>
        <pc:sldMkLst>
          <pc:docMk/>
          <pc:sldMk cId="1178120386" sldId="605"/>
        </pc:sldMkLst>
      </pc:sldChg>
      <pc:sldChg chg="addSp modSp add mod modAnim">
        <pc:chgData name="Long B Nguyen" userId="f59fb8f3-a021-417a-8bc1-65c8d471c621" providerId="ADAL" clId="{0E2AE9A0-AA60-BB4A-B160-C870111F23F3}" dt="2021-05-06T04:39:59.717" v="5760"/>
        <pc:sldMkLst>
          <pc:docMk/>
          <pc:sldMk cId="51278377" sldId="608"/>
        </pc:sldMkLst>
      </pc:sldChg>
      <pc:sldChg chg="addSp modSp add mod modAnim">
        <pc:chgData name="Long B Nguyen" userId="f59fb8f3-a021-417a-8bc1-65c8d471c621" providerId="ADAL" clId="{0E2AE9A0-AA60-BB4A-B160-C870111F23F3}" dt="2021-05-06T04:39:59.717" v="5760"/>
        <pc:sldMkLst>
          <pc:docMk/>
          <pc:sldMk cId="2892160896" sldId="609"/>
        </pc:sldMkLst>
      </pc:sldChg>
      <pc:sldChg chg="modSp add del mod">
        <pc:chgData name="Long B Nguyen" userId="f59fb8f3-a021-417a-8bc1-65c8d471c621" providerId="ADAL" clId="{0E2AE9A0-AA60-BB4A-B160-C870111F23F3}" dt="2021-05-05T22:24:47.654" v="5447" actId="2696"/>
        <pc:sldMkLst>
          <pc:docMk/>
          <pc:sldMk cId="4265832579" sldId="611"/>
        </pc:sldMkLst>
      </pc:sldChg>
      <pc:sldChg chg="addSp modSp add modAnim">
        <pc:chgData name="Long B Nguyen" userId="f59fb8f3-a021-417a-8bc1-65c8d471c621" providerId="ADAL" clId="{0E2AE9A0-AA60-BB4A-B160-C870111F23F3}" dt="2021-05-06T04:39:59.717" v="5760"/>
        <pc:sldMkLst>
          <pc:docMk/>
          <pc:sldMk cId="892130114" sldId="612"/>
        </pc:sldMkLst>
      </pc:sldChg>
      <pc:sldChg chg="addSp modSp add mod modAnim">
        <pc:chgData name="Long B Nguyen" userId="f59fb8f3-a021-417a-8bc1-65c8d471c621" providerId="ADAL" clId="{0E2AE9A0-AA60-BB4A-B160-C870111F23F3}" dt="2021-05-06T04:39:59.717" v="5760"/>
        <pc:sldMkLst>
          <pc:docMk/>
          <pc:sldMk cId="1241156272" sldId="613"/>
        </pc:sldMkLst>
      </pc:sldChg>
      <pc:sldChg chg="addSp modSp new del">
        <pc:chgData name="Long B Nguyen" userId="f59fb8f3-a021-417a-8bc1-65c8d471c621" providerId="ADAL" clId="{0E2AE9A0-AA60-BB4A-B160-C870111F23F3}" dt="2021-05-06T04:11:03.423" v="5731" actId="2696"/>
        <pc:sldMkLst>
          <pc:docMk/>
          <pc:sldMk cId="4126330051" sldId="614"/>
        </pc:sldMkLst>
      </pc:sldChg>
      <pc:sldChg chg="addSp modSp new">
        <pc:chgData name="Long B Nguyen" userId="f59fb8f3-a021-417a-8bc1-65c8d471c621" providerId="ADAL" clId="{0E2AE9A0-AA60-BB4A-B160-C870111F23F3}" dt="2021-05-06T04:16:04.349" v="5736" actId="1076"/>
        <pc:sldMkLst>
          <pc:docMk/>
          <pc:sldMk cId="4014748011" sldId="615"/>
        </pc:sldMkLst>
      </pc:sldChg>
      <pc:sldChg chg="addSp modSp new">
        <pc:chgData name="Long B Nguyen" userId="f59fb8f3-a021-417a-8bc1-65c8d471c621" providerId="ADAL" clId="{0E2AE9A0-AA60-BB4A-B160-C870111F23F3}" dt="2021-05-06T04:10:02.295" v="5730" actId="14100"/>
        <pc:sldMkLst>
          <pc:docMk/>
          <pc:sldMk cId="445830501" sldId="616"/>
        </pc:sldMkLst>
      </pc:sldChg>
      <pc:sldChg chg="addSp modSp new">
        <pc:chgData name="Long B Nguyen" userId="f59fb8f3-a021-417a-8bc1-65c8d471c621" providerId="ADAL" clId="{0E2AE9A0-AA60-BB4A-B160-C870111F23F3}" dt="2021-05-06T04:15:59.768" v="5735" actId="1076"/>
        <pc:sldMkLst>
          <pc:docMk/>
          <pc:sldMk cId="3966117082" sldId="617"/>
        </pc:sldMkLst>
      </pc:sldChg>
      <pc:sldChg chg="modSp new mod">
        <pc:chgData name="Long B Nguyen" userId="f59fb8f3-a021-417a-8bc1-65c8d471c621" providerId="ADAL" clId="{0E2AE9A0-AA60-BB4A-B160-C870111F23F3}" dt="2021-05-06T04:19:32.208" v="5753" actId="20577"/>
        <pc:sldMkLst>
          <pc:docMk/>
          <pc:sldMk cId="1946329213" sldId="618"/>
        </pc:sldMkLst>
      </pc:sldChg>
      <pc:sldChg chg="modSp add del mod modAnim">
        <pc:chgData name="Long B Nguyen" userId="f59fb8f3-a021-417a-8bc1-65c8d471c621" providerId="ADAL" clId="{0E2AE9A0-AA60-BB4A-B160-C870111F23F3}" dt="2021-05-07T13:34:31.226" v="6592" actId="2696"/>
        <pc:sldMkLst>
          <pc:docMk/>
          <pc:sldMk cId="328759724" sldId="619"/>
        </pc:sldMkLst>
      </pc:sldChg>
      <pc:sldChg chg="add del">
        <pc:chgData name="Long B Nguyen" userId="f59fb8f3-a021-417a-8bc1-65c8d471c621" providerId="ADAL" clId="{0E2AE9A0-AA60-BB4A-B160-C870111F23F3}" dt="2021-05-07T15:45:52.264" v="6616" actId="2696"/>
        <pc:sldMkLst>
          <pc:docMk/>
          <pc:sldMk cId="3714703612" sldId="619"/>
        </pc:sldMkLst>
      </pc:sldChg>
      <pc:sldChg chg="modSp add mod modAnim">
        <pc:chgData name="Long B Nguyen" userId="f59fb8f3-a021-417a-8bc1-65c8d471c621" providerId="ADAL" clId="{0E2AE9A0-AA60-BB4A-B160-C870111F23F3}" dt="2021-05-07T12:02:33.220" v="6553"/>
        <pc:sldMkLst>
          <pc:docMk/>
          <pc:sldMk cId="2497825085" sldId="620"/>
        </pc:sldMkLst>
      </pc:sldChg>
      <pc:sldChg chg="modSp add mod modAnim">
        <pc:chgData name="Long B Nguyen" userId="f59fb8f3-a021-417a-8bc1-65c8d471c621" providerId="ADAL" clId="{0E2AE9A0-AA60-BB4A-B160-C870111F23F3}" dt="2021-05-07T12:04:21.599" v="6571" actId="14100"/>
        <pc:sldMkLst>
          <pc:docMk/>
          <pc:sldMk cId="5411246" sldId="621"/>
        </pc:sldMkLst>
      </pc:sldChg>
      <pc:sldChg chg="modSp add mod modAnim">
        <pc:chgData name="Long B Nguyen" userId="f59fb8f3-a021-417a-8bc1-65c8d471c621" providerId="ADAL" clId="{0E2AE9A0-AA60-BB4A-B160-C870111F23F3}" dt="2021-05-10T13:57:48.483" v="7080"/>
        <pc:sldMkLst>
          <pc:docMk/>
          <pc:sldMk cId="3215879385" sldId="622"/>
        </pc:sldMkLst>
      </pc:sldChg>
      <pc:sldChg chg="modSp add mod modAnim">
        <pc:chgData name="Long B Nguyen" userId="f59fb8f3-a021-417a-8bc1-65c8d471c621" providerId="ADAL" clId="{0E2AE9A0-AA60-BB4A-B160-C870111F23F3}" dt="2021-05-10T13:57:35.908" v="7078"/>
        <pc:sldMkLst>
          <pc:docMk/>
          <pc:sldMk cId="2484292394" sldId="623"/>
        </pc:sldMkLst>
      </pc:sldChg>
      <pc:sldChg chg="modSp add mod modAnim">
        <pc:chgData name="Long B Nguyen" userId="f59fb8f3-a021-417a-8bc1-65c8d471c621" providerId="ADAL" clId="{0E2AE9A0-AA60-BB4A-B160-C870111F23F3}" dt="2021-05-10T13:57:41.559" v="7079"/>
        <pc:sldMkLst>
          <pc:docMk/>
          <pc:sldMk cId="1444664834" sldId="624"/>
        </pc:sldMkLst>
      </pc:sldChg>
    </pc:docChg>
  </pc:docChgLst>
  <pc:docChgLst>
    <pc:chgData name="Long B Nguyen" userId="f59fb8f3-a021-417a-8bc1-65c8d471c621" providerId="ADAL" clId="{34A2CF11-652E-6345-AC5C-A89FACA07C4E}"/>
    <pc:docChg chg="custSel addSld delSld modSld">
      <pc:chgData name="Long B Nguyen" userId="f59fb8f3-a021-417a-8bc1-65c8d471c621" providerId="ADAL" clId="{34A2CF11-652E-6345-AC5C-A89FACA07C4E}" dt="2020-03-05T10:05:57.927" v="1422" actId="20577"/>
      <pc:docMkLst>
        <pc:docMk/>
      </pc:docMkLst>
      <pc:sldChg chg="del">
        <pc:chgData name="Long B Nguyen" userId="f59fb8f3-a021-417a-8bc1-65c8d471c621" providerId="ADAL" clId="{34A2CF11-652E-6345-AC5C-A89FACA07C4E}" dt="2020-02-25T16:20:06.450" v="1360" actId="2696"/>
        <pc:sldMkLst>
          <pc:docMk/>
          <pc:sldMk cId="623736032" sldId="485"/>
        </pc:sldMkLst>
      </pc:sldChg>
      <pc:sldChg chg="modSp modAnim">
        <pc:chgData name="Long B Nguyen" userId="f59fb8f3-a021-417a-8bc1-65c8d471c621" providerId="ADAL" clId="{34A2CF11-652E-6345-AC5C-A89FACA07C4E}" dt="2020-02-28T13:54:19.243" v="1410" actId="20577"/>
        <pc:sldMkLst>
          <pc:docMk/>
          <pc:sldMk cId="3813527744" sldId="527"/>
        </pc:sldMkLst>
      </pc:sldChg>
      <pc:sldChg chg="modSp">
        <pc:chgData name="Long B Nguyen" userId="f59fb8f3-a021-417a-8bc1-65c8d471c621" providerId="ADAL" clId="{34A2CF11-652E-6345-AC5C-A89FACA07C4E}" dt="2020-02-25T15:08:00.858" v="55" actId="255"/>
        <pc:sldMkLst>
          <pc:docMk/>
          <pc:sldMk cId="1445950413" sldId="528"/>
        </pc:sldMkLst>
      </pc:sldChg>
      <pc:sldChg chg="modSp modAnim">
        <pc:chgData name="Long B Nguyen" userId="f59fb8f3-a021-417a-8bc1-65c8d471c621" providerId="ADAL" clId="{34A2CF11-652E-6345-AC5C-A89FACA07C4E}" dt="2020-02-28T13:56:32.314" v="1412" actId="20577"/>
        <pc:sldMkLst>
          <pc:docMk/>
          <pc:sldMk cId="1720314276" sldId="566"/>
        </pc:sldMkLst>
      </pc:sldChg>
      <pc:sldChg chg="modSp modAnim">
        <pc:chgData name="Long B Nguyen" userId="f59fb8f3-a021-417a-8bc1-65c8d471c621" providerId="ADAL" clId="{34A2CF11-652E-6345-AC5C-A89FACA07C4E}" dt="2020-02-25T15:09:21.882" v="167" actId="20577"/>
        <pc:sldMkLst>
          <pc:docMk/>
          <pc:sldMk cId="198395083" sldId="567"/>
        </pc:sldMkLst>
      </pc:sldChg>
      <pc:sldChg chg="modSp">
        <pc:chgData name="Long B Nguyen" userId="f59fb8f3-a021-417a-8bc1-65c8d471c621" providerId="ADAL" clId="{34A2CF11-652E-6345-AC5C-A89FACA07C4E}" dt="2020-02-25T15:05:17.624" v="22" actId="1076"/>
        <pc:sldMkLst>
          <pc:docMk/>
          <pc:sldMk cId="1070622160" sldId="568"/>
        </pc:sldMkLst>
      </pc:sldChg>
      <pc:sldChg chg="modSp modAnim">
        <pc:chgData name="Long B Nguyen" userId="f59fb8f3-a021-417a-8bc1-65c8d471c621" providerId="ADAL" clId="{34A2CF11-652E-6345-AC5C-A89FACA07C4E}" dt="2020-02-25T15:11:25.959" v="181" actId="20577"/>
        <pc:sldMkLst>
          <pc:docMk/>
          <pc:sldMk cId="4001486838" sldId="570"/>
        </pc:sldMkLst>
      </pc:sldChg>
      <pc:sldChg chg="modSp">
        <pc:chgData name="Long B Nguyen" userId="f59fb8f3-a021-417a-8bc1-65c8d471c621" providerId="ADAL" clId="{34A2CF11-652E-6345-AC5C-A89FACA07C4E}" dt="2020-02-25T15:05:41.826" v="30" actId="5793"/>
        <pc:sldMkLst>
          <pc:docMk/>
          <pc:sldMk cId="2901569448" sldId="571"/>
        </pc:sldMkLst>
      </pc:sldChg>
      <pc:sldChg chg="modSp">
        <pc:chgData name="Long B Nguyen" userId="f59fb8f3-a021-417a-8bc1-65c8d471c621" providerId="ADAL" clId="{34A2CF11-652E-6345-AC5C-A89FACA07C4E}" dt="2020-02-25T15:10:25.707" v="172" actId="14100"/>
        <pc:sldMkLst>
          <pc:docMk/>
          <pc:sldMk cId="2135159274" sldId="573"/>
        </pc:sldMkLst>
      </pc:sldChg>
      <pc:sldChg chg="modSp">
        <pc:chgData name="Long B Nguyen" userId="f59fb8f3-a021-417a-8bc1-65c8d471c621" providerId="ADAL" clId="{34A2CF11-652E-6345-AC5C-A89FACA07C4E}" dt="2020-02-25T15:15:06.511" v="228" actId="1076"/>
        <pc:sldMkLst>
          <pc:docMk/>
          <pc:sldMk cId="3391101355" sldId="575"/>
        </pc:sldMkLst>
      </pc:sldChg>
      <pc:sldChg chg="modSp">
        <pc:chgData name="Long B Nguyen" userId="f59fb8f3-a021-417a-8bc1-65c8d471c621" providerId="ADAL" clId="{34A2CF11-652E-6345-AC5C-A89FACA07C4E}" dt="2020-02-25T15:13:13.689" v="198" actId="5793"/>
        <pc:sldMkLst>
          <pc:docMk/>
          <pc:sldMk cId="3275116272" sldId="576"/>
        </pc:sldMkLst>
      </pc:sldChg>
      <pc:sldChg chg="modSp modAnim">
        <pc:chgData name="Long B Nguyen" userId="f59fb8f3-a021-417a-8bc1-65c8d471c621" providerId="ADAL" clId="{34A2CF11-652E-6345-AC5C-A89FACA07C4E}" dt="2020-02-25T15:06:05.921" v="39" actId="20577"/>
        <pc:sldMkLst>
          <pc:docMk/>
          <pc:sldMk cId="1727266702" sldId="578"/>
        </pc:sldMkLst>
      </pc:sldChg>
      <pc:sldChg chg="modSp">
        <pc:chgData name="Long B Nguyen" userId="f59fb8f3-a021-417a-8bc1-65c8d471c621" providerId="ADAL" clId="{34A2CF11-652E-6345-AC5C-A89FACA07C4E}" dt="2020-02-25T15:10:09.921" v="168" actId="2711"/>
        <pc:sldMkLst>
          <pc:docMk/>
          <pc:sldMk cId="665490485" sldId="579"/>
        </pc:sldMkLst>
      </pc:sldChg>
      <pc:sldChg chg="addSp delSp modSp modAnim">
        <pc:chgData name="Long B Nguyen" userId="f59fb8f3-a021-417a-8bc1-65c8d471c621" providerId="ADAL" clId="{34A2CF11-652E-6345-AC5C-A89FACA07C4E}" dt="2020-02-28T14:46:23.469" v="1418" actId="113"/>
        <pc:sldMkLst>
          <pc:docMk/>
          <pc:sldMk cId="1237537268" sldId="583"/>
        </pc:sldMkLst>
      </pc:sldChg>
      <pc:sldChg chg="modSp">
        <pc:chgData name="Long B Nguyen" userId="f59fb8f3-a021-417a-8bc1-65c8d471c621" providerId="ADAL" clId="{34A2CF11-652E-6345-AC5C-A89FACA07C4E}" dt="2020-02-25T15:15:56.112" v="245" actId="20577"/>
        <pc:sldMkLst>
          <pc:docMk/>
          <pc:sldMk cId="4256317276" sldId="584"/>
        </pc:sldMkLst>
      </pc:sldChg>
      <pc:sldChg chg="modSp modAnim">
        <pc:chgData name="Long B Nguyen" userId="f59fb8f3-a021-417a-8bc1-65c8d471c621" providerId="ADAL" clId="{34A2CF11-652E-6345-AC5C-A89FACA07C4E}" dt="2020-02-25T15:23:21.337" v="341" actId="255"/>
        <pc:sldMkLst>
          <pc:docMk/>
          <pc:sldMk cId="3977893820" sldId="585"/>
        </pc:sldMkLst>
      </pc:sldChg>
      <pc:sldChg chg="modSp modAnim">
        <pc:chgData name="Long B Nguyen" userId="f59fb8f3-a021-417a-8bc1-65c8d471c621" providerId="ADAL" clId="{34A2CF11-652E-6345-AC5C-A89FACA07C4E}" dt="2020-02-25T15:47:51.312" v="428" actId="20577"/>
        <pc:sldMkLst>
          <pc:docMk/>
          <pc:sldMk cId="1319289224" sldId="586"/>
        </pc:sldMkLst>
      </pc:sldChg>
      <pc:sldChg chg="modSp">
        <pc:chgData name="Long B Nguyen" userId="f59fb8f3-a021-417a-8bc1-65c8d471c621" providerId="ADAL" clId="{34A2CF11-652E-6345-AC5C-A89FACA07C4E}" dt="2020-02-28T14:52:08.779" v="1420" actId="113"/>
        <pc:sldMkLst>
          <pc:docMk/>
          <pc:sldMk cId="2894020677" sldId="587"/>
        </pc:sldMkLst>
      </pc:sldChg>
      <pc:sldChg chg="modSp">
        <pc:chgData name="Long B Nguyen" userId="f59fb8f3-a021-417a-8bc1-65c8d471c621" providerId="ADAL" clId="{34A2CF11-652E-6345-AC5C-A89FACA07C4E}" dt="2020-02-25T15:15:28.597" v="236" actId="5793"/>
        <pc:sldMkLst>
          <pc:docMk/>
          <pc:sldMk cId="3609960584" sldId="588"/>
        </pc:sldMkLst>
      </pc:sldChg>
      <pc:sldChg chg="modSp">
        <pc:chgData name="Long B Nguyen" userId="f59fb8f3-a021-417a-8bc1-65c8d471c621" providerId="ADAL" clId="{34A2CF11-652E-6345-AC5C-A89FACA07C4E}" dt="2020-02-25T15:49:00.714" v="453" actId="20577"/>
        <pc:sldMkLst>
          <pc:docMk/>
          <pc:sldMk cId="2527578196" sldId="589"/>
        </pc:sldMkLst>
      </pc:sldChg>
      <pc:sldChg chg="modSp">
        <pc:chgData name="Long B Nguyen" userId="f59fb8f3-a021-417a-8bc1-65c8d471c621" providerId="ADAL" clId="{34A2CF11-652E-6345-AC5C-A89FACA07C4E}" dt="2020-02-25T15:49:55.314" v="492" actId="1076"/>
        <pc:sldMkLst>
          <pc:docMk/>
          <pc:sldMk cId="3609937493" sldId="590"/>
        </pc:sldMkLst>
      </pc:sldChg>
      <pc:sldChg chg="modSp">
        <pc:chgData name="Long B Nguyen" userId="f59fb8f3-a021-417a-8bc1-65c8d471c621" providerId="ADAL" clId="{34A2CF11-652E-6345-AC5C-A89FACA07C4E}" dt="2020-02-25T15:49:31.728" v="486" actId="1036"/>
        <pc:sldMkLst>
          <pc:docMk/>
          <pc:sldMk cId="4266553646" sldId="591"/>
        </pc:sldMkLst>
      </pc:sldChg>
      <pc:sldChg chg="delSp modSp del">
        <pc:chgData name="Long B Nguyen" userId="f59fb8f3-a021-417a-8bc1-65c8d471c621" providerId="ADAL" clId="{34A2CF11-652E-6345-AC5C-A89FACA07C4E}" dt="2020-02-28T14:52:21.453" v="1421" actId="2696"/>
        <pc:sldMkLst>
          <pc:docMk/>
          <pc:sldMk cId="4126212206" sldId="592"/>
        </pc:sldMkLst>
      </pc:sldChg>
      <pc:sldChg chg="del">
        <pc:chgData name="Long B Nguyen" userId="f59fb8f3-a021-417a-8bc1-65c8d471c621" providerId="ADAL" clId="{34A2CF11-652E-6345-AC5C-A89FACA07C4E}" dt="2020-02-25T15:53:20.954" v="511" actId="2696"/>
        <pc:sldMkLst>
          <pc:docMk/>
          <pc:sldMk cId="2279088232" sldId="595"/>
        </pc:sldMkLst>
      </pc:sldChg>
      <pc:sldChg chg="del">
        <pc:chgData name="Long B Nguyen" userId="f59fb8f3-a021-417a-8bc1-65c8d471c621" providerId="ADAL" clId="{34A2CF11-652E-6345-AC5C-A89FACA07C4E}" dt="2020-02-25T15:53:19.581" v="510" actId="2696"/>
        <pc:sldMkLst>
          <pc:docMk/>
          <pc:sldMk cId="1584709501" sldId="596"/>
        </pc:sldMkLst>
      </pc:sldChg>
      <pc:sldChg chg="modSp del modAnim">
        <pc:chgData name="Long B Nguyen" userId="f59fb8f3-a021-417a-8bc1-65c8d471c621" providerId="ADAL" clId="{34A2CF11-652E-6345-AC5C-A89FACA07C4E}" dt="2020-02-25T15:12:52.196" v="190" actId="2696"/>
        <pc:sldMkLst>
          <pc:docMk/>
          <pc:sldMk cId="3065633131" sldId="604"/>
        </pc:sldMkLst>
      </pc:sldChg>
      <pc:sldChg chg="modSp del">
        <pc:chgData name="Long B Nguyen" userId="f59fb8f3-a021-417a-8bc1-65c8d471c621" providerId="ADAL" clId="{34A2CF11-652E-6345-AC5C-A89FACA07C4E}" dt="2020-02-25T15:13:53.707" v="206" actId="2696"/>
        <pc:sldMkLst>
          <pc:docMk/>
          <pc:sldMk cId="2263416976" sldId="605"/>
        </pc:sldMkLst>
      </pc:sldChg>
      <pc:sldChg chg="modSp">
        <pc:chgData name="Long B Nguyen" userId="f59fb8f3-a021-417a-8bc1-65c8d471c621" providerId="ADAL" clId="{34A2CF11-652E-6345-AC5C-A89FACA07C4E}" dt="2020-02-25T16:21:01.033" v="1409"/>
        <pc:sldMkLst>
          <pc:docMk/>
          <pc:sldMk cId="2319263073" sldId="610"/>
        </pc:sldMkLst>
      </pc:sldChg>
      <pc:sldChg chg="modSp add modAnim">
        <pc:chgData name="Long B Nguyen" userId="f59fb8f3-a021-417a-8bc1-65c8d471c621" providerId="ADAL" clId="{34A2CF11-652E-6345-AC5C-A89FACA07C4E}" dt="2020-02-25T15:18:40.361" v="298" actId="20577"/>
        <pc:sldMkLst>
          <pc:docMk/>
          <pc:sldMk cId="1558241323" sldId="613"/>
        </pc:sldMkLst>
      </pc:sldChg>
      <pc:sldChg chg="modSp add del">
        <pc:chgData name="Long B Nguyen" userId="f59fb8f3-a021-417a-8bc1-65c8d471c621" providerId="ADAL" clId="{34A2CF11-652E-6345-AC5C-A89FACA07C4E}" dt="2020-02-25T15:19:10.925" v="318" actId="2696"/>
        <pc:sldMkLst>
          <pc:docMk/>
          <pc:sldMk cId="3595252648" sldId="614"/>
        </pc:sldMkLst>
      </pc:sldChg>
      <pc:sldChg chg="modSp add">
        <pc:chgData name="Long B Nguyen" userId="f59fb8f3-a021-417a-8bc1-65c8d471c621" providerId="ADAL" clId="{34A2CF11-652E-6345-AC5C-A89FACA07C4E}" dt="2020-02-25T15:21:23.981" v="339" actId="20577"/>
        <pc:sldMkLst>
          <pc:docMk/>
          <pc:sldMk cId="1678415157" sldId="615"/>
        </pc:sldMkLst>
      </pc:sldChg>
      <pc:sldChg chg="modSp add modAnim">
        <pc:chgData name="Long B Nguyen" userId="f59fb8f3-a021-417a-8bc1-65c8d471c621" providerId="ADAL" clId="{34A2CF11-652E-6345-AC5C-A89FACA07C4E}" dt="2020-02-25T15:26:12.917" v="395" actId="20577"/>
        <pc:sldMkLst>
          <pc:docMk/>
          <pc:sldMk cId="827202224" sldId="616"/>
        </pc:sldMkLst>
      </pc:sldChg>
      <pc:sldChg chg="modSp add del">
        <pc:chgData name="Long B Nguyen" userId="f59fb8f3-a021-417a-8bc1-65c8d471c621" providerId="ADAL" clId="{34A2CF11-652E-6345-AC5C-A89FACA07C4E}" dt="2020-02-25T15:24:04.912" v="356" actId="2696"/>
        <pc:sldMkLst>
          <pc:docMk/>
          <pc:sldMk cId="2019408601" sldId="616"/>
        </pc:sldMkLst>
      </pc:sldChg>
      <pc:sldChg chg="modSp add">
        <pc:chgData name="Long B Nguyen" userId="f59fb8f3-a021-417a-8bc1-65c8d471c621" providerId="ADAL" clId="{34A2CF11-652E-6345-AC5C-A89FACA07C4E}" dt="2020-02-25T15:28:05.754" v="418" actId="14100"/>
        <pc:sldMkLst>
          <pc:docMk/>
          <pc:sldMk cId="971732716" sldId="617"/>
        </pc:sldMkLst>
      </pc:sldChg>
      <pc:sldChg chg="addSp modSp add">
        <pc:chgData name="Long B Nguyen" userId="f59fb8f3-a021-417a-8bc1-65c8d471c621" providerId="ADAL" clId="{34A2CF11-652E-6345-AC5C-A89FACA07C4E}" dt="2020-02-25T16:13:27.291" v="1080" actId="692"/>
        <pc:sldMkLst>
          <pc:docMk/>
          <pc:sldMk cId="1047995035" sldId="618"/>
        </pc:sldMkLst>
      </pc:sldChg>
      <pc:sldChg chg="modSp add">
        <pc:chgData name="Long B Nguyen" userId="f59fb8f3-a021-417a-8bc1-65c8d471c621" providerId="ADAL" clId="{34A2CF11-652E-6345-AC5C-A89FACA07C4E}" dt="2020-03-05T10:05:57.927" v="1422" actId="20577"/>
        <pc:sldMkLst>
          <pc:docMk/>
          <pc:sldMk cId="1016158355" sldId="619"/>
        </pc:sldMkLst>
      </pc:sldChg>
      <pc:sldChg chg="modSp add">
        <pc:chgData name="Long B Nguyen" userId="f59fb8f3-a021-417a-8bc1-65c8d471c621" providerId="ADAL" clId="{34A2CF11-652E-6345-AC5C-A89FACA07C4E}" dt="2020-02-25T16:00:03.623" v="759" actId="20577"/>
        <pc:sldMkLst>
          <pc:docMk/>
          <pc:sldMk cId="4204323314" sldId="620"/>
        </pc:sldMkLst>
      </pc:sldChg>
      <pc:sldChg chg="modSp add">
        <pc:chgData name="Long B Nguyen" userId="f59fb8f3-a021-417a-8bc1-65c8d471c621" providerId="ADAL" clId="{34A2CF11-652E-6345-AC5C-A89FACA07C4E}" dt="2020-02-25T16:05:30.380" v="1035" actId="20577"/>
        <pc:sldMkLst>
          <pc:docMk/>
          <pc:sldMk cId="1162857972" sldId="621"/>
        </pc:sldMkLst>
      </pc:sldChg>
      <pc:sldChg chg="add del">
        <pc:chgData name="Long B Nguyen" userId="f59fb8f3-a021-417a-8bc1-65c8d471c621" providerId="ADAL" clId="{34A2CF11-652E-6345-AC5C-A89FACA07C4E}" dt="2020-02-25T16:03:03.964" v="864"/>
        <pc:sldMkLst>
          <pc:docMk/>
          <pc:sldMk cId="800137632" sldId="622"/>
        </pc:sldMkLst>
      </pc:sldChg>
      <pc:sldChg chg="add del">
        <pc:chgData name="Long B Nguyen" userId="f59fb8f3-a021-417a-8bc1-65c8d471c621" providerId="ADAL" clId="{34A2CF11-652E-6345-AC5C-A89FACA07C4E}" dt="2020-02-25T16:03:17.168" v="866"/>
        <pc:sldMkLst>
          <pc:docMk/>
          <pc:sldMk cId="2516517495" sldId="622"/>
        </pc:sldMkLst>
      </pc:sldChg>
      <pc:sldChg chg="delSp modSp add">
        <pc:chgData name="Long B Nguyen" userId="f59fb8f3-a021-417a-8bc1-65c8d471c621" providerId="ADAL" clId="{34A2CF11-652E-6345-AC5C-A89FACA07C4E}" dt="2020-02-25T16:19:48.413" v="1359" actId="20577"/>
        <pc:sldMkLst>
          <pc:docMk/>
          <pc:sldMk cId="2765543401" sldId="622"/>
        </pc:sldMkLst>
      </pc:sldChg>
      <pc:sldChg chg="modSp add">
        <pc:chgData name="Long B Nguyen" userId="f59fb8f3-a021-417a-8bc1-65c8d471c621" providerId="ADAL" clId="{34A2CF11-652E-6345-AC5C-A89FACA07C4E}" dt="2020-02-25T16:19:36.680" v="1349" actId="20577"/>
        <pc:sldMkLst>
          <pc:docMk/>
          <pc:sldMk cId="3553270583" sldId="623"/>
        </pc:sldMkLst>
      </pc:sldChg>
    </pc:docChg>
  </pc:docChgLst>
  <pc:docChgLst>
    <pc:chgData name="Long B Nguyen" userId="f59fb8f3-a021-417a-8bc1-65c8d471c621" providerId="ADAL" clId="{B81BBD53-AC1D-D74E-8CB3-F09B139D79C3}"/>
    <pc:docChg chg="modSld">
      <pc:chgData name="Long B Nguyen" userId="f59fb8f3-a021-417a-8bc1-65c8d471c621" providerId="ADAL" clId="{B81BBD53-AC1D-D74E-8CB3-F09B139D79C3}" dt="2021-04-13T13:04:47.732" v="101" actId="20577"/>
      <pc:docMkLst>
        <pc:docMk/>
      </pc:docMkLst>
      <pc:sldChg chg="modSp modAnim">
        <pc:chgData name="Long B Nguyen" userId="f59fb8f3-a021-417a-8bc1-65c8d471c621" providerId="ADAL" clId="{B81BBD53-AC1D-D74E-8CB3-F09B139D79C3}" dt="2021-04-12T13:47:12.338" v="98" actId="20577"/>
        <pc:sldMkLst>
          <pc:docMk/>
          <pc:sldMk cId="1925924244" sldId="556"/>
        </pc:sldMkLst>
      </pc:sldChg>
      <pc:sldChg chg="modSp modAnim">
        <pc:chgData name="Long B Nguyen" userId="f59fb8f3-a021-417a-8bc1-65c8d471c621" providerId="ADAL" clId="{B81BBD53-AC1D-D74E-8CB3-F09B139D79C3}" dt="2021-04-12T13:20:37.684" v="94"/>
        <pc:sldMkLst>
          <pc:docMk/>
          <pc:sldMk cId="1603111093" sldId="582"/>
        </pc:sldMkLst>
      </pc:sldChg>
      <pc:sldChg chg="modSp">
        <pc:chgData name="Long B Nguyen" userId="f59fb8f3-a021-417a-8bc1-65c8d471c621" providerId="ADAL" clId="{B81BBD53-AC1D-D74E-8CB3-F09B139D79C3}" dt="2021-04-13T13:04:47.732" v="101" actId="20577"/>
        <pc:sldMkLst>
          <pc:docMk/>
          <pc:sldMk cId="3142613135" sldId="588"/>
        </pc:sldMkLst>
      </pc:sldChg>
      <pc:sldChg chg="modSp">
        <pc:chgData name="Long B Nguyen" userId="f59fb8f3-a021-417a-8bc1-65c8d471c621" providerId="ADAL" clId="{B81BBD53-AC1D-D74E-8CB3-F09B139D79C3}" dt="2021-04-13T12:30:31.024" v="99" actId="113"/>
        <pc:sldMkLst>
          <pc:docMk/>
          <pc:sldMk cId="3535386674" sldId="593"/>
        </pc:sldMkLst>
      </pc:sldChg>
    </pc:docChg>
  </pc:docChgLst>
  <pc:docChgLst>
    <pc:chgData name="Long B Nguyen" userId="f59fb8f3-a021-417a-8bc1-65c8d471c621" providerId="ADAL" clId="{A54A5039-9BC6-1548-AC61-7314DB675A9D}"/>
    <pc:docChg chg="undo custSel addSld delSld modSld">
      <pc:chgData name="Long B Nguyen" userId="f59fb8f3-a021-417a-8bc1-65c8d471c621" providerId="ADAL" clId="{A54A5039-9BC6-1548-AC61-7314DB675A9D}" dt="2019-09-25T14:26:33.714" v="2899" actId="20577"/>
      <pc:docMkLst>
        <pc:docMk/>
      </pc:docMkLst>
      <pc:sldChg chg="modSp">
        <pc:chgData name="Long B Nguyen" userId="f59fb8f3-a021-417a-8bc1-65c8d471c621" providerId="ADAL" clId="{A54A5039-9BC6-1548-AC61-7314DB675A9D}" dt="2019-09-25T14:17:33.020" v="2843" actId="20577"/>
        <pc:sldMkLst>
          <pc:docMk/>
          <pc:sldMk cId="4247104139" sldId="256"/>
        </pc:sldMkLst>
      </pc:sldChg>
      <pc:sldChg chg="modSp modAnim">
        <pc:chgData name="Long B Nguyen" userId="f59fb8f3-a021-417a-8bc1-65c8d471c621" providerId="ADAL" clId="{A54A5039-9BC6-1548-AC61-7314DB675A9D}" dt="2019-09-24T11:45:26.007" v="2185" actId="20577"/>
        <pc:sldMkLst>
          <pc:docMk/>
          <pc:sldMk cId="1438711869" sldId="284"/>
        </pc:sldMkLst>
      </pc:sldChg>
      <pc:sldChg chg="modSp">
        <pc:chgData name="Long B Nguyen" userId="f59fb8f3-a021-417a-8bc1-65c8d471c621" providerId="ADAL" clId="{A54A5039-9BC6-1548-AC61-7314DB675A9D}" dt="2019-09-19T14:18:56.959" v="28" actId="20577"/>
        <pc:sldMkLst>
          <pc:docMk/>
          <pc:sldMk cId="131840209" sldId="286"/>
        </pc:sldMkLst>
      </pc:sldChg>
      <pc:sldChg chg="modSp add del modAnim">
        <pc:chgData name="Long B Nguyen" userId="f59fb8f3-a021-417a-8bc1-65c8d471c621" providerId="ADAL" clId="{A54A5039-9BC6-1548-AC61-7314DB675A9D}" dt="2019-09-24T11:43:26.738" v="2146" actId="2696"/>
        <pc:sldMkLst>
          <pc:docMk/>
          <pc:sldMk cId="3439768680" sldId="294"/>
        </pc:sldMkLst>
      </pc:sldChg>
      <pc:sldChg chg="addSp modSp modAnim">
        <pc:chgData name="Long B Nguyen" userId="f59fb8f3-a021-417a-8bc1-65c8d471c621" providerId="ADAL" clId="{A54A5039-9BC6-1548-AC61-7314DB675A9D}" dt="2019-09-23T12:04:10.373" v="1911"/>
        <pc:sldMkLst>
          <pc:docMk/>
          <pc:sldMk cId="1816941262" sldId="295"/>
        </pc:sldMkLst>
      </pc:sldChg>
      <pc:sldChg chg="modSp modAnim">
        <pc:chgData name="Long B Nguyen" userId="f59fb8f3-a021-417a-8bc1-65c8d471c621" providerId="ADAL" clId="{A54A5039-9BC6-1548-AC61-7314DB675A9D}" dt="2019-09-23T11:59:17.508" v="1794"/>
        <pc:sldMkLst>
          <pc:docMk/>
          <pc:sldMk cId="553003360" sldId="296"/>
        </pc:sldMkLst>
      </pc:sldChg>
      <pc:sldChg chg="modSp modAnim">
        <pc:chgData name="Long B Nguyen" userId="f59fb8f3-a021-417a-8bc1-65c8d471c621" providerId="ADAL" clId="{A54A5039-9BC6-1548-AC61-7314DB675A9D}" dt="2019-09-23T11:59:34.632" v="1798"/>
        <pc:sldMkLst>
          <pc:docMk/>
          <pc:sldMk cId="3006175481" sldId="297"/>
        </pc:sldMkLst>
      </pc:sldChg>
      <pc:sldChg chg="modSp modAnim">
        <pc:chgData name="Long B Nguyen" userId="f59fb8f3-a021-417a-8bc1-65c8d471c621" providerId="ADAL" clId="{A54A5039-9BC6-1548-AC61-7314DB675A9D}" dt="2019-09-23T12:06:41.861" v="1992"/>
        <pc:sldMkLst>
          <pc:docMk/>
          <pc:sldMk cId="3150557076" sldId="298"/>
        </pc:sldMkLst>
      </pc:sldChg>
      <pc:sldChg chg="addSp delSp modSp modAnim">
        <pc:chgData name="Long B Nguyen" userId="f59fb8f3-a021-417a-8bc1-65c8d471c621" providerId="ADAL" clId="{A54A5039-9BC6-1548-AC61-7314DB675A9D}" dt="2019-09-23T12:01:44.436" v="1840"/>
        <pc:sldMkLst>
          <pc:docMk/>
          <pc:sldMk cId="128704095" sldId="302"/>
        </pc:sldMkLst>
      </pc:sldChg>
      <pc:sldChg chg="modSp add modAnim">
        <pc:chgData name="Long B Nguyen" userId="f59fb8f3-a021-417a-8bc1-65c8d471c621" providerId="ADAL" clId="{A54A5039-9BC6-1548-AC61-7314DB675A9D}" dt="2019-09-23T12:00:26.516" v="1826" actId="20577"/>
        <pc:sldMkLst>
          <pc:docMk/>
          <pc:sldMk cId="3275945509" sldId="303"/>
        </pc:sldMkLst>
      </pc:sldChg>
      <pc:sldChg chg="modSp add modAnim">
        <pc:chgData name="Long B Nguyen" userId="f59fb8f3-a021-417a-8bc1-65c8d471c621" providerId="ADAL" clId="{A54A5039-9BC6-1548-AC61-7314DB675A9D}" dt="2019-09-23T12:00:38.314" v="1827"/>
        <pc:sldMkLst>
          <pc:docMk/>
          <pc:sldMk cId="406772024" sldId="304"/>
        </pc:sldMkLst>
      </pc:sldChg>
      <pc:sldChg chg="modSp add modAnim">
        <pc:chgData name="Long B Nguyen" userId="f59fb8f3-a021-417a-8bc1-65c8d471c621" providerId="ADAL" clId="{A54A5039-9BC6-1548-AC61-7314DB675A9D}" dt="2019-09-23T13:27:58.707" v="2000" actId="20577"/>
        <pc:sldMkLst>
          <pc:docMk/>
          <pc:sldMk cId="1703902501" sldId="305"/>
        </pc:sldMkLst>
      </pc:sldChg>
      <pc:sldChg chg="modSp add modAnim">
        <pc:chgData name="Long B Nguyen" userId="f59fb8f3-a021-417a-8bc1-65c8d471c621" providerId="ADAL" clId="{A54A5039-9BC6-1548-AC61-7314DB675A9D}" dt="2019-09-23T12:01:58.728" v="1843"/>
        <pc:sldMkLst>
          <pc:docMk/>
          <pc:sldMk cId="3614829039" sldId="306"/>
        </pc:sldMkLst>
      </pc:sldChg>
      <pc:sldChg chg="modSp add modAnim">
        <pc:chgData name="Long B Nguyen" userId="f59fb8f3-a021-417a-8bc1-65c8d471c621" providerId="ADAL" clId="{A54A5039-9BC6-1548-AC61-7314DB675A9D}" dt="2019-09-23T12:02:15.154" v="1846"/>
        <pc:sldMkLst>
          <pc:docMk/>
          <pc:sldMk cId="295911327" sldId="307"/>
        </pc:sldMkLst>
      </pc:sldChg>
      <pc:sldChg chg="modSp add modAnim">
        <pc:chgData name="Long B Nguyen" userId="f59fb8f3-a021-417a-8bc1-65c8d471c621" providerId="ADAL" clId="{A54A5039-9BC6-1548-AC61-7314DB675A9D}" dt="2019-09-23T12:01:05.311" v="1832"/>
        <pc:sldMkLst>
          <pc:docMk/>
          <pc:sldMk cId="67957925" sldId="308"/>
        </pc:sldMkLst>
      </pc:sldChg>
      <pc:sldChg chg="modSp add modAnim">
        <pc:chgData name="Long B Nguyen" userId="f59fb8f3-a021-417a-8bc1-65c8d471c621" providerId="ADAL" clId="{A54A5039-9BC6-1548-AC61-7314DB675A9D}" dt="2019-09-23T12:01:18.117" v="1835"/>
        <pc:sldMkLst>
          <pc:docMk/>
          <pc:sldMk cId="1872435103" sldId="309"/>
        </pc:sldMkLst>
      </pc:sldChg>
      <pc:sldChg chg="modSp add">
        <pc:chgData name="Long B Nguyen" userId="f59fb8f3-a021-417a-8bc1-65c8d471c621" providerId="ADAL" clId="{A54A5039-9BC6-1548-AC61-7314DB675A9D}" dt="2019-09-20T12:40:48.118" v="1409" actId="20577"/>
        <pc:sldMkLst>
          <pc:docMk/>
          <pc:sldMk cId="4088965571" sldId="310"/>
        </pc:sldMkLst>
      </pc:sldChg>
      <pc:sldChg chg="modSp add modAnim">
        <pc:chgData name="Long B Nguyen" userId="f59fb8f3-a021-417a-8bc1-65c8d471c621" providerId="ADAL" clId="{A54A5039-9BC6-1548-AC61-7314DB675A9D}" dt="2019-09-23T12:01:26.997" v="1836"/>
        <pc:sldMkLst>
          <pc:docMk/>
          <pc:sldMk cId="2255846137" sldId="311"/>
        </pc:sldMkLst>
      </pc:sldChg>
      <pc:sldChg chg="modSp add">
        <pc:chgData name="Long B Nguyen" userId="f59fb8f3-a021-417a-8bc1-65c8d471c621" providerId="ADAL" clId="{A54A5039-9BC6-1548-AC61-7314DB675A9D}" dt="2019-09-23T11:49:40.764" v="1759" actId="20577"/>
        <pc:sldMkLst>
          <pc:docMk/>
          <pc:sldMk cId="1513627164" sldId="312"/>
        </pc:sldMkLst>
      </pc:sldChg>
      <pc:sldChg chg="modSp add modAnim">
        <pc:chgData name="Long B Nguyen" userId="f59fb8f3-a021-417a-8bc1-65c8d471c621" providerId="ADAL" clId="{A54A5039-9BC6-1548-AC61-7314DB675A9D}" dt="2019-09-23T11:58:57.499" v="1789"/>
        <pc:sldMkLst>
          <pc:docMk/>
          <pc:sldMk cId="2097059918" sldId="313"/>
        </pc:sldMkLst>
      </pc:sldChg>
      <pc:sldChg chg="modSp add del">
        <pc:chgData name="Long B Nguyen" userId="f59fb8f3-a021-417a-8bc1-65c8d471c621" providerId="ADAL" clId="{A54A5039-9BC6-1548-AC61-7314DB675A9D}" dt="2019-09-24T11:43:27.284" v="2147" actId="2696"/>
        <pc:sldMkLst>
          <pc:docMk/>
          <pc:sldMk cId="3916896519" sldId="314"/>
        </pc:sldMkLst>
      </pc:sldChg>
      <pc:sldChg chg="modSp add del">
        <pc:chgData name="Long B Nguyen" userId="f59fb8f3-a021-417a-8bc1-65c8d471c621" providerId="ADAL" clId="{A54A5039-9BC6-1548-AC61-7314DB675A9D}" dt="2019-09-24T14:05:24.942" v="2839" actId="2696"/>
        <pc:sldMkLst>
          <pc:docMk/>
          <pc:sldMk cId="2798321153" sldId="315"/>
        </pc:sldMkLst>
      </pc:sldChg>
      <pc:sldChg chg="add">
        <pc:chgData name="Long B Nguyen" userId="f59fb8f3-a021-417a-8bc1-65c8d471c621" providerId="ADAL" clId="{A54A5039-9BC6-1548-AC61-7314DB675A9D}" dt="2019-09-24T11:47:01.081" v="2186"/>
        <pc:sldMkLst>
          <pc:docMk/>
          <pc:sldMk cId="1452600724" sldId="316"/>
        </pc:sldMkLst>
      </pc:sldChg>
      <pc:sldChg chg="modSp add">
        <pc:chgData name="Long B Nguyen" userId="f59fb8f3-a021-417a-8bc1-65c8d471c621" providerId="ADAL" clId="{A54A5039-9BC6-1548-AC61-7314DB675A9D}" dt="2019-09-25T14:26:33.714" v="2899" actId="20577"/>
        <pc:sldMkLst>
          <pc:docMk/>
          <pc:sldMk cId="1787114790" sldId="317"/>
        </pc:sldMkLst>
      </pc:sldChg>
      <pc:sldChg chg="modSp add">
        <pc:chgData name="Long B Nguyen" userId="f59fb8f3-a021-417a-8bc1-65c8d471c621" providerId="ADAL" clId="{A54A5039-9BC6-1548-AC61-7314DB675A9D}" dt="2019-09-24T13:44:10.963" v="2838" actId="20577"/>
        <pc:sldMkLst>
          <pc:docMk/>
          <pc:sldMk cId="1215229427" sldId="318"/>
        </pc:sldMkLst>
      </pc:sldChg>
    </pc:docChg>
  </pc:docChgLst>
  <pc:docChgLst>
    <pc:chgData name="Long B Nguyen" userId="f59fb8f3-a021-417a-8bc1-65c8d471c621" providerId="ADAL" clId="{20E1AE71-974B-2D41-AC34-69C850DFDC19}"/>
    <pc:docChg chg="addSld delSld modSld">
      <pc:chgData name="Long B Nguyen" userId="f59fb8f3-a021-417a-8bc1-65c8d471c621" providerId="ADAL" clId="{20E1AE71-974B-2D41-AC34-69C850DFDC19}" dt="2020-03-16T17:50:12.029" v="624"/>
      <pc:docMkLst>
        <pc:docMk/>
      </pc:docMkLst>
      <pc:sldChg chg="modSp">
        <pc:chgData name="Long B Nguyen" userId="f59fb8f3-a021-417a-8bc1-65c8d471c621" providerId="ADAL" clId="{20E1AE71-974B-2D41-AC34-69C850DFDC19}" dt="2020-03-08T12:15:22.499" v="64" actId="20577"/>
        <pc:sldMkLst>
          <pc:docMk/>
          <pc:sldMk cId="4247104139" sldId="256"/>
        </pc:sldMkLst>
      </pc:sldChg>
      <pc:sldChg chg="add del setBg">
        <pc:chgData name="Long B Nguyen" userId="f59fb8f3-a021-417a-8bc1-65c8d471c621" providerId="ADAL" clId="{20E1AE71-974B-2D41-AC34-69C850DFDC19}" dt="2020-03-08T12:15:06.174" v="50" actId="2696"/>
        <pc:sldMkLst>
          <pc:docMk/>
          <pc:sldMk cId="1569266242" sldId="257"/>
        </pc:sldMkLst>
      </pc:sldChg>
      <pc:sldChg chg="modSp add">
        <pc:chgData name="Long B Nguyen" userId="f59fb8f3-a021-417a-8bc1-65c8d471c621" providerId="ADAL" clId="{20E1AE71-974B-2D41-AC34-69C850DFDC19}" dt="2020-03-08T12:39:57.384" v="218" actId="20577"/>
        <pc:sldMkLst>
          <pc:docMk/>
          <pc:sldMk cId="2902676313" sldId="485"/>
        </pc:sldMkLst>
      </pc:sldChg>
      <pc:sldChg chg="del">
        <pc:chgData name="Long B Nguyen" userId="f59fb8f3-a021-417a-8bc1-65c8d471c621" providerId="ADAL" clId="{20E1AE71-974B-2D41-AC34-69C850DFDC19}" dt="2020-03-08T12:14:33.604" v="13" actId="2696"/>
        <pc:sldMkLst>
          <pc:docMk/>
          <pc:sldMk cId="3813527744" sldId="527"/>
        </pc:sldMkLst>
      </pc:sldChg>
      <pc:sldChg chg="del">
        <pc:chgData name="Long B Nguyen" userId="f59fb8f3-a021-417a-8bc1-65c8d471c621" providerId="ADAL" clId="{20E1AE71-974B-2D41-AC34-69C850DFDC19}" dt="2020-03-08T12:14:33.688" v="18" actId="2696"/>
        <pc:sldMkLst>
          <pc:docMk/>
          <pc:sldMk cId="1445950413" sldId="528"/>
        </pc:sldMkLst>
      </pc:sldChg>
      <pc:sldChg chg="del">
        <pc:chgData name="Long B Nguyen" userId="f59fb8f3-a021-417a-8bc1-65c8d471c621" providerId="ADAL" clId="{20E1AE71-974B-2D41-AC34-69C850DFDC19}" dt="2020-03-08T12:14:33.708" v="19" actId="2696"/>
        <pc:sldMkLst>
          <pc:docMk/>
          <pc:sldMk cId="1720314276" sldId="566"/>
        </pc:sldMkLst>
      </pc:sldChg>
      <pc:sldChg chg="del">
        <pc:chgData name="Long B Nguyen" userId="f59fb8f3-a021-417a-8bc1-65c8d471c621" providerId="ADAL" clId="{20E1AE71-974B-2D41-AC34-69C850DFDC19}" dt="2020-03-08T12:14:33.726" v="20" actId="2696"/>
        <pc:sldMkLst>
          <pc:docMk/>
          <pc:sldMk cId="198395083" sldId="567"/>
        </pc:sldMkLst>
      </pc:sldChg>
      <pc:sldChg chg="del">
        <pc:chgData name="Long B Nguyen" userId="f59fb8f3-a021-417a-8bc1-65c8d471c621" providerId="ADAL" clId="{20E1AE71-974B-2D41-AC34-69C850DFDC19}" dt="2020-03-08T12:14:33.743" v="21" actId="2696"/>
        <pc:sldMkLst>
          <pc:docMk/>
          <pc:sldMk cId="1070622160" sldId="568"/>
        </pc:sldMkLst>
      </pc:sldChg>
      <pc:sldChg chg="del">
        <pc:chgData name="Long B Nguyen" userId="f59fb8f3-a021-417a-8bc1-65c8d471c621" providerId="ADAL" clId="{20E1AE71-974B-2D41-AC34-69C850DFDC19}" dt="2020-03-08T12:14:33.830" v="26" actId="2696"/>
        <pc:sldMkLst>
          <pc:docMk/>
          <pc:sldMk cId="4001486838" sldId="570"/>
        </pc:sldMkLst>
      </pc:sldChg>
      <pc:sldChg chg="del">
        <pc:chgData name="Long B Nguyen" userId="f59fb8f3-a021-417a-8bc1-65c8d471c621" providerId="ADAL" clId="{20E1AE71-974B-2D41-AC34-69C850DFDC19}" dt="2020-03-08T12:14:33.760" v="22" actId="2696"/>
        <pc:sldMkLst>
          <pc:docMk/>
          <pc:sldMk cId="2901569448" sldId="571"/>
        </pc:sldMkLst>
      </pc:sldChg>
      <pc:sldChg chg="del">
        <pc:chgData name="Long B Nguyen" userId="f59fb8f3-a021-417a-8bc1-65c8d471c621" providerId="ADAL" clId="{20E1AE71-974B-2D41-AC34-69C850DFDC19}" dt="2020-03-08T12:14:33.814" v="25" actId="2696"/>
        <pc:sldMkLst>
          <pc:docMk/>
          <pc:sldMk cId="2135159274" sldId="573"/>
        </pc:sldMkLst>
      </pc:sldChg>
      <pc:sldChg chg="del">
        <pc:chgData name="Long B Nguyen" userId="f59fb8f3-a021-417a-8bc1-65c8d471c621" providerId="ADAL" clId="{20E1AE71-974B-2D41-AC34-69C850DFDC19}" dt="2020-03-08T12:14:33.887" v="29" actId="2696"/>
        <pc:sldMkLst>
          <pc:docMk/>
          <pc:sldMk cId="3391101355" sldId="575"/>
        </pc:sldMkLst>
      </pc:sldChg>
      <pc:sldChg chg="del">
        <pc:chgData name="Long B Nguyen" userId="f59fb8f3-a021-417a-8bc1-65c8d471c621" providerId="ADAL" clId="{20E1AE71-974B-2D41-AC34-69C850DFDC19}" dt="2020-03-08T12:14:33.850" v="27" actId="2696"/>
        <pc:sldMkLst>
          <pc:docMk/>
          <pc:sldMk cId="3275116272" sldId="576"/>
        </pc:sldMkLst>
      </pc:sldChg>
      <pc:sldChg chg="del">
        <pc:chgData name="Long B Nguyen" userId="f59fb8f3-a021-417a-8bc1-65c8d471c621" providerId="ADAL" clId="{20E1AE71-974B-2D41-AC34-69C850DFDC19}" dt="2020-03-08T12:14:33.775" v="23" actId="2696"/>
        <pc:sldMkLst>
          <pc:docMk/>
          <pc:sldMk cId="1727266702" sldId="578"/>
        </pc:sldMkLst>
      </pc:sldChg>
      <pc:sldChg chg="del">
        <pc:chgData name="Long B Nguyen" userId="f59fb8f3-a021-417a-8bc1-65c8d471c621" providerId="ADAL" clId="{20E1AE71-974B-2D41-AC34-69C850DFDC19}" dt="2020-03-08T12:14:33.789" v="24" actId="2696"/>
        <pc:sldMkLst>
          <pc:docMk/>
          <pc:sldMk cId="665490485" sldId="579"/>
        </pc:sldMkLst>
      </pc:sldChg>
      <pc:sldChg chg="del">
        <pc:chgData name="Long B Nguyen" userId="f59fb8f3-a021-417a-8bc1-65c8d471c621" providerId="ADAL" clId="{20E1AE71-974B-2D41-AC34-69C850DFDC19}" dt="2020-03-08T12:14:33.669" v="17" actId="2696"/>
        <pc:sldMkLst>
          <pc:docMk/>
          <pc:sldMk cId="2801305812" sldId="580"/>
        </pc:sldMkLst>
      </pc:sldChg>
      <pc:sldChg chg="del">
        <pc:chgData name="Long B Nguyen" userId="f59fb8f3-a021-417a-8bc1-65c8d471c621" providerId="ADAL" clId="{20E1AE71-974B-2D41-AC34-69C850DFDC19}" dt="2020-03-08T12:14:33.654" v="16" actId="2696"/>
        <pc:sldMkLst>
          <pc:docMk/>
          <pc:sldMk cId="156416513" sldId="581"/>
        </pc:sldMkLst>
      </pc:sldChg>
      <pc:sldChg chg="del">
        <pc:chgData name="Long B Nguyen" userId="f59fb8f3-a021-417a-8bc1-65c8d471c621" providerId="ADAL" clId="{20E1AE71-974B-2D41-AC34-69C850DFDC19}" dt="2020-03-08T12:14:33.870" v="28" actId="2696"/>
        <pc:sldMkLst>
          <pc:docMk/>
          <pc:sldMk cId="1237537268" sldId="583"/>
        </pc:sldMkLst>
      </pc:sldChg>
      <pc:sldChg chg="del">
        <pc:chgData name="Long B Nguyen" userId="f59fb8f3-a021-417a-8bc1-65c8d471c621" providerId="ADAL" clId="{20E1AE71-974B-2D41-AC34-69C850DFDC19}" dt="2020-03-08T12:14:33.919" v="31" actId="2696"/>
        <pc:sldMkLst>
          <pc:docMk/>
          <pc:sldMk cId="4256317276" sldId="584"/>
        </pc:sldMkLst>
      </pc:sldChg>
      <pc:sldChg chg="del">
        <pc:chgData name="Long B Nguyen" userId="f59fb8f3-a021-417a-8bc1-65c8d471c621" providerId="ADAL" clId="{20E1AE71-974B-2D41-AC34-69C850DFDC19}" dt="2020-03-08T12:14:33.969" v="34" actId="2696"/>
        <pc:sldMkLst>
          <pc:docMk/>
          <pc:sldMk cId="3977893820" sldId="585"/>
        </pc:sldMkLst>
      </pc:sldChg>
      <pc:sldChg chg="del">
        <pc:chgData name="Long B Nguyen" userId="f59fb8f3-a021-417a-8bc1-65c8d471c621" providerId="ADAL" clId="{20E1AE71-974B-2D41-AC34-69C850DFDC19}" dt="2020-03-08T12:14:34.016" v="37" actId="2696"/>
        <pc:sldMkLst>
          <pc:docMk/>
          <pc:sldMk cId="1319289224" sldId="586"/>
        </pc:sldMkLst>
      </pc:sldChg>
      <pc:sldChg chg="del">
        <pc:chgData name="Long B Nguyen" userId="f59fb8f3-a021-417a-8bc1-65c8d471c621" providerId="ADAL" clId="{20E1AE71-974B-2D41-AC34-69C850DFDC19}" dt="2020-03-08T12:14:34.026" v="38" actId="2696"/>
        <pc:sldMkLst>
          <pc:docMk/>
          <pc:sldMk cId="2894020677" sldId="587"/>
        </pc:sldMkLst>
      </pc:sldChg>
      <pc:sldChg chg="del">
        <pc:chgData name="Long B Nguyen" userId="f59fb8f3-a021-417a-8bc1-65c8d471c621" providerId="ADAL" clId="{20E1AE71-974B-2D41-AC34-69C850DFDC19}" dt="2020-03-08T12:14:33.904" v="30" actId="2696"/>
        <pc:sldMkLst>
          <pc:docMk/>
          <pc:sldMk cId="3609960584" sldId="588"/>
        </pc:sldMkLst>
      </pc:sldChg>
      <pc:sldChg chg="del">
        <pc:chgData name="Long B Nguyen" userId="f59fb8f3-a021-417a-8bc1-65c8d471c621" providerId="ADAL" clId="{20E1AE71-974B-2D41-AC34-69C850DFDC19}" dt="2020-03-08T12:14:34.036" v="39" actId="2696"/>
        <pc:sldMkLst>
          <pc:docMk/>
          <pc:sldMk cId="2527578196" sldId="589"/>
        </pc:sldMkLst>
      </pc:sldChg>
      <pc:sldChg chg="del">
        <pc:chgData name="Long B Nguyen" userId="f59fb8f3-a021-417a-8bc1-65c8d471c621" providerId="ADAL" clId="{20E1AE71-974B-2D41-AC34-69C850DFDC19}" dt="2020-03-08T12:14:34.059" v="41" actId="2696"/>
        <pc:sldMkLst>
          <pc:docMk/>
          <pc:sldMk cId="3609937493" sldId="590"/>
        </pc:sldMkLst>
      </pc:sldChg>
      <pc:sldChg chg="del">
        <pc:chgData name="Long B Nguyen" userId="f59fb8f3-a021-417a-8bc1-65c8d471c621" providerId="ADAL" clId="{20E1AE71-974B-2D41-AC34-69C850DFDC19}" dt="2020-03-08T12:14:34.046" v="40" actId="2696"/>
        <pc:sldMkLst>
          <pc:docMk/>
          <pc:sldMk cId="4266553646" sldId="591"/>
        </pc:sldMkLst>
      </pc:sldChg>
      <pc:sldChg chg="modSp add modAnim">
        <pc:chgData name="Long B Nguyen" userId="f59fb8f3-a021-417a-8bc1-65c8d471c621" providerId="ADAL" clId="{20E1AE71-974B-2D41-AC34-69C850DFDC19}" dt="2020-03-08T12:15:55.975" v="72" actId="20577"/>
        <pc:sldMkLst>
          <pc:docMk/>
          <pc:sldMk cId="4205479306" sldId="594"/>
        </pc:sldMkLst>
      </pc:sldChg>
      <pc:sldChg chg="modSp add modAnim">
        <pc:chgData name="Long B Nguyen" userId="f59fb8f3-a021-417a-8bc1-65c8d471c621" providerId="ADAL" clId="{20E1AE71-974B-2D41-AC34-69C850DFDC19}" dt="2020-03-08T12:16:42.405" v="78" actId="5793"/>
        <pc:sldMkLst>
          <pc:docMk/>
          <pc:sldMk cId="1994033935" sldId="595"/>
        </pc:sldMkLst>
      </pc:sldChg>
      <pc:sldChg chg="modSp add modAnim">
        <pc:chgData name="Long B Nguyen" userId="f59fb8f3-a021-417a-8bc1-65c8d471c621" providerId="ADAL" clId="{20E1AE71-974B-2D41-AC34-69C850DFDC19}" dt="2020-03-08T12:17:14.150" v="86" actId="20577"/>
        <pc:sldMkLst>
          <pc:docMk/>
          <pc:sldMk cId="3986464372" sldId="596"/>
        </pc:sldMkLst>
      </pc:sldChg>
      <pc:sldChg chg="modSp add modAnim">
        <pc:chgData name="Long B Nguyen" userId="f59fb8f3-a021-417a-8bc1-65c8d471c621" providerId="ADAL" clId="{20E1AE71-974B-2D41-AC34-69C850DFDC19}" dt="2020-03-08T14:02:24.971" v="621" actId="20577"/>
        <pc:sldMkLst>
          <pc:docMk/>
          <pc:sldMk cId="2566405133" sldId="597"/>
        </pc:sldMkLst>
      </pc:sldChg>
      <pc:sldChg chg="modSp add modAnim">
        <pc:chgData name="Long B Nguyen" userId="f59fb8f3-a021-417a-8bc1-65c8d471c621" providerId="ADAL" clId="{20E1AE71-974B-2D41-AC34-69C850DFDC19}" dt="2020-03-08T12:23:10.036" v="98" actId="20577"/>
        <pc:sldMkLst>
          <pc:docMk/>
          <pc:sldMk cId="1098067599" sldId="598"/>
        </pc:sldMkLst>
      </pc:sldChg>
      <pc:sldChg chg="modSp add modAnim">
        <pc:chgData name="Long B Nguyen" userId="f59fb8f3-a021-417a-8bc1-65c8d471c621" providerId="ADAL" clId="{20E1AE71-974B-2D41-AC34-69C850DFDC19}" dt="2020-03-08T12:28:38.490" v="119" actId="20577"/>
        <pc:sldMkLst>
          <pc:docMk/>
          <pc:sldMk cId="2135983872" sldId="599"/>
        </pc:sldMkLst>
      </pc:sldChg>
      <pc:sldChg chg="modSp add modAnim">
        <pc:chgData name="Long B Nguyen" userId="f59fb8f3-a021-417a-8bc1-65c8d471c621" providerId="ADAL" clId="{20E1AE71-974B-2D41-AC34-69C850DFDC19}" dt="2020-03-08T12:28:52.619" v="125" actId="20577"/>
        <pc:sldMkLst>
          <pc:docMk/>
          <pc:sldMk cId="3082545194" sldId="600"/>
        </pc:sldMkLst>
      </pc:sldChg>
      <pc:sldChg chg="modSp add modAnim">
        <pc:chgData name="Long B Nguyen" userId="f59fb8f3-a021-417a-8bc1-65c8d471c621" providerId="ADAL" clId="{20E1AE71-974B-2D41-AC34-69C850DFDC19}" dt="2020-03-08T13:57:55.124" v="509" actId="20577"/>
        <pc:sldMkLst>
          <pc:docMk/>
          <pc:sldMk cId="3805116294" sldId="601"/>
        </pc:sldMkLst>
      </pc:sldChg>
      <pc:sldChg chg="modSp add">
        <pc:chgData name="Long B Nguyen" userId="f59fb8f3-a021-417a-8bc1-65c8d471c621" providerId="ADAL" clId="{20E1AE71-974B-2D41-AC34-69C850DFDC19}" dt="2020-03-08T12:29:32.575" v="133" actId="5793"/>
        <pc:sldMkLst>
          <pc:docMk/>
          <pc:sldMk cId="2482297390" sldId="602"/>
        </pc:sldMkLst>
      </pc:sldChg>
      <pc:sldChg chg="modSp add modAnim">
        <pc:chgData name="Long B Nguyen" userId="f59fb8f3-a021-417a-8bc1-65c8d471c621" providerId="ADAL" clId="{20E1AE71-974B-2D41-AC34-69C850DFDC19}" dt="2020-03-08T12:30:37.102" v="153" actId="20577"/>
        <pc:sldMkLst>
          <pc:docMk/>
          <pc:sldMk cId="3316801220" sldId="603"/>
        </pc:sldMkLst>
      </pc:sldChg>
      <pc:sldChg chg="modSp add">
        <pc:chgData name="Long B Nguyen" userId="f59fb8f3-a021-417a-8bc1-65c8d471c621" providerId="ADAL" clId="{20E1AE71-974B-2D41-AC34-69C850DFDC19}" dt="2020-03-08T12:31:12.108" v="157" actId="5793"/>
        <pc:sldMkLst>
          <pc:docMk/>
          <pc:sldMk cId="1665439849" sldId="605"/>
        </pc:sldMkLst>
      </pc:sldChg>
      <pc:sldChg chg="modSp add modAnim">
        <pc:chgData name="Long B Nguyen" userId="f59fb8f3-a021-417a-8bc1-65c8d471c621" providerId="ADAL" clId="{20E1AE71-974B-2D41-AC34-69C850DFDC19}" dt="2020-03-08T12:32:02.124" v="164" actId="20577"/>
        <pc:sldMkLst>
          <pc:docMk/>
          <pc:sldMk cId="1196991583" sldId="606"/>
        </pc:sldMkLst>
      </pc:sldChg>
      <pc:sldChg chg="modSp add modAnim">
        <pc:chgData name="Long B Nguyen" userId="f59fb8f3-a021-417a-8bc1-65c8d471c621" providerId="ADAL" clId="{20E1AE71-974B-2D41-AC34-69C850DFDC19}" dt="2020-03-08T12:36:27.687" v="186" actId="113"/>
        <pc:sldMkLst>
          <pc:docMk/>
          <pc:sldMk cId="2747083858" sldId="607"/>
        </pc:sldMkLst>
      </pc:sldChg>
      <pc:sldChg chg="addSp delSp modSp add modAnim">
        <pc:chgData name="Long B Nguyen" userId="f59fb8f3-a021-417a-8bc1-65c8d471c621" providerId="ADAL" clId="{20E1AE71-974B-2D41-AC34-69C850DFDC19}" dt="2020-03-16T17:50:12.029" v="624"/>
        <pc:sldMkLst>
          <pc:docMk/>
          <pc:sldMk cId="2430561500" sldId="609"/>
        </pc:sldMkLst>
      </pc:sldChg>
      <pc:sldChg chg="modSp add modAnim">
        <pc:chgData name="Long B Nguyen" userId="f59fb8f3-a021-417a-8bc1-65c8d471c621" providerId="ADAL" clId="{20E1AE71-974B-2D41-AC34-69C850DFDC19}" dt="2020-03-08T12:38:37.807" v="200" actId="20577"/>
        <pc:sldMkLst>
          <pc:docMk/>
          <pc:sldMk cId="1660288031" sldId="610"/>
        </pc:sldMkLst>
      </pc:sldChg>
      <pc:sldChg chg="del">
        <pc:chgData name="Long B Nguyen" userId="f59fb8f3-a021-417a-8bc1-65c8d471c621" providerId="ADAL" clId="{20E1AE71-974B-2D41-AC34-69C850DFDC19}" dt="2020-03-08T12:14:34.140" v="48" actId="2696"/>
        <pc:sldMkLst>
          <pc:docMk/>
          <pc:sldMk cId="2319263073" sldId="610"/>
        </pc:sldMkLst>
      </pc:sldChg>
      <pc:sldChg chg="modSp add modAnim">
        <pc:chgData name="Long B Nguyen" userId="f59fb8f3-a021-417a-8bc1-65c8d471c621" providerId="ADAL" clId="{20E1AE71-974B-2D41-AC34-69C850DFDC19}" dt="2020-03-08T13:58:18.579" v="510" actId="1076"/>
        <pc:sldMkLst>
          <pc:docMk/>
          <pc:sldMk cId="1203333742" sldId="611"/>
        </pc:sldMkLst>
      </pc:sldChg>
      <pc:sldChg chg="del">
        <pc:chgData name="Long B Nguyen" userId="f59fb8f3-a021-417a-8bc1-65c8d471c621" providerId="ADAL" clId="{20E1AE71-974B-2D41-AC34-69C850DFDC19}" dt="2020-03-08T12:14:33.642" v="15" actId="2696"/>
        <pc:sldMkLst>
          <pc:docMk/>
          <pc:sldMk cId="2164029680" sldId="611"/>
        </pc:sldMkLst>
      </pc:sldChg>
      <pc:sldChg chg="modSp add">
        <pc:chgData name="Long B Nguyen" userId="f59fb8f3-a021-417a-8bc1-65c8d471c621" providerId="ADAL" clId="{20E1AE71-974B-2D41-AC34-69C850DFDC19}" dt="2020-03-08T12:40:17.189" v="226" actId="20577"/>
        <pc:sldMkLst>
          <pc:docMk/>
          <pc:sldMk cId="186989517" sldId="612"/>
        </pc:sldMkLst>
      </pc:sldChg>
      <pc:sldChg chg="del">
        <pc:chgData name="Long B Nguyen" userId="f59fb8f3-a021-417a-8bc1-65c8d471c621" providerId="ADAL" clId="{20E1AE71-974B-2D41-AC34-69C850DFDC19}" dt="2020-03-08T12:14:33.624" v="14" actId="2696"/>
        <pc:sldMkLst>
          <pc:docMk/>
          <pc:sldMk cId="2356037138" sldId="612"/>
        </pc:sldMkLst>
      </pc:sldChg>
      <pc:sldChg chg="del">
        <pc:chgData name="Long B Nguyen" userId="f59fb8f3-a021-417a-8bc1-65c8d471c621" providerId="ADAL" clId="{20E1AE71-974B-2D41-AC34-69C850DFDC19}" dt="2020-03-08T12:14:33.985" v="35" actId="2696"/>
        <pc:sldMkLst>
          <pc:docMk/>
          <pc:sldMk cId="1558241323" sldId="613"/>
        </pc:sldMkLst>
      </pc:sldChg>
      <pc:sldChg chg="del">
        <pc:chgData name="Long B Nguyen" userId="f59fb8f3-a021-417a-8bc1-65c8d471c621" providerId="ADAL" clId="{20E1AE71-974B-2D41-AC34-69C850DFDC19}" dt="2020-03-08T12:14:34.001" v="36" actId="2696"/>
        <pc:sldMkLst>
          <pc:docMk/>
          <pc:sldMk cId="1678415157" sldId="615"/>
        </pc:sldMkLst>
      </pc:sldChg>
      <pc:sldChg chg="del">
        <pc:chgData name="Long B Nguyen" userId="f59fb8f3-a021-417a-8bc1-65c8d471c621" providerId="ADAL" clId="{20E1AE71-974B-2D41-AC34-69C850DFDC19}" dt="2020-03-08T12:14:33.932" v="32" actId="2696"/>
        <pc:sldMkLst>
          <pc:docMk/>
          <pc:sldMk cId="827202224" sldId="616"/>
        </pc:sldMkLst>
      </pc:sldChg>
      <pc:sldChg chg="del">
        <pc:chgData name="Long B Nguyen" userId="f59fb8f3-a021-417a-8bc1-65c8d471c621" providerId="ADAL" clId="{20E1AE71-974B-2D41-AC34-69C850DFDC19}" dt="2020-03-08T12:14:33.953" v="33" actId="2696"/>
        <pc:sldMkLst>
          <pc:docMk/>
          <pc:sldMk cId="971732716" sldId="617"/>
        </pc:sldMkLst>
      </pc:sldChg>
      <pc:sldChg chg="del">
        <pc:chgData name="Long B Nguyen" userId="f59fb8f3-a021-417a-8bc1-65c8d471c621" providerId="ADAL" clId="{20E1AE71-974B-2D41-AC34-69C850DFDC19}" dt="2020-03-08T12:14:34.105" v="45" actId="2696"/>
        <pc:sldMkLst>
          <pc:docMk/>
          <pc:sldMk cId="1047995035" sldId="618"/>
        </pc:sldMkLst>
      </pc:sldChg>
      <pc:sldChg chg="del">
        <pc:chgData name="Long B Nguyen" userId="f59fb8f3-a021-417a-8bc1-65c8d471c621" providerId="ADAL" clId="{20E1AE71-974B-2D41-AC34-69C850DFDC19}" dt="2020-03-08T12:14:34.069" v="42" actId="2696"/>
        <pc:sldMkLst>
          <pc:docMk/>
          <pc:sldMk cId="1016158355" sldId="619"/>
        </pc:sldMkLst>
      </pc:sldChg>
      <pc:sldChg chg="del">
        <pc:chgData name="Long B Nguyen" userId="f59fb8f3-a021-417a-8bc1-65c8d471c621" providerId="ADAL" clId="{20E1AE71-974B-2D41-AC34-69C850DFDC19}" dt="2020-03-08T12:14:34.079" v="43" actId="2696"/>
        <pc:sldMkLst>
          <pc:docMk/>
          <pc:sldMk cId="4204323314" sldId="620"/>
        </pc:sldMkLst>
      </pc:sldChg>
      <pc:sldChg chg="del">
        <pc:chgData name="Long B Nguyen" userId="f59fb8f3-a021-417a-8bc1-65c8d471c621" providerId="ADAL" clId="{20E1AE71-974B-2D41-AC34-69C850DFDC19}" dt="2020-03-08T12:14:34.093" v="44" actId="2696"/>
        <pc:sldMkLst>
          <pc:docMk/>
          <pc:sldMk cId="1162857972" sldId="621"/>
        </pc:sldMkLst>
      </pc:sldChg>
      <pc:sldChg chg="del">
        <pc:chgData name="Long B Nguyen" userId="f59fb8f3-a021-417a-8bc1-65c8d471c621" providerId="ADAL" clId="{20E1AE71-974B-2D41-AC34-69C850DFDC19}" dt="2020-03-08T12:14:34.118" v="46" actId="2696"/>
        <pc:sldMkLst>
          <pc:docMk/>
          <pc:sldMk cId="2765543401" sldId="622"/>
        </pc:sldMkLst>
      </pc:sldChg>
      <pc:sldChg chg="del">
        <pc:chgData name="Long B Nguyen" userId="f59fb8f3-a021-417a-8bc1-65c8d471c621" providerId="ADAL" clId="{20E1AE71-974B-2D41-AC34-69C850DFDC19}" dt="2020-03-08T12:14:34.132" v="47" actId="2696"/>
        <pc:sldMkLst>
          <pc:docMk/>
          <pc:sldMk cId="3553270583" sldId="623"/>
        </pc:sldMkLst>
      </pc:sldChg>
    </pc:docChg>
  </pc:docChgLst>
  <pc:docChgLst>
    <pc:chgData name="Long B Nguyen" userId="f59fb8f3-a021-417a-8bc1-65c8d471c621" providerId="ADAL" clId="{B5860C40-AA08-4447-A918-2D2782E0FC0B}"/>
    <pc:docChg chg="delSld modSld">
      <pc:chgData name="Long B Nguyen" userId="f59fb8f3-a021-417a-8bc1-65c8d471c621" providerId="ADAL" clId="{B5860C40-AA08-4447-A918-2D2782E0FC0B}" dt="2019-09-16T13:59:20.091" v="35" actId="2696"/>
      <pc:docMkLst>
        <pc:docMk/>
      </pc:docMkLst>
    </pc:docChg>
  </pc:docChgLst>
  <pc:docChgLst>
    <pc:chgData name="Long Nguyen" userId="f59fb8f3-a021-417a-8bc1-65c8d471c621" providerId="ADAL" clId="{DF35109B-7929-8743-89BA-471CE6310637}"/>
    <pc:docChg chg="undo custSel addSld delSld modSld">
      <pc:chgData name="Long Nguyen" userId="f59fb8f3-a021-417a-8bc1-65c8d471c621" providerId="ADAL" clId="{DF35109B-7929-8743-89BA-471CE6310637}" dt="2022-04-27T15:55:20.962" v="3048" actId="20577"/>
      <pc:docMkLst>
        <pc:docMk/>
      </pc:docMkLst>
      <pc:sldChg chg="del">
        <pc:chgData name="Long Nguyen" userId="f59fb8f3-a021-417a-8bc1-65c8d471c621" providerId="ADAL" clId="{DF35109B-7929-8743-89BA-471CE6310637}" dt="2022-04-11T13:35:17.593" v="2556" actId="2696"/>
        <pc:sldMkLst>
          <pc:docMk/>
          <pc:sldMk cId="2179738950" sldId="542"/>
        </pc:sldMkLst>
      </pc:sldChg>
      <pc:sldChg chg="del">
        <pc:chgData name="Long Nguyen" userId="f59fb8f3-a021-417a-8bc1-65c8d471c621" providerId="ADAL" clId="{DF35109B-7929-8743-89BA-471CE6310637}" dt="2022-04-27T15:55:08.105" v="3045" actId="2696"/>
        <pc:sldMkLst>
          <pc:docMk/>
          <pc:sldMk cId="1470496707" sldId="543"/>
        </pc:sldMkLst>
      </pc:sldChg>
      <pc:sldChg chg="modSp mod modAnim">
        <pc:chgData name="Long Nguyen" userId="f59fb8f3-a021-417a-8bc1-65c8d471c621" providerId="ADAL" clId="{DF35109B-7929-8743-89BA-471CE6310637}" dt="2022-04-27T15:55:20.962" v="3048" actId="20577"/>
        <pc:sldMkLst>
          <pc:docMk/>
          <pc:sldMk cId="2441235609" sldId="552"/>
        </pc:sldMkLst>
      </pc:sldChg>
      <pc:sldChg chg="modSp mod">
        <pc:chgData name="Long Nguyen" userId="f59fb8f3-a021-417a-8bc1-65c8d471c621" providerId="ADAL" clId="{DF35109B-7929-8743-89BA-471CE6310637}" dt="2022-04-11T11:42:18.295" v="2392" actId="113"/>
        <pc:sldMkLst>
          <pc:docMk/>
          <pc:sldMk cId="2551255002" sldId="563"/>
        </pc:sldMkLst>
      </pc:sldChg>
      <pc:sldChg chg="modSp mod">
        <pc:chgData name="Long Nguyen" userId="f59fb8f3-a021-417a-8bc1-65c8d471c621" providerId="ADAL" clId="{DF35109B-7929-8743-89BA-471CE6310637}" dt="2022-04-11T11:48:42.931" v="2420" actId="1036"/>
        <pc:sldMkLst>
          <pc:docMk/>
          <pc:sldMk cId="2343131900" sldId="570"/>
        </pc:sldMkLst>
      </pc:sldChg>
      <pc:sldChg chg="addSp modSp mod">
        <pc:chgData name="Long Nguyen" userId="f59fb8f3-a021-417a-8bc1-65c8d471c621" providerId="ADAL" clId="{DF35109B-7929-8743-89BA-471CE6310637}" dt="2022-04-12T11:48:55.248" v="3009" actId="692"/>
        <pc:sldMkLst>
          <pc:docMk/>
          <pc:sldMk cId="192280408" sldId="571"/>
        </pc:sldMkLst>
      </pc:sldChg>
      <pc:sldChg chg="add del">
        <pc:chgData name="Long Nguyen" userId="f59fb8f3-a021-417a-8bc1-65c8d471c621" providerId="ADAL" clId="{DF35109B-7929-8743-89BA-471CE6310637}" dt="2022-04-12T11:49:05.079" v="3010" actId="2696"/>
        <pc:sldMkLst>
          <pc:docMk/>
          <pc:sldMk cId="674573297" sldId="573"/>
        </pc:sldMkLst>
      </pc:sldChg>
      <pc:sldChg chg="del">
        <pc:chgData name="Long Nguyen" userId="f59fb8f3-a021-417a-8bc1-65c8d471c621" providerId="ADAL" clId="{DF35109B-7929-8743-89BA-471CE6310637}" dt="2022-04-11T11:49:06.221" v="2421" actId="2696"/>
        <pc:sldMkLst>
          <pc:docMk/>
          <pc:sldMk cId="1063104711" sldId="573"/>
        </pc:sldMkLst>
      </pc:sldChg>
      <pc:sldChg chg="add del">
        <pc:chgData name="Long Nguyen" userId="f59fb8f3-a021-417a-8bc1-65c8d471c621" providerId="ADAL" clId="{DF35109B-7929-8743-89BA-471CE6310637}" dt="2022-04-12T11:49:30.910" v="3012" actId="2696"/>
        <pc:sldMkLst>
          <pc:docMk/>
          <pc:sldMk cId="1677028284" sldId="573"/>
        </pc:sldMkLst>
      </pc:sldChg>
      <pc:sldChg chg="add del">
        <pc:chgData name="Long Nguyen" userId="f59fb8f3-a021-417a-8bc1-65c8d471c621" providerId="ADAL" clId="{DF35109B-7929-8743-89BA-471CE6310637}" dt="2022-04-12T11:50:08.867" v="3014" actId="2696"/>
        <pc:sldMkLst>
          <pc:docMk/>
          <pc:sldMk cId="2138898067" sldId="573"/>
        </pc:sldMkLst>
      </pc:sldChg>
      <pc:sldChg chg="add">
        <pc:chgData name="Long Nguyen" userId="f59fb8f3-a021-417a-8bc1-65c8d471c621" providerId="ADAL" clId="{DF35109B-7929-8743-89BA-471CE6310637}" dt="2022-04-12T11:50:32.590" v="3015"/>
        <pc:sldMkLst>
          <pc:docMk/>
          <pc:sldMk cId="2766090294" sldId="573"/>
        </pc:sldMkLst>
      </pc:sldChg>
      <pc:sldChg chg="modSp mod">
        <pc:chgData name="Long Nguyen" userId="f59fb8f3-a021-417a-8bc1-65c8d471c621" providerId="ADAL" clId="{DF35109B-7929-8743-89BA-471CE6310637}" dt="2022-04-12T14:30:37.935" v="3044" actId="1036"/>
        <pc:sldMkLst>
          <pc:docMk/>
          <pc:sldMk cId="1551865980" sldId="582"/>
        </pc:sldMkLst>
      </pc:sldChg>
      <pc:sldChg chg="add del">
        <pc:chgData name="Long Nguyen" userId="f59fb8f3-a021-417a-8bc1-65c8d471c621" providerId="ADAL" clId="{DF35109B-7929-8743-89BA-471CE6310637}" dt="2022-04-12T11:50:08.867" v="3014" actId="2696"/>
        <pc:sldMkLst>
          <pc:docMk/>
          <pc:sldMk cId="238634536" sldId="584"/>
        </pc:sldMkLst>
      </pc:sldChg>
      <pc:sldChg chg="del">
        <pc:chgData name="Long Nguyen" userId="f59fb8f3-a021-417a-8bc1-65c8d471c621" providerId="ADAL" clId="{DF35109B-7929-8743-89BA-471CE6310637}" dt="2022-04-11T11:49:06.221" v="2421" actId="2696"/>
        <pc:sldMkLst>
          <pc:docMk/>
          <pc:sldMk cId="1126682757" sldId="584"/>
        </pc:sldMkLst>
      </pc:sldChg>
      <pc:sldChg chg="add del">
        <pc:chgData name="Long Nguyen" userId="f59fb8f3-a021-417a-8bc1-65c8d471c621" providerId="ADAL" clId="{DF35109B-7929-8743-89BA-471CE6310637}" dt="2022-04-12T11:49:30.910" v="3012" actId="2696"/>
        <pc:sldMkLst>
          <pc:docMk/>
          <pc:sldMk cId="1952196110" sldId="584"/>
        </pc:sldMkLst>
      </pc:sldChg>
      <pc:sldChg chg="add del">
        <pc:chgData name="Long Nguyen" userId="f59fb8f3-a021-417a-8bc1-65c8d471c621" providerId="ADAL" clId="{DF35109B-7929-8743-89BA-471CE6310637}" dt="2022-04-12T11:49:05.079" v="3010" actId="2696"/>
        <pc:sldMkLst>
          <pc:docMk/>
          <pc:sldMk cId="3112879688" sldId="584"/>
        </pc:sldMkLst>
      </pc:sldChg>
      <pc:sldChg chg="add">
        <pc:chgData name="Long Nguyen" userId="f59fb8f3-a021-417a-8bc1-65c8d471c621" providerId="ADAL" clId="{DF35109B-7929-8743-89BA-471CE6310637}" dt="2022-04-12T11:50:32.590" v="3015"/>
        <pc:sldMkLst>
          <pc:docMk/>
          <pc:sldMk cId="3352192990" sldId="584"/>
        </pc:sldMkLst>
      </pc:sldChg>
      <pc:sldChg chg="add del">
        <pc:chgData name="Long Nguyen" userId="f59fb8f3-a021-417a-8bc1-65c8d471c621" providerId="ADAL" clId="{DF35109B-7929-8743-89BA-471CE6310637}" dt="2022-04-11T11:49:43.348" v="2425" actId="2696"/>
        <pc:sldMkLst>
          <pc:docMk/>
          <pc:sldMk cId="899424772" sldId="593"/>
        </pc:sldMkLst>
      </pc:sldChg>
      <pc:sldChg chg="modSp add mod">
        <pc:chgData name="Long Nguyen" userId="f59fb8f3-a021-417a-8bc1-65c8d471c621" providerId="ADAL" clId="{DF35109B-7929-8743-89BA-471CE6310637}" dt="2022-04-11T11:50:25.277" v="2472" actId="1076"/>
        <pc:sldMkLst>
          <pc:docMk/>
          <pc:sldMk cId="1196607856" sldId="593"/>
        </pc:sldMkLst>
      </pc:sldChg>
      <pc:sldChg chg="add del">
        <pc:chgData name="Long Nguyen" userId="f59fb8f3-a021-417a-8bc1-65c8d471c621" providerId="ADAL" clId="{DF35109B-7929-8743-89BA-471CE6310637}" dt="2022-04-11T11:49:34.498" v="2423" actId="2696"/>
        <pc:sldMkLst>
          <pc:docMk/>
          <pc:sldMk cId="1623860042" sldId="593"/>
        </pc:sldMkLst>
      </pc:sldChg>
      <pc:sldChg chg="modSp del mod">
        <pc:chgData name="Long Nguyen" userId="f59fb8f3-a021-417a-8bc1-65c8d471c621" providerId="ADAL" clId="{DF35109B-7929-8743-89BA-471CE6310637}" dt="2022-04-11T11:49:06.221" v="2421" actId="2696"/>
        <pc:sldMkLst>
          <pc:docMk/>
          <pc:sldMk cId="3064516433" sldId="593"/>
        </pc:sldMkLst>
      </pc:sldChg>
      <pc:sldChg chg="modSp mod">
        <pc:chgData name="Long Nguyen" userId="f59fb8f3-a021-417a-8bc1-65c8d471c621" providerId="ADAL" clId="{DF35109B-7929-8743-89BA-471CE6310637}" dt="2022-04-12T14:28:44.238" v="3016" actId="207"/>
        <pc:sldMkLst>
          <pc:docMk/>
          <pc:sldMk cId="1444249637" sldId="597"/>
        </pc:sldMkLst>
      </pc:sldChg>
      <pc:sldChg chg="modSp mod">
        <pc:chgData name="Long Nguyen" userId="f59fb8f3-a021-417a-8bc1-65c8d471c621" providerId="ADAL" clId="{DF35109B-7929-8743-89BA-471CE6310637}" dt="2022-04-12T14:28:51.394" v="3017" actId="207"/>
        <pc:sldMkLst>
          <pc:docMk/>
          <pc:sldMk cId="630346246" sldId="598"/>
        </pc:sldMkLst>
      </pc:sldChg>
      <pc:sldChg chg="modSp mod">
        <pc:chgData name="Long Nguyen" userId="f59fb8f3-a021-417a-8bc1-65c8d471c621" providerId="ADAL" clId="{DF35109B-7929-8743-89BA-471CE6310637}" dt="2022-04-12T14:28:57.321" v="3018" actId="207"/>
        <pc:sldMkLst>
          <pc:docMk/>
          <pc:sldMk cId="2996019340" sldId="599"/>
        </pc:sldMkLst>
      </pc:sldChg>
      <pc:sldChg chg="addSp delSp modSp add mod">
        <pc:chgData name="Long Nguyen" userId="f59fb8f3-a021-417a-8bc1-65c8d471c621" providerId="ADAL" clId="{DF35109B-7929-8743-89BA-471CE6310637}" dt="2022-04-11T13:39:02.864" v="2565" actId="478"/>
        <pc:sldMkLst>
          <pc:docMk/>
          <pc:sldMk cId="629873583" sldId="600"/>
        </pc:sldMkLst>
      </pc:sldChg>
      <pc:sldChg chg="del">
        <pc:chgData name="Long Nguyen" userId="f59fb8f3-a021-417a-8bc1-65c8d471c621" providerId="ADAL" clId="{DF35109B-7929-8743-89BA-471CE6310637}" dt="2022-04-11T13:38:40.642" v="2559" actId="2696"/>
        <pc:sldMkLst>
          <pc:docMk/>
          <pc:sldMk cId="4124768698" sldId="600"/>
        </pc:sldMkLst>
      </pc:sldChg>
      <pc:sldChg chg="addSp delSp modSp del mod setBg">
        <pc:chgData name="Long Nguyen" userId="f59fb8f3-a021-417a-8bc1-65c8d471c621" providerId="ADAL" clId="{DF35109B-7929-8743-89BA-471CE6310637}" dt="2022-04-08T17:21:25.809" v="817" actId="2696"/>
        <pc:sldMkLst>
          <pc:docMk/>
          <pc:sldMk cId="1522800028" sldId="603"/>
        </pc:sldMkLst>
      </pc:sldChg>
      <pc:sldChg chg="addSp delSp modSp mod delAnim modAnim">
        <pc:chgData name="Long Nguyen" userId="f59fb8f3-a021-417a-8bc1-65c8d471c621" providerId="ADAL" clId="{DF35109B-7929-8743-89BA-471CE6310637}" dt="2022-04-08T17:18:42.420" v="750"/>
        <pc:sldMkLst>
          <pc:docMk/>
          <pc:sldMk cId="1582772439" sldId="604"/>
        </pc:sldMkLst>
      </pc:sldChg>
      <pc:sldChg chg="modSp mod">
        <pc:chgData name="Long Nguyen" userId="f59fb8f3-a021-417a-8bc1-65c8d471c621" providerId="ADAL" clId="{DF35109B-7929-8743-89BA-471CE6310637}" dt="2022-04-08T17:06:08.587" v="4" actId="27636"/>
        <pc:sldMkLst>
          <pc:docMk/>
          <pc:sldMk cId="2179424705" sldId="605"/>
        </pc:sldMkLst>
      </pc:sldChg>
      <pc:sldChg chg="del">
        <pc:chgData name="Long Nguyen" userId="f59fb8f3-a021-417a-8bc1-65c8d471c621" providerId="ADAL" clId="{DF35109B-7929-8743-89BA-471CE6310637}" dt="2022-04-08T17:27:32.082" v="905" actId="2696"/>
        <pc:sldMkLst>
          <pc:docMk/>
          <pc:sldMk cId="1910378510" sldId="631"/>
        </pc:sldMkLst>
      </pc:sldChg>
      <pc:sldChg chg="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1115615929" sldId="632"/>
        </pc:sldMkLst>
      </pc:sldChg>
      <pc:sldChg chg="add">
        <pc:chgData name="Long Nguyen" userId="f59fb8f3-a021-417a-8bc1-65c8d471c621" providerId="ADAL" clId="{DF35109B-7929-8743-89BA-471CE6310637}" dt="2022-04-11T11:34:49.261" v="2169"/>
        <pc:sldMkLst>
          <pc:docMk/>
          <pc:sldMk cId="1327652361" sldId="632"/>
        </pc:sldMkLst>
      </pc:sldChg>
      <pc:sldChg chg="del">
        <pc:chgData name="Long Nguyen" userId="f59fb8f3-a021-417a-8bc1-65c8d471c621" providerId="ADAL" clId="{DF35109B-7929-8743-89BA-471CE6310637}" dt="2022-04-08T17:40:40.630" v="1195" actId="2696"/>
        <pc:sldMkLst>
          <pc:docMk/>
          <pc:sldMk cId="390817172" sldId="633"/>
        </pc:sldMkLst>
      </pc:sldChg>
      <pc:sldChg chg="add">
        <pc:chgData name="Long Nguyen" userId="f59fb8f3-a021-417a-8bc1-65c8d471c621" providerId="ADAL" clId="{DF35109B-7929-8743-89BA-471CE6310637}" dt="2022-04-11T11:34:49.261" v="2169"/>
        <pc:sldMkLst>
          <pc:docMk/>
          <pc:sldMk cId="1713981679" sldId="634"/>
        </pc:sldMkLst>
      </pc:sldChg>
      <pc:sldChg chg="addSp delSp modSp add del mod delAnim">
        <pc:chgData name="Long Nguyen" userId="f59fb8f3-a021-417a-8bc1-65c8d471c621" providerId="ADAL" clId="{DF35109B-7929-8743-89BA-471CE6310637}" dt="2022-04-11T11:34:31.356" v="2168" actId="2696"/>
        <pc:sldMkLst>
          <pc:docMk/>
          <pc:sldMk cId="3972071686" sldId="634"/>
        </pc:sldMkLst>
      </pc:sldChg>
      <pc:sldChg chg="add modAnim">
        <pc:chgData name="Long Nguyen" userId="f59fb8f3-a021-417a-8bc1-65c8d471c621" providerId="ADAL" clId="{DF35109B-7929-8743-89BA-471CE6310637}" dt="2022-04-11T14:34:37.897" v="2593"/>
        <pc:sldMkLst>
          <pc:docMk/>
          <pc:sldMk cId="377049389" sldId="635"/>
        </pc:sldMkLst>
      </pc:sldChg>
      <pc:sldChg chg="addSp delSp 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3717689186" sldId="635"/>
        </pc:sldMkLst>
      </pc:sldChg>
      <pc:sldChg chg="add">
        <pc:chgData name="Long Nguyen" userId="f59fb8f3-a021-417a-8bc1-65c8d471c621" providerId="ADAL" clId="{DF35109B-7929-8743-89BA-471CE6310637}" dt="2022-04-11T11:34:49.261" v="2169"/>
        <pc:sldMkLst>
          <pc:docMk/>
          <pc:sldMk cId="2052418655" sldId="636"/>
        </pc:sldMkLst>
      </pc:sldChg>
      <pc:sldChg chg="addSp delSp 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3221876358" sldId="636"/>
        </pc:sldMkLst>
      </pc:sldChg>
      <pc:sldChg chg="addSp modSp add mod">
        <pc:chgData name="Long Nguyen" userId="f59fb8f3-a021-417a-8bc1-65c8d471c621" providerId="ADAL" clId="{DF35109B-7929-8743-89BA-471CE6310637}" dt="2022-04-11T15:24:44.074" v="2775" actId="1038"/>
        <pc:sldMkLst>
          <pc:docMk/>
          <pc:sldMk cId="344393271" sldId="637"/>
        </pc:sldMkLst>
      </pc:sldChg>
      <pc:sldChg chg="addSp delSp 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2208213074" sldId="637"/>
        </pc:sldMkLst>
      </pc:sldChg>
      <pc:sldChg chg="add">
        <pc:chgData name="Long Nguyen" userId="f59fb8f3-a021-417a-8bc1-65c8d471c621" providerId="ADAL" clId="{DF35109B-7929-8743-89BA-471CE6310637}" dt="2022-04-11T11:34:49.261" v="2169"/>
        <pc:sldMkLst>
          <pc:docMk/>
          <pc:sldMk cId="114122793" sldId="638"/>
        </pc:sldMkLst>
      </pc:sldChg>
      <pc:sldChg chg="addSp delSp 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1296861205" sldId="638"/>
        </pc:sldMkLst>
      </pc:sldChg>
      <pc:sldChg chg="addSp delSp 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1885070025" sldId="639"/>
        </pc:sldMkLst>
      </pc:sldChg>
      <pc:sldChg chg="add">
        <pc:chgData name="Long Nguyen" userId="f59fb8f3-a021-417a-8bc1-65c8d471c621" providerId="ADAL" clId="{DF35109B-7929-8743-89BA-471CE6310637}" dt="2022-04-11T11:34:49.261" v="2169"/>
        <pc:sldMkLst>
          <pc:docMk/>
          <pc:sldMk cId="4293863489" sldId="639"/>
        </pc:sldMkLst>
      </pc:sldChg>
      <pc:sldChg chg="add modAnim">
        <pc:chgData name="Long Nguyen" userId="f59fb8f3-a021-417a-8bc1-65c8d471c621" providerId="ADAL" clId="{DF35109B-7929-8743-89BA-471CE6310637}" dt="2022-04-11T13:43:19.321" v="2588"/>
        <pc:sldMkLst>
          <pc:docMk/>
          <pc:sldMk cId="419854033" sldId="640"/>
        </pc:sldMkLst>
      </pc:sldChg>
      <pc:sldChg chg="addSp delSp 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3354169107" sldId="640"/>
        </pc:sldMkLst>
      </pc:sldChg>
      <pc:sldChg chg="modSp mod">
        <pc:chgData name="Long Nguyen" userId="f59fb8f3-a021-417a-8bc1-65c8d471c621" providerId="ADAL" clId="{DF35109B-7929-8743-89BA-471CE6310637}" dt="2022-04-08T17:06:08.664" v="9" actId="27636"/>
        <pc:sldMkLst>
          <pc:docMk/>
          <pc:sldMk cId="3244400540" sldId="641"/>
        </pc:sldMkLst>
      </pc:sldChg>
      <pc:sldChg chg="modSp mod">
        <pc:chgData name="Long Nguyen" userId="f59fb8f3-a021-417a-8bc1-65c8d471c621" providerId="ADAL" clId="{DF35109B-7929-8743-89BA-471CE6310637}" dt="2022-04-08T17:06:08.672" v="10" actId="27636"/>
        <pc:sldMkLst>
          <pc:docMk/>
          <pc:sldMk cId="778751158" sldId="647"/>
        </pc:sldMkLst>
      </pc:sldChg>
      <pc:sldChg chg="modSp mod">
        <pc:chgData name="Long Nguyen" userId="f59fb8f3-a021-417a-8bc1-65c8d471c621" providerId="ADAL" clId="{DF35109B-7929-8743-89BA-471CE6310637}" dt="2022-04-08T17:06:08.685" v="11" actId="27636"/>
        <pc:sldMkLst>
          <pc:docMk/>
          <pc:sldMk cId="3019769695" sldId="652"/>
        </pc:sldMkLst>
      </pc:sldChg>
      <pc:sldChg chg="modSp mod">
        <pc:chgData name="Long Nguyen" userId="f59fb8f3-a021-417a-8bc1-65c8d471c621" providerId="ADAL" clId="{DF35109B-7929-8743-89BA-471CE6310637}" dt="2022-04-08T17:06:08.609" v="5" actId="27636"/>
        <pc:sldMkLst>
          <pc:docMk/>
          <pc:sldMk cId="3005322827" sldId="674"/>
        </pc:sldMkLst>
      </pc:sldChg>
      <pc:sldChg chg="modSp mod">
        <pc:chgData name="Long Nguyen" userId="f59fb8f3-a021-417a-8bc1-65c8d471c621" providerId="ADAL" clId="{DF35109B-7929-8743-89BA-471CE6310637}" dt="2022-04-08T17:06:08.620" v="6" actId="27636"/>
        <pc:sldMkLst>
          <pc:docMk/>
          <pc:sldMk cId="703136257" sldId="680"/>
        </pc:sldMkLst>
      </pc:sldChg>
      <pc:sldChg chg="modSp mod">
        <pc:chgData name="Long Nguyen" userId="f59fb8f3-a021-417a-8bc1-65c8d471c621" providerId="ADAL" clId="{DF35109B-7929-8743-89BA-471CE6310637}" dt="2022-04-08T17:06:08.625" v="7" actId="27636"/>
        <pc:sldMkLst>
          <pc:docMk/>
          <pc:sldMk cId="128763582" sldId="682"/>
        </pc:sldMkLst>
      </pc:sldChg>
      <pc:sldChg chg="addSp delSp modSp add mod">
        <pc:chgData name="Long Nguyen" userId="f59fb8f3-a021-417a-8bc1-65c8d471c621" providerId="ADAL" clId="{DF35109B-7929-8743-89BA-471CE6310637}" dt="2022-04-08T17:21:21.205" v="816" actId="1037"/>
        <pc:sldMkLst>
          <pc:docMk/>
          <pc:sldMk cId="238172017" sldId="683"/>
        </pc:sldMkLst>
      </pc:sldChg>
      <pc:sldChg chg="add del">
        <pc:chgData name="Long Nguyen" userId="f59fb8f3-a021-417a-8bc1-65c8d471c621" providerId="ADAL" clId="{DF35109B-7929-8743-89BA-471CE6310637}" dt="2022-04-08T17:18:53.362" v="751" actId="2696"/>
        <pc:sldMkLst>
          <pc:docMk/>
          <pc:sldMk cId="4170273331" sldId="683"/>
        </pc:sldMkLst>
      </pc:sldChg>
      <pc:sldChg chg="delSp modSp add del mod delAnim">
        <pc:chgData name="Long Nguyen" userId="f59fb8f3-a021-417a-8bc1-65c8d471c621" providerId="ADAL" clId="{DF35109B-7929-8743-89BA-471CE6310637}" dt="2022-04-11T11:34:31.356" v="2168" actId="2696"/>
        <pc:sldMkLst>
          <pc:docMk/>
          <pc:sldMk cId="3313922833" sldId="684"/>
        </pc:sldMkLst>
      </pc:sldChg>
      <pc:sldChg chg="add modAnim">
        <pc:chgData name="Long Nguyen" userId="f59fb8f3-a021-417a-8bc1-65c8d471c621" providerId="ADAL" clId="{DF35109B-7929-8743-89BA-471CE6310637}" dt="2022-04-11T13:41:17.977" v="2580"/>
        <pc:sldMkLst>
          <pc:docMk/>
          <pc:sldMk cId="3961384057" sldId="684"/>
        </pc:sldMkLst>
      </pc:sldChg>
      <pc:sldChg chg="addSp delSp modSp add del mod">
        <pc:chgData name="Long Nguyen" userId="f59fb8f3-a021-417a-8bc1-65c8d471c621" providerId="ADAL" clId="{DF35109B-7929-8743-89BA-471CE6310637}" dt="2022-04-11T11:34:31.356" v="2168" actId="2696"/>
        <pc:sldMkLst>
          <pc:docMk/>
          <pc:sldMk cId="2426742447" sldId="685"/>
        </pc:sldMkLst>
      </pc:sldChg>
      <pc:sldChg chg="addSp delSp modSp add mod modAnim">
        <pc:chgData name="Long Nguyen" userId="f59fb8f3-a021-417a-8bc1-65c8d471c621" providerId="ADAL" clId="{DF35109B-7929-8743-89BA-471CE6310637}" dt="2022-04-11T15:09:46.942" v="2771" actId="1037"/>
        <pc:sldMkLst>
          <pc:docMk/>
          <pc:sldMk cId="2728134279" sldId="685"/>
        </pc:sldMkLst>
      </pc:sldChg>
      <pc:sldChg chg="addSp modSp new mod">
        <pc:chgData name="Long Nguyen" userId="f59fb8f3-a021-417a-8bc1-65c8d471c621" providerId="ADAL" clId="{DF35109B-7929-8743-89BA-471CE6310637}" dt="2022-04-11T11:25:51.641" v="2023" actId="1076"/>
        <pc:sldMkLst>
          <pc:docMk/>
          <pc:sldMk cId="2541800070" sldId="686"/>
        </pc:sldMkLst>
      </pc:sldChg>
      <pc:sldChg chg="addSp delSp modSp add mod">
        <pc:chgData name="Long Nguyen" userId="f59fb8f3-a021-417a-8bc1-65c8d471c621" providerId="ADAL" clId="{DF35109B-7929-8743-89BA-471CE6310637}" dt="2022-04-11T11:28:31.327" v="2075" actId="20577"/>
        <pc:sldMkLst>
          <pc:docMk/>
          <pc:sldMk cId="1653005264" sldId="687"/>
        </pc:sldMkLst>
      </pc:sldChg>
      <pc:sldChg chg="addSp delSp modSp add mod">
        <pc:chgData name="Long Nguyen" userId="f59fb8f3-a021-417a-8bc1-65c8d471c621" providerId="ADAL" clId="{DF35109B-7929-8743-89BA-471CE6310637}" dt="2022-04-11T11:29:42.935" v="2112"/>
        <pc:sldMkLst>
          <pc:docMk/>
          <pc:sldMk cId="1270277591" sldId="688"/>
        </pc:sldMkLst>
      </pc:sldChg>
      <pc:sldChg chg="addSp delSp modSp add mod">
        <pc:chgData name="Long Nguyen" userId="f59fb8f3-a021-417a-8bc1-65c8d471c621" providerId="ADAL" clId="{DF35109B-7929-8743-89BA-471CE6310637}" dt="2022-04-11T11:31:38.736" v="2161" actId="20577"/>
        <pc:sldMkLst>
          <pc:docMk/>
          <pc:sldMk cId="1166645991" sldId="689"/>
        </pc:sldMkLst>
      </pc:sldChg>
      <pc:sldChg chg="addSp delSp modSp add del mod">
        <pc:chgData name="Long Nguyen" userId="f59fb8f3-a021-417a-8bc1-65c8d471c621" providerId="ADAL" clId="{DF35109B-7929-8743-89BA-471CE6310637}" dt="2022-04-11T11:38:24.867" v="2389" actId="2696"/>
        <pc:sldMkLst>
          <pc:docMk/>
          <pc:sldMk cId="156572940" sldId="690"/>
        </pc:sldMkLst>
      </pc:sldChg>
      <pc:sldChg chg="addSp modSp add mod modAnim">
        <pc:chgData name="Long Nguyen" userId="f59fb8f3-a021-417a-8bc1-65c8d471c621" providerId="ADAL" clId="{DF35109B-7929-8743-89BA-471CE6310637}" dt="2022-04-11T14:59:39.653" v="2713" actId="20577"/>
        <pc:sldMkLst>
          <pc:docMk/>
          <pc:sldMk cId="37831961" sldId="691"/>
        </pc:sldMkLst>
      </pc:sldChg>
      <pc:sldChg chg="addSp delSp modSp new mod modAnim">
        <pc:chgData name="Long Nguyen" userId="f59fb8f3-a021-417a-8bc1-65c8d471c621" providerId="ADAL" clId="{DF35109B-7929-8743-89BA-471CE6310637}" dt="2022-04-11T13:36:11.381" v="2557"/>
        <pc:sldMkLst>
          <pc:docMk/>
          <pc:sldMk cId="1771710257" sldId="692"/>
        </pc:sldMkLst>
      </pc:sldChg>
      <pc:sldChg chg="addSp delSp modSp add mod modAnim">
        <pc:chgData name="Long Nguyen" userId="f59fb8f3-a021-417a-8bc1-65c8d471c621" providerId="ADAL" clId="{DF35109B-7929-8743-89BA-471CE6310637}" dt="2022-04-11T13:36:15.712" v="2558"/>
        <pc:sldMkLst>
          <pc:docMk/>
          <pc:sldMk cId="2480261375" sldId="693"/>
        </pc:sldMkLst>
      </pc:sldChg>
      <pc:sldChg chg="addSp delSp modSp new mod modAnim">
        <pc:chgData name="Long Nguyen" userId="f59fb8f3-a021-417a-8bc1-65c8d471c621" providerId="ADAL" clId="{DF35109B-7929-8743-89BA-471CE6310637}" dt="2022-04-12T11:46:37.883" v="2994"/>
        <pc:sldMkLst>
          <pc:docMk/>
          <pc:sldMk cId="3066514232" sldId="694"/>
        </pc:sldMkLst>
      </pc:sldChg>
    </pc:docChg>
  </pc:docChgLst>
  <pc:docChgLst>
    <pc:chgData name="Long B Nguyen" userId="f59fb8f3-a021-417a-8bc1-65c8d471c621" providerId="ADAL" clId="{AA9102B5-DACA-D841-B260-AEEBF90FC60A}"/>
    <pc:docChg chg="custSel addSld delSld modSld">
      <pc:chgData name="Long B Nguyen" userId="f59fb8f3-a021-417a-8bc1-65c8d471c621" providerId="ADAL" clId="{AA9102B5-DACA-D841-B260-AEEBF90FC60A}" dt="2020-01-06T17:07:10.515" v="1519" actId="2711"/>
      <pc:docMkLst>
        <pc:docMk/>
      </pc:docMkLst>
      <pc:sldChg chg="modSp">
        <pc:chgData name="Long B Nguyen" userId="f59fb8f3-a021-417a-8bc1-65c8d471c621" providerId="ADAL" clId="{AA9102B5-DACA-D841-B260-AEEBF90FC60A}" dt="2020-01-05T22:05:23.536" v="23" actId="20577"/>
        <pc:sldMkLst>
          <pc:docMk/>
          <pc:sldMk cId="4247104139" sldId="256"/>
        </pc:sldMkLst>
      </pc:sldChg>
      <pc:sldChg chg="del">
        <pc:chgData name="Long B Nguyen" userId="f59fb8f3-a021-417a-8bc1-65c8d471c621" providerId="ADAL" clId="{AA9102B5-DACA-D841-B260-AEEBF90FC60A}" dt="2020-01-05T22:05:52.483" v="41" actId="2696"/>
        <pc:sldMkLst>
          <pc:docMk/>
          <pc:sldMk cId="1438711869" sldId="284"/>
        </pc:sldMkLst>
      </pc:sldChg>
      <pc:sldChg chg="del">
        <pc:chgData name="Long B Nguyen" userId="f59fb8f3-a021-417a-8bc1-65c8d471c621" providerId="ADAL" clId="{AA9102B5-DACA-D841-B260-AEEBF90FC60A}" dt="2020-01-05T22:05:52.199" v="24" actId="2696"/>
        <pc:sldMkLst>
          <pc:docMk/>
          <pc:sldMk cId="131840209" sldId="286"/>
        </pc:sldMkLst>
      </pc:sldChg>
      <pc:sldChg chg="del">
        <pc:chgData name="Long B Nguyen" userId="f59fb8f3-a021-417a-8bc1-65c8d471c621" providerId="ADAL" clId="{AA9102B5-DACA-D841-B260-AEEBF90FC60A}" dt="2020-01-05T22:05:52.214" v="25" actId="2696"/>
        <pc:sldMkLst>
          <pc:docMk/>
          <pc:sldMk cId="1816941262" sldId="295"/>
        </pc:sldMkLst>
      </pc:sldChg>
      <pc:sldChg chg="del">
        <pc:chgData name="Long B Nguyen" userId="f59fb8f3-a021-417a-8bc1-65c8d471c621" providerId="ADAL" clId="{AA9102B5-DACA-D841-B260-AEEBF90FC60A}" dt="2020-01-05T22:05:52.246" v="27" actId="2696"/>
        <pc:sldMkLst>
          <pc:docMk/>
          <pc:sldMk cId="553003360" sldId="296"/>
        </pc:sldMkLst>
      </pc:sldChg>
      <pc:sldChg chg="del">
        <pc:chgData name="Long B Nguyen" userId="f59fb8f3-a021-417a-8bc1-65c8d471c621" providerId="ADAL" clId="{AA9102B5-DACA-D841-B260-AEEBF90FC60A}" dt="2020-01-05T22:05:52.268" v="28" actId="2696"/>
        <pc:sldMkLst>
          <pc:docMk/>
          <pc:sldMk cId="3006175481" sldId="297"/>
        </pc:sldMkLst>
      </pc:sldChg>
      <pc:sldChg chg="del">
        <pc:chgData name="Long B Nguyen" userId="f59fb8f3-a021-417a-8bc1-65c8d471c621" providerId="ADAL" clId="{AA9102B5-DACA-D841-B260-AEEBF90FC60A}" dt="2020-01-05T22:05:52.287" v="29" actId="2696"/>
        <pc:sldMkLst>
          <pc:docMk/>
          <pc:sldMk cId="3150557076" sldId="298"/>
        </pc:sldMkLst>
      </pc:sldChg>
      <pc:sldChg chg="del">
        <pc:chgData name="Long B Nguyen" userId="f59fb8f3-a021-417a-8bc1-65c8d471c621" providerId="ADAL" clId="{AA9102B5-DACA-D841-B260-AEEBF90FC60A}" dt="2020-01-05T22:05:52.442" v="38" actId="2696"/>
        <pc:sldMkLst>
          <pc:docMk/>
          <pc:sldMk cId="128704095" sldId="302"/>
        </pc:sldMkLst>
      </pc:sldChg>
      <pc:sldChg chg="del">
        <pc:chgData name="Long B Nguyen" userId="f59fb8f3-a021-417a-8bc1-65c8d471c621" providerId="ADAL" clId="{AA9102B5-DACA-D841-B260-AEEBF90FC60A}" dt="2020-01-05T22:05:52.305" v="30" actId="2696"/>
        <pc:sldMkLst>
          <pc:docMk/>
          <pc:sldMk cId="3275945509" sldId="303"/>
        </pc:sldMkLst>
      </pc:sldChg>
      <pc:sldChg chg="del">
        <pc:chgData name="Long B Nguyen" userId="f59fb8f3-a021-417a-8bc1-65c8d471c621" providerId="ADAL" clId="{AA9102B5-DACA-D841-B260-AEEBF90FC60A}" dt="2020-01-05T22:05:52.321" v="31" actId="2696"/>
        <pc:sldMkLst>
          <pc:docMk/>
          <pc:sldMk cId="406772024" sldId="304"/>
        </pc:sldMkLst>
      </pc:sldChg>
      <pc:sldChg chg="del">
        <pc:chgData name="Long B Nguyen" userId="f59fb8f3-a021-417a-8bc1-65c8d471c621" providerId="ADAL" clId="{AA9102B5-DACA-D841-B260-AEEBF90FC60A}" dt="2020-01-05T22:05:52.334" v="32" actId="2696"/>
        <pc:sldMkLst>
          <pc:docMk/>
          <pc:sldMk cId="1703902501" sldId="305"/>
        </pc:sldMkLst>
      </pc:sldChg>
      <pc:sldChg chg="del">
        <pc:chgData name="Long B Nguyen" userId="f59fb8f3-a021-417a-8bc1-65c8d471c621" providerId="ADAL" clId="{AA9102B5-DACA-D841-B260-AEEBF90FC60A}" dt="2020-01-05T22:05:52.461" v="39" actId="2696"/>
        <pc:sldMkLst>
          <pc:docMk/>
          <pc:sldMk cId="3614829039" sldId="306"/>
        </pc:sldMkLst>
      </pc:sldChg>
      <pc:sldChg chg="del">
        <pc:chgData name="Long B Nguyen" userId="f59fb8f3-a021-417a-8bc1-65c8d471c621" providerId="ADAL" clId="{AA9102B5-DACA-D841-B260-AEEBF90FC60A}" dt="2020-01-05T22:05:52.471" v="40" actId="2696"/>
        <pc:sldMkLst>
          <pc:docMk/>
          <pc:sldMk cId="295911327" sldId="307"/>
        </pc:sldMkLst>
      </pc:sldChg>
      <pc:sldChg chg="del">
        <pc:chgData name="Long B Nguyen" userId="f59fb8f3-a021-417a-8bc1-65c8d471c621" providerId="ADAL" clId="{AA9102B5-DACA-D841-B260-AEEBF90FC60A}" dt="2020-01-05T22:05:52.353" v="33" actId="2696"/>
        <pc:sldMkLst>
          <pc:docMk/>
          <pc:sldMk cId="67957925" sldId="308"/>
        </pc:sldMkLst>
      </pc:sldChg>
      <pc:sldChg chg="del">
        <pc:chgData name="Long B Nguyen" userId="f59fb8f3-a021-417a-8bc1-65c8d471c621" providerId="ADAL" clId="{AA9102B5-DACA-D841-B260-AEEBF90FC60A}" dt="2020-01-05T22:05:52.365" v="34" actId="2696"/>
        <pc:sldMkLst>
          <pc:docMk/>
          <pc:sldMk cId="1872435103" sldId="309"/>
        </pc:sldMkLst>
      </pc:sldChg>
      <pc:sldChg chg="del">
        <pc:chgData name="Long B Nguyen" userId="f59fb8f3-a021-417a-8bc1-65c8d471c621" providerId="ADAL" clId="{AA9102B5-DACA-D841-B260-AEEBF90FC60A}" dt="2020-01-05T22:05:52.385" v="35" actId="2696"/>
        <pc:sldMkLst>
          <pc:docMk/>
          <pc:sldMk cId="4088965571" sldId="310"/>
        </pc:sldMkLst>
      </pc:sldChg>
      <pc:sldChg chg="del">
        <pc:chgData name="Long B Nguyen" userId="f59fb8f3-a021-417a-8bc1-65c8d471c621" providerId="ADAL" clId="{AA9102B5-DACA-D841-B260-AEEBF90FC60A}" dt="2020-01-05T22:05:52.404" v="36" actId="2696"/>
        <pc:sldMkLst>
          <pc:docMk/>
          <pc:sldMk cId="2255846137" sldId="311"/>
        </pc:sldMkLst>
      </pc:sldChg>
      <pc:sldChg chg="del">
        <pc:chgData name="Long B Nguyen" userId="f59fb8f3-a021-417a-8bc1-65c8d471c621" providerId="ADAL" clId="{AA9102B5-DACA-D841-B260-AEEBF90FC60A}" dt="2020-01-05T22:05:52.423" v="37" actId="2696"/>
        <pc:sldMkLst>
          <pc:docMk/>
          <pc:sldMk cId="1513627164" sldId="312"/>
        </pc:sldMkLst>
      </pc:sldChg>
      <pc:sldChg chg="del">
        <pc:chgData name="Long B Nguyen" userId="f59fb8f3-a021-417a-8bc1-65c8d471c621" providerId="ADAL" clId="{AA9102B5-DACA-D841-B260-AEEBF90FC60A}" dt="2020-01-05T22:05:52.231" v="26" actId="2696"/>
        <pc:sldMkLst>
          <pc:docMk/>
          <pc:sldMk cId="2097059918" sldId="313"/>
        </pc:sldMkLst>
      </pc:sldChg>
      <pc:sldChg chg="modSp">
        <pc:chgData name="Long B Nguyen" userId="f59fb8f3-a021-417a-8bc1-65c8d471c621" providerId="ADAL" clId="{AA9102B5-DACA-D841-B260-AEEBF90FC60A}" dt="2020-01-06T15:37:30.346" v="948" actId="20577"/>
        <pc:sldMkLst>
          <pc:docMk/>
          <pc:sldMk cId="1452600724" sldId="316"/>
        </pc:sldMkLst>
      </pc:sldChg>
      <pc:sldChg chg="del">
        <pc:chgData name="Long B Nguyen" userId="f59fb8f3-a021-417a-8bc1-65c8d471c621" providerId="ADAL" clId="{AA9102B5-DACA-D841-B260-AEEBF90FC60A}" dt="2020-01-06T15:03:11.354" v="848" actId="2696"/>
        <pc:sldMkLst>
          <pc:docMk/>
          <pc:sldMk cId="1787114790" sldId="317"/>
        </pc:sldMkLst>
      </pc:sldChg>
      <pc:sldChg chg="del">
        <pc:chgData name="Long B Nguyen" userId="f59fb8f3-a021-417a-8bc1-65c8d471c621" providerId="ADAL" clId="{AA9102B5-DACA-D841-B260-AEEBF90FC60A}" dt="2020-01-05T22:06:12.101" v="42" actId="2696"/>
        <pc:sldMkLst>
          <pc:docMk/>
          <pc:sldMk cId="1215229427" sldId="318"/>
        </pc:sldMkLst>
      </pc:sldChg>
      <pc:sldChg chg="modSp">
        <pc:chgData name="Long B Nguyen" userId="f59fb8f3-a021-417a-8bc1-65c8d471c621" providerId="ADAL" clId="{AA9102B5-DACA-D841-B260-AEEBF90FC60A}" dt="2020-01-06T01:48:03.413" v="110" actId="20577"/>
        <pc:sldMkLst>
          <pc:docMk/>
          <pc:sldMk cId="924617162" sldId="319"/>
        </pc:sldMkLst>
      </pc:sldChg>
      <pc:sldChg chg="modSp">
        <pc:chgData name="Long B Nguyen" userId="f59fb8f3-a021-417a-8bc1-65c8d471c621" providerId="ADAL" clId="{AA9102B5-DACA-D841-B260-AEEBF90FC60A}" dt="2020-01-06T01:56:11.549" v="712" actId="1076"/>
        <pc:sldMkLst>
          <pc:docMk/>
          <pc:sldMk cId="1310010799" sldId="324"/>
        </pc:sldMkLst>
      </pc:sldChg>
      <pc:sldChg chg="modSp">
        <pc:chgData name="Long B Nguyen" userId="f59fb8f3-a021-417a-8bc1-65c8d471c621" providerId="ADAL" clId="{AA9102B5-DACA-D841-B260-AEEBF90FC60A}" dt="2020-01-06T15:35:11.658" v="853" actId="20577"/>
        <pc:sldMkLst>
          <pc:docMk/>
          <pc:sldMk cId="3314372952" sldId="325"/>
        </pc:sldMkLst>
      </pc:sldChg>
      <pc:sldChg chg="del">
        <pc:chgData name="Long B Nguyen" userId="f59fb8f3-a021-417a-8bc1-65c8d471c621" providerId="ADAL" clId="{AA9102B5-DACA-D841-B260-AEEBF90FC60A}" dt="2020-01-06T15:03:07.580" v="847" actId="2696"/>
        <pc:sldMkLst>
          <pc:docMk/>
          <pc:sldMk cId="3117943122" sldId="326"/>
        </pc:sldMkLst>
      </pc:sldChg>
      <pc:sldChg chg="del">
        <pc:chgData name="Long B Nguyen" userId="f59fb8f3-a021-417a-8bc1-65c8d471c621" providerId="ADAL" clId="{AA9102B5-DACA-D841-B260-AEEBF90FC60A}" dt="2020-01-06T01:49:27.456" v="111" actId="2696"/>
        <pc:sldMkLst>
          <pc:docMk/>
          <pc:sldMk cId="1025618360" sldId="327"/>
        </pc:sldMkLst>
      </pc:sldChg>
      <pc:sldChg chg="modSp add">
        <pc:chgData name="Long B Nguyen" userId="f59fb8f3-a021-417a-8bc1-65c8d471c621" providerId="ADAL" clId="{AA9102B5-DACA-D841-B260-AEEBF90FC60A}" dt="2020-01-06T15:00:48.763" v="818" actId="113"/>
        <pc:sldMkLst>
          <pc:docMk/>
          <pc:sldMk cId="1724104636" sldId="327"/>
        </pc:sldMkLst>
      </pc:sldChg>
      <pc:sldChg chg="modSp">
        <pc:chgData name="Long B Nguyen" userId="f59fb8f3-a021-417a-8bc1-65c8d471c621" providerId="ADAL" clId="{AA9102B5-DACA-D841-B260-AEEBF90FC60A}" dt="2020-01-06T01:55:34.369" v="708" actId="20577"/>
        <pc:sldMkLst>
          <pc:docMk/>
          <pc:sldMk cId="4294143140" sldId="329"/>
        </pc:sldMkLst>
      </pc:sldChg>
      <pc:sldChg chg="modSp add">
        <pc:chgData name="Long B Nguyen" userId="f59fb8f3-a021-417a-8bc1-65c8d471c621" providerId="ADAL" clId="{AA9102B5-DACA-D841-B260-AEEBF90FC60A}" dt="2020-01-06T15:01:01.638" v="819" actId="2711"/>
        <pc:sldMkLst>
          <pc:docMk/>
          <pc:sldMk cId="3594730708" sldId="330"/>
        </pc:sldMkLst>
      </pc:sldChg>
      <pc:sldChg chg="modSp add">
        <pc:chgData name="Long B Nguyen" userId="f59fb8f3-a021-417a-8bc1-65c8d471c621" providerId="ADAL" clId="{AA9102B5-DACA-D841-B260-AEEBF90FC60A}" dt="2020-01-06T02:00:17.493" v="815" actId="255"/>
        <pc:sldMkLst>
          <pc:docMk/>
          <pc:sldMk cId="3870816631" sldId="331"/>
        </pc:sldMkLst>
      </pc:sldChg>
      <pc:sldChg chg="modSp add">
        <pc:chgData name="Long B Nguyen" userId="f59fb8f3-a021-417a-8bc1-65c8d471c621" providerId="ADAL" clId="{AA9102B5-DACA-D841-B260-AEEBF90FC60A}" dt="2020-01-06T17:07:10.515" v="1519" actId="2711"/>
        <pc:sldMkLst>
          <pc:docMk/>
          <pc:sldMk cId="3124353102" sldId="332"/>
        </pc:sldMkLst>
      </pc:sldChg>
    </pc:docChg>
  </pc:docChgLst>
  <pc:docChgLst>
    <pc:chgData name="Long B Nguyen" userId="f59fb8f3-a021-417a-8bc1-65c8d471c621" providerId="ADAL" clId="{E3DA9E26-CE90-3A40-9745-4D67E6DCA3BF}"/>
    <pc:docChg chg="custSel addSld delSld modSld">
      <pc:chgData name="Long B Nguyen" userId="f59fb8f3-a021-417a-8bc1-65c8d471c621" providerId="ADAL" clId="{E3DA9E26-CE90-3A40-9745-4D67E6DCA3BF}" dt="2020-03-31T22:15:23.810" v="680" actId="20577"/>
      <pc:docMkLst>
        <pc:docMk/>
      </pc:docMkLst>
      <pc:sldChg chg="modSp">
        <pc:chgData name="Long B Nguyen" userId="f59fb8f3-a021-417a-8bc1-65c8d471c621" providerId="ADAL" clId="{E3DA9E26-CE90-3A40-9745-4D67E6DCA3BF}" dt="2020-03-30T02:24:25.886" v="32" actId="20577"/>
        <pc:sldMkLst>
          <pc:docMk/>
          <pc:sldMk cId="4247104139" sldId="256"/>
        </pc:sldMkLst>
      </pc:sldChg>
      <pc:sldChg chg="del">
        <pc:chgData name="Long B Nguyen" userId="f59fb8f3-a021-417a-8bc1-65c8d471c621" providerId="ADAL" clId="{E3DA9E26-CE90-3A40-9745-4D67E6DCA3BF}" dt="2020-03-30T02:24:14.534" v="16" actId="2696"/>
        <pc:sldMkLst>
          <pc:docMk/>
          <pc:sldMk cId="2902676313" sldId="485"/>
        </pc:sldMkLst>
      </pc:sldChg>
      <pc:sldChg chg="add">
        <pc:chgData name="Long B Nguyen" userId="f59fb8f3-a021-417a-8bc1-65c8d471c621" providerId="ADAL" clId="{E3DA9E26-CE90-3A40-9745-4D67E6DCA3BF}" dt="2020-03-30T02:24:16.379" v="18"/>
        <pc:sldMkLst>
          <pc:docMk/>
          <pc:sldMk cId="3533528898" sldId="485"/>
        </pc:sldMkLst>
      </pc:sldChg>
      <pc:sldChg chg="modSp add modAnim">
        <pc:chgData name="Long B Nguyen" userId="f59fb8f3-a021-417a-8bc1-65c8d471c621" providerId="ADAL" clId="{E3DA9E26-CE90-3A40-9745-4D67E6DCA3BF}" dt="2020-03-30T02:26:11.243" v="75" actId="20577"/>
        <pc:sldMkLst>
          <pc:docMk/>
          <pc:sldMk cId="3162068906" sldId="527"/>
        </pc:sldMkLst>
      </pc:sldChg>
      <pc:sldChg chg="add">
        <pc:chgData name="Long B Nguyen" userId="f59fb8f3-a021-417a-8bc1-65c8d471c621" providerId="ADAL" clId="{E3DA9E26-CE90-3A40-9745-4D67E6DCA3BF}" dt="2020-03-30T02:24:16.379" v="18"/>
        <pc:sldMkLst>
          <pc:docMk/>
          <pc:sldMk cId="3102825031" sldId="528"/>
        </pc:sldMkLst>
      </pc:sldChg>
      <pc:sldChg chg="modSp add modAnim">
        <pc:chgData name="Long B Nguyen" userId="f59fb8f3-a021-417a-8bc1-65c8d471c621" providerId="ADAL" clId="{E3DA9E26-CE90-3A40-9745-4D67E6DCA3BF}" dt="2020-03-30T02:30:12.894" v="213" actId="20577"/>
        <pc:sldMkLst>
          <pc:docMk/>
          <pc:sldMk cId="4057016805" sldId="529"/>
        </pc:sldMkLst>
      </pc:sldChg>
      <pc:sldChg chg="modSp add modAnim">
        <pc:chgData name="Long B Nguyen" userId="f59fb8f3-a021-417a-8bc1-65c8d471c621" providerId="ADAL" clId="{E3DA9E26-CE90-3A40-9745-4D67E6DCA3BF}" dt="2020-03-30T02:26:55.226" v="88" actId="255"/>
        <pc:sldMkLst>
          <pc:docMk/>
          <pc:sldMk cId="1925924244" sldId="556"/>
        </pc:sldMkLst>
      </pc:sldChg>
      <pc:sldChg chg="add">
        <pc:chgData name="Long B Nguyen" userId="f59fb8f3-a021-417a-8bc1-65c8d471c621" providerId="ADAL" clId="{E3DA9E26-CE90-3A40-9745-4D67E6DCA3BF}" dt="2020-03-30T02:24:16.379" v="18"/>
        <pc:sldMkLst>
          <pc:docMk/>
          <pc:sldMk cId="1994733491" sldId="557"/>
        </pc:sldMkLst>
      </pc:sldChg>
      <pc:sldChg chg="modSp add">
        <pc:chgData name="Long B Nguyen" userId="f59fb8f3-a021-417a-8bc1-65c8d471c621" providerId="ADAL" clId="{E3DA9E26-CE90-3A40-9745-4D67E6DCA3BF}" dt="2020-03-30T02:30:43.362" v="220" actId="5793"/>
        <pc:sldMkLst>
          <pc:docMk/>
          <pc:sldMk cId="748879865" sldId="559"/>
        </pc:sldMkLst>
      </pc:sldChg>
      <pc:sldChg chg="modSp add modAnim">
        <pc:chgData name="Long B Nguyen" userId="f59fb8f3-a021-417a-8bc1-65c8d471c621" providerId="ADAL" clId="{E3DA9E26-CE90-3A40-9745-4D67E6DCA3BF}" dt="2020-03-30T02:32:51.237" v="236" actId="14100"/>
        <pc:sldMkLst>
          <pc:docMk/>
          <pc:sldMk cId="3841479407" sldId="560"/>
        </pc:sldMkLst>
      </pc:sldChg>
      <pc:sldChg chg="modSp add modAnim">
        <pc:chgData name="Long B Nguyen" userId="f59fb8f3-a021-417a-8bc1-65c8d471c621" providerId="ADAL" clId="{E3DA9E26-CE90-3A40-9745-4D67E6DCA3BF}" dt="2020-03-30T02:33:16.319" v="248" actId="20577"/>
        <pc:sldMkLst>
          <pc:docMk/>
          <pc:sldMk cId="558292674" sldId="561"/>
        </pc:sldMkLst>
      </pc:sldChg>
      <pc:sldChg chg="modSp add modAnim">
        <pc:chgData name="Long B Nguyen" userId="f59fb8f3-a021-417a-8bc1-65c8d471c621" providerId="ADAL" clId="{E3DA9E26-CE90-3A40-9745-4D67E6DCA3BF}" dt="2020-03-30T02:33:48.312" v="256" actId="5793"/>
        <pc:sldMkLst>
          <pc:docMk/>
          <pc:sldMk cId="3239512120" sldId="562"/>
        </pc:sldMkLst>
      </pc:sldChg>
      <pc:sldChg chg="modSp add">
        <pc:chgData name="Long B Nguyen" userId="f59fb8f3-a021-417a-8bc1-65c8d471c621" providerId="ADAL" clId="{E3DA9E26-CE90-3A40-9745-4D67E6DCA3BF}" dt="2020-03-30T02:36:37.565" v="348" actId="20577"/>
        <pc:sldMkLst>
          <pc:docMk/>
          <pc:sldMk cId="62561003" sldId="564"/>
        </pc:sldMkLst>
      </pc:sldChg>
      <pc:sldChg chg="modSp add modAnim">
        <pc:chgData name="Long B Nguyen" userId="f59fb8f3-a021-417a-8bc1-65c8d471c621" providerId="ADAL" clId="{E3DA9E26-CE90-3A40-9745-4D67E6DCA3BF}" dt="2020-03-30T02:35:35.607" v="328" actId="20577"/>
        <pc:sldMkLst>
          <pc:docMk/>
          <pc:sldMk cId="1496186937" sldId="565"/>
        </pc:sldMkLst>
      </pc:sldChg>
      <pc:sldChg chg="modSp add">
        <pc:chgData name="Long B Nguyen" userId="f59fb8f3-a021-417a-8bc1-65c8d471c621" providerId="ADAL" clId="{E3DA9E26-CE90-3A40-9745-4D67E6DCA3BF}" dt="2020-03-30T02:37:08.542" v="359" actId="20577"/>
        <pc:sldMkLst>
          <pc:docMk/>
          <pc:sldMk cId="1123629102" sldId="566"/>
        </pc:sldMkLst>
      </pc:sldChg>
      <pc:sldChg chg="modSp add">
        <pc:chgData name="Long B Nguyen" userId="f59fb8f3-a021-417a-8bc1-65c8d471c621" providerId="ADAL" clId="{E3DA9E26-CE90-3A40-9745-4D67E6DCA3BF}" dt="2020-03-30T02:37:55.628" v="370" actId="20577"/>
        <pc:sldMkLst>
          <pc:docMk/>
          <pc:sldMk cId="3949497385" sldId="567"/>
        </pc:sldMkLst>
      </pc:sldChg>
      <pc:sldChg chg="modSp add modAnim">
        <pc:chgData name="Long B Nguyen" userId="f59fb8f3-a021-417a-8bc1-65c8d471c621" providerId="ADAL" clId="{E3DA9E26-CE90-3A40-9745-4D67E6DCA3BF}" dt="2020-03-30T02:39:19.976" v="384" actId="20577"/>
        <pc:sldMkLst>
          <pc:docMk/>
          <pc:sldMk cId="2869642700" sldId="568"/>
        </pc:sldMkLst>
      </pc:sldChg>
      <pc:sldChg chg="modSp add modAnim">
        <pc:chgData name="Long B Nguyen" userId="f59fb8f3-a021-417a-8bc1-65c8d471c621" providerId="ADAL" clId="{E3DA9E26-CE90-3A40-9745-4D67E6DCA3BF}" dt="2020-03-30T02:41:24.551" v="412" actId="20577"/>
        <pc:sldMkLst>
          <pc:docMk/>
          <pc:sldMk cId="3333082340" sldId="569"/>
        </pc:sldMkLst>
      </pc:sldChg>
      <pc:sldChg chg="modSp add">
        <pc:chgData name="Long B Nguyen" userId="f59fb8f3-a021-417a-8bc1-65c8d471c621" providerId="ADAL" clId="{E3DA9E26-CE90-3A40-9745-4D67E6DCA3BF}" dt="2020-03-30T02:27:22.857" v="94" actId="5793"/>
        <pc:sldMkLst>
          <pc:docMk/>
          <pc:sldMk cId="2526255488" sldId="570"/>
        </pc:sldMkLst>
      </pc:sldChg>
      <pc:sldChg chg="modSp add">
        <pc:chgData name="Long B Nguyen" userId="f59fb8f3-a021-417a-8bc1-65c8d471c621" providerId="ADAL" clId="{E3DA9E26-CE90-3A40-9745-4D67E6DCA3BF}" dt="2020-03-30T02:42:54.505" v="430" actId="207"/>
        <pc:sldMkLst>
          <pc:docMk/>
          <pc:sldMk cId="2952073042" sldId="571"/>
        </pc:sldMkLst>
      </pc:sldChg>
      <pc:sldChg chg="modSp add modAnim">
        <pc:chgData name="Long B Nguyen" userId="f59fb8f3-a021-417a-8bc1-65c8d471c621" providerId="ADAL" clId="{E3DA9E26-CE90-3A40-9745-4D67E6DCA3BF}" dt="2020-03-31T22:15:23.810" v="680" actId="20577"/>
        <pc:sldMkLst>
          <pc:docMk/>
          <pc:sldMk cId="270817839" sldId="572"/>
        </pc:sldMkLst>
      </pc:sldChg>
      <pc:sldChg chg="modSp add modAnim">
        <pc:chgData name="Long B Nguyen" userId="f59fb8f3-a021-417a-8bc1-65c8d471c621" providerId="ADAL" clId="{E3DA9E26-CE90-3A40-9745-4D67E6DCA3BF}" dt="2020-03-30T02:44:56.097" v="449" actId="20577"/>
        <pc:sldMkLst>
          <pc:docMk/>
          <pc:sldMk cId="4110945301" sldId="574"/>
        </pc:sldMkLst>
      </pc:sldChg>
      <pc:sldChg chg="modSp add">
        <pc:chgData name="Long B Nguyen" userId="f59fb8f3-a021-417a-8bc1-65c8d471c621" providerId="ADAL" clId="{E3DA9E26-CE90-3A40-9745-4D67E6DCA3BF}" dt="2020-03-30T02:45:29.891" v="457" actId="5793"/>
        <pc:sldMkLst>
          <pc:docMk/>
          <pc:sldMk cId="1553353509" sldId="575"/>
        </pc:sldMkLst>
      </pc:sldChg>
      <pc:sldChg chg="addSp delSp modSp add">
        <pc:chgData name="Long B Nguyen" userId="f59fb8f3-a021-417a-8bc1-65c8d471c621" providerId="ADAL" clId="{E3DA9E26-CE90-3A40-9745-4D67E6DCA3BF}" dt="2020-03-30T02:49:46.797" v="479"/>
        <pc:sldMkLst>
          <pc:docMk/>
          <pc:sldMk cId="2954573052" sldId="576"/>
        </pc:sldMkLst>
      </pc:sldChg>
      <pc:sldChg chg="modSp add">
        <pc:chgData name="Long B Nguyen" userId="f59fb8f3-a021-417a-8bc1-65c8d471c621" providerId="ADAL" clId="{E3DA9E26-CE90-3A40-9745-4D67E6DCA3BF}" dt="2020-03-30T02:49:55.663" v="484" actId="5793"/>
        <pc:sldMkLst>
          <pc:docMk/>
          <pc:sldMk cId="1547101256" sldId="577"/>
        </pc:sldMkLst>
      </pc:sldChg>
      <pc:sldChg chg="delSp modSp add modAnim">
        <pc:chgData name="Long B Nguyen" userId="f59fb8f3-a021-417a-8bc1-65c8d471c621" providerId="ADAL" clId="{E3DA9E26-CE90-3A40-9745-4D67E6DCA3BF}" dt="2020-03-30T02:53:08.569" v="632" actId="14100"/>
        <pc:sldMkLst>
          <pc:docMk/>
          <pc:sldMk cId="891751900" sldId="579"/>
        </pc:sldMkLst>
      </pc:sldChg>
      <pc:sldChg chg="modSp add modAnim">
        <pc:chgData name="Long B Nguyen" userId="f59fb8f3-a021-417a-8bc1-65c8d471c621" providerId="ADAL" clId="{E3DA9E26-CE90-3A40-9745-4D67E6DCA3BF}" dt="2020-03-30T02:58:26.541" v="656" actId="20577"/>
        <pc:sldMkLst>
          <pc:docMk/>
          <pc:sldMk cId="2483610180" sldId="580"/>
        </pc:sldMkLst>
      </pc:sldChg>
      <pc:sldChg chg="modSp add">
        <pc:chgData name="Long B Nguyen" userId="f59fb8f3-a021-417a-8bc1-65c8d471c621" providerId="ADAL" clId="{E3DA9E26-CE90-3A40-9745-4D67E6DCA3BF}" dt="2020-03-30T02:58:07.071" v="646" actId="5793"/>
        <pc:sldMkLst>
          <pc:docMk/>
          <pc:sldMk cId="830544632" sldId="581"/>
        </pc:sldMkLst>
      </pc:sldChg>
      <pc:sldChg chg="modSp add modAnim">
        <pc:chgData name="Long B Nguyen" userId="f59fb8f3-a021-417a-8bc1-65c8d471c621" providerId="ADAL" clId="{E3DA9E26-CE90-3A40-9745-4D67E6DCA3BF}" dt="2020-03-30T02:59:41.902" v="678" actId="20577"/>
        <pc:sldMkLst>
          <pc:docMk/>
          <pc:sldMk cId="1603111093" sldId="582"/>
        </pc:sldMkLst>
      </pc:sldChg>
      <pc:sldChg chg="add">
        <pc:chgData name="Long B Nguyen" userId="f59fb8f3-a021-417a-8bc1-65c8d471c621" providerId="ADAL" clId="{E3DA9E26-CE90-3A40-9745-4D67E6DCA3BF}" dt="2020-03-30T02:24:16.379" v="18"/>
        <pc:sldMkLst>
          <pc:docMk/>
          <pc:sldMk cId="788052383" sldId="583"/>
        </pc:sldMkLst>
      </pc:sldChg>
      <pc:sldChg chg="del">
        <pc:chgData name="Long B Nguyen" userId="f59fb8f3-a021-417a-8bc1-65c8d471c621" providerId="ADAL" clId="{E3DA9E26-CE90-3A40-9745-4D67E6DCA3BF}" dt="2020-03-30T02:24:14.222" v="0" actId="2696"/>
        <pc:sldMkLst>
          <pc:docMk/>
          <pc:sldMk cId="4205479306" sldId="594"/>
        </pc:sldMkLst>
      </pc:sldChg>
      <pc:sldChg chg="del">
        <pc:chgData name="Long B Nguyen" userId="f59fb8f3-a021-417a-8bc1-65c8d471c621" providerId="ADAL" clId="{E3DA9E26-CE90-3A40-9745-4D67E6DCA3BF}" dt="2020-03-30T02:24:14.242" v="1" actId="2696"/>
        <pc:sldMkLst>
          <pc:docMk/>
          <pc:sldMk cId="1994033935" sldId="595"/>
        </pc:sldMkLst>
      </pc:sldChg>
      <pc:sldChg chg="del">
        <pc:chgData name="Long B Nguyen" userId="f59fb8f3-a021-417a-8bc1-65c8d471c621" providerId="ADAL" clId="{E3DA9E26-CE90-3A40-9745-4D67E6DCA3BF}" dt="2020-03-30T02:24:14.265" v="2" actId="2696"/>
        <pc:sldMkLst>
          <pc:docMk/>
          <pc:sldMk cId="3986464372" sldId="596"/>
        </pc:sldMkLst>
      </pc:sldChg>
      <pc:sldChg chg="del">
        <pc:chgData name="Long B Nguyen" userId="f59fb8f3-a021-417a-8bc1-65c8d471c621" providerId="ADAL" clId="{E3DA9E26-CE90-3A40-9745-4D67E6DCA3BF}" dt="2020-03-30T02:24:14.287" v="3" actId="2696"/>
        <pc:sldMkLst>
          <pc:docMk/>
          <pc:sldMk cId="2566405133" sldId="597"/>
        </pc:sldMkLst>
      </pc:sldChg>
      <pc:sldChg chg="del">
        <pc:chgData name="Long B Nguyen" userId="f59fb8f3-a021-417a-8bc1-65c8d471c621" providerId="ADAL" clId="{E3DA9E26-CE90-3A40-9745-4D67E6DCA3BF}" dt="2020-03-30T02:24:14.307" v="4" actId="2696"/>
        <pc:sldMkLst>
          <pc:docMk/>
          <pc:sldMk cId="1098067599" sldId="598"/>
        </pc:sldMkLst>
      </pc:sldChg>
      <pc:sldChg chg="del">
        <pc:chgData name="Long B Nguyen" userId="f59fb8f3-a021-417a-8bc1-65c8d471c621" providerId="ADAL" clId="{E3DA9E26-CE90-3A40-9745-4D67E6DCA3BF}" dt="2020-03-30T02:24:14.334" v="5" actId="2696"/>
        <pc:sldMkLst>
          <pc:docMk/>
          <pc:sldMk cId="2135983872" sldId="599"/>
        </pc:sldMkLst>
      </pc:sldChg>
      <pc:sldChg chg="del">
        <pc:chgData name="Long B Nguyen" userId="f59fb8f3-a021-417a-8bc1-65c8d471c621" providerId="ADAL" clId="{E3DA9E26-CE90-3A40-9745-4D67E6DCA3BF}" dt="2020-03-30T02:24:14.358" v="6" actId="2696"/>
        <pc:sldMkLst>
          <pc:docMk/>
          <pc:sldMk cId="3082545194" sldId="600"/>
        </pc:sldMkLst>
      </pc:sldChg>
      <pc:sldChg chg="del">
        <pc:chgData name="Long B Nguyen" userId="f59fb8f3-a021-417a-8bc1-65c8d471c621" providerId="ADAL" clId="{E3DA9E26-CE90-3A40-9745-4D67E6DCA3BF}" dt="2020-03-30T02:24:14.375" v="7" actId="2696"/>
        <pc:sldMkLst>
          <pc:docMk/>
          <pc:sldMk cId="3805116294" sldId="601"/>
        </pc:sldMkLst>
      </pc:sldChg>
      <pc:sldChg chg="del">
        <pc:chgData name="Long B Nguyen" userId="f59fb8f3-a021-417a-8bc1-65c8d471c621" providerId="ADAL" clId="{E3DA9E26-CE90-3A40-9745-4D67E6DCA3BF}" dt="2020-03-30T02:24:14.390" v="8" actId="2696"/>
        <pc:sldMkLst>
          <pc:docMk/>
          <pc:sldMk cId="2482297390" sldId="602"/>
        </pc:sldMkLst>
      </pc:sldChg>
      <pc:sldChg chg="del">
        <pc:chgData name="Long B Nguyen" userId="f59fb8f3-a021-417a-8bc1-65c8d471c621" providerId="ADAL" clId="{E3DA9E26-CE90-3A40-9745-4D67E6DCA3BF}" dt="2020-03-30T02:24:14.410" v="9" actId="2696"/>
        <pc:sldMkLst>
          <pc:docMk/>
          <pc:sldMk cId="3316801220" sldId="603"/>
        </pc:sldMkLst>
      </pc:sldChg>
      <pc:sldChg chg="del">
        <pc:chgData name="Long B Nguyen" userId="f59fb8f3-a021-417a-8bc1-65c8d471c621" providerId="ADAL" clId="{E3DA9E26-CE90-3A40-9745-4D67E6DCA3BF}" dt="2020-03-30T02:24:14.428" v="10" actId="2696"/>
        <pc:sldMkLst>
          <pc:docMk/>
          <pc:sldMk cId="1665439849" sldId="605"/>
        </pc:sldMkLst>
      </pc:sldChg>
      <pc:sldChg chg="del">
        <pc:chgData name="Long B Nguyen" userId="f59fb8f3-a021-417a-8bc1-65c8d471c621" providerId="ADAL" clId="{E3DA9E26-CE90-3A40-9745-4D67E6DCA3BF}" dt="2020-03-30T02:24:14.443" v="11" actId="2696"/>
        <pc:sldMkLst>
          <pc:docMk/>
          <pc:sldMk cId="1196991583" sldId="606"/>
        </pc:sldMkLst>
      </pc:sldChg>
      <pc:sldChg chg="del">
        <pc:chgData name="Long B Nguyen" userId="f59fb8f3-a021-417a-8bc1-65c8d471c621" providerId="ADAL" clId="{E3DA9E26-CE90-3A40-9745-4D67E6DCA3BF}" dt="2020-03-30T02:24:14.466" v="12" actId="2696"/>
        <pc:sldMkLst>
          <pc:docMk/>
          <pc:sldMk cId="2747083858" sldId="607"/>
        </pc:sldMkLst>
      </pc:sldChg>
      <pc:sldChg chg="del">
        <pc:chgData name="Long B Nguyen" userId="f59fb8f3-a021-417a-8bc1-65c8d471c621" providerId="ADAL" clId="{E3DA9E26-CE90-3A40-9745-4D67E6DCA3BF}" dt="2020-03-30T02:24:14.485" v="13" actId="2696"/>
        <pc:sldMkLst>
          <pc:docMk/>
          <pc:sldMk cId="2430561500" sldId="609"/>
        </pc:sldMkLst>
      </pc:sldChg>
      <pc:sldChg chg="del">
        <pc:chgData name="Long B Nguyen" userId="f59fb8f3-a021-417a-8bc1-65c8d471c621" providerId="ADAL" clId="{E3DA9E26-CE90-3A40-9745-4D67E6DCA3BF}" dt="2020-03-30T02:24:14.498" v="14" actId="2696"/>
        <pc:sldMkLst>
          <pc:docMk/>
          <pc:sldMk cId="1660288031" sldId="610"/>
        </pc:sldMkLst>
      </pc:sldChg>
      <pc:sldChg chg="del">
        <pc:chgData name="Long B Nguyen" userId="f59fb8f3-a021-417a-8bc1-65c8d471c621" providerId="ADAL" clId="{E3DA9E26-CE90-3A40-9745-4D67E6DCA3BF}" dt="2020-03-30T02:24:14.522" v="15" actId="2696"/>
        <pc:sldMkLst>
          <pc:docMk/>
          <pc:sldMk cId="1203333742" sldId="611"/>
        </pc:sldMkLst>
      </pc:sldChg>
      <pc:sldChg chg="del">
        <pc:chgData name="Long B Nguyen" userId="f59fb8f3-a021-417a-8bc1-65c8d471c621" providerId="ADAL" clId="{E3DA9E26-CE90-3A40-9745-4D67E6DCA3BF}" dt="2020-03-30T02:24:14.544" v="17" actId="2696"/>
        <pc:sldMkLst>
          <pc:docMk/>
          <pc:sldMk cId="186989517" sldId="612"/>
        </pc:sldMkLst>
      </pc:sldChg>
    </pc:docChg>
  </pc:docChgLst>
  <pc:docChgLst>
    <pc:chgData name="Long B Nguyen" userId="f59fb8f3-a021-417a-8bc1-65c8d471c621" providerId="ADAL" clId="{09EBCD6D-3E32-1447-A1AF-87925F52689B}"/>
    <pc:docChg chg="undo custSel addSld delSld modSld">
      <pc:chgData name="Long B Nguyen" userId="f59fb8f3-a021-417a-8bc1-65c8d471c621" providerId="ADAL" clId="{09EBCD6D-3E32-1447-A1AF-87925F52689B}" dt="2021-06-01T12:06:07.791" v="9674" actId="20577"/>
      <pc:docMkLst>
        <pc:docMk/>
      </pc:docMkLst>
      <pc:sldChg chg="modSp mod">
        <pc:chgData name="Long B Nguyen" userId="f59fb8f3-a021-417a-8bc1-65c8d471c621" providerId="ADAL" clId="{09EBCD6D-3E32-1447-A1AF-87925F52689B}" dt="2021-05-17T13:13:38.226" v="2005" actId="20577"/>
        <pc:sldMkLst>
          <pc:docMk/>
          <pc:sldMk cId="4247104139" sldId="256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088193638" sldId="302"/>
        </pc:sldMkLst>
      </pc:sldChg>
      <pc:sldChg chg="addSp delSp modSp del mod modAnim">
        <pc:chgData name="Long B Nguyen" userId="f59fb8f3-a021-417a-8bc1-65c8d471c621" providerId="ADAL" clId="{09EBCD6D-3E32-1447-A1AF-87925F52689B}" dt="2021-05-17T12:21:11.616" v="38" actId="2696"/>
        <pc:sldMkLst>
          <pc:docMk/>
          <pc:sldMk cId="1844406166" sldId="540"/>
        </pc:sldMkLst>
      </pc:sldChg>
      <pc:sldChg chg="add">
        <pc:chgData name="Long B Nguyen" userId="f59fb8f3-a021-417a-8bc1-65c8d471c621" providerId="ADAL" clId="{09EBCD6D-3E32-1447-A1AF-87925F52689B}" dt="2021-05-17T12:20:21.876" v="33"/>
        <pc:sldMkLst>
          <pc:docMk/>
          <pc:sldMk cId="2617664950" sldId="541"/>
        </pc:sldMkLst>
      </pc:sldChg>
      <pc:sldChg chg="modSp new mod modAnim">
        <pc:chgData name="Long B Nguyen" userId="f59fb8f3-a021-417a-8bc1-65c8d471c621" providerId="ADAL" clId="{09EBCD6D-3E32-1447-A1AF-87925F52689B}" dt="2021-05-17T13:06:39.116" v="1567"/>
        <pc:sldMkLst>
          <pc:docMk/>
          <pc:sldMk cId="2179738950" sldId="542"/>
        </pc:sldMkLst>
      </pc:sldChg>
      <pc:sldChg chg="addSp delSp modSp new mod modAnim">
        <pc:chgData name="Long B Nguyen" userId="f59fb8f3-a021-417a-8bc1-65c8d471c621" providerId="ADAL" clId="{09EBCD6D-3E32-1447-A1AF-87925F52689B}" dt="2021-05-17T13:10:04.827" v="1962"/>
        <pc:sldMkLst>
          <pc:docMk/>
          <pc:sldMk cId="1470496707" sldId="543"/>
        </pc:sldMkLst>
      </pc:sldChg>
      <pc:sldChg chg="modSp add mod">
        <pc:chgData name="Long B Nguyen" userId="f59fb8f3-a021-417a-8bc1-65c8d471c621" providerId="ADAL" clId="{09EBCD6D-3E32-1447-A1AF-87925F52689B}" dt="2021-05-18T17:55:30.701" v="2328" actId="20577"/>
        <pc:sldMkLst>
          <pc:docMk/>
          <pc:sldMk cId="805492927" sldId="544"/>
        </pc:sldMkLst>
      </pc:sldChg>
      <pc:sldChg chg="add del">
        <pc:chgData name="Long B Nguyen" userId="f59fb8f3-a021-417a-8bc1-65c8d471c621" providerId="ADAL" clId="{09EBCD6D-3E32-1447-A1AF-87925F52689B}" dt="2021-05-17T12:26:27.928" v="346" actId="2696"/>
        <pc:sldMkLst>
          <pc:docMk/>
          <pc:sldMk cId="3743420203" sldId="544"/>
        </pc:sldMkLst>
      </pc:sldChg>
      <pc:sldChg chg="add">
        <pc:chgData name="Long B Nguyen" userId="f59fb8f3-a021-417a-8bc1-65c8d471c621" providerId="ADAL" clId="{09EBCD6D-3E32-1447-A1AF-87925F52689B}" dt="2021-05-18T17:53:07.750" v="2277"/>
        <pc:sldMkLst>
          <pc:docMk/>
          <pc:sldMk cId="593690865" sldId="545"/>
        </pc:sldMkLst>
      </pc:sldChg>
      <pc:sldChg chg="addSp modSp new del mod">
        <pc:chgData name="Long B Nguyen" userId="f59fb8f3-a021-417a-8bc1-65c8d471c621" providerId="ADAL" clId="{09EBCD6D-3E32-1447-A1AF-87925F52689B}" dt="2021-05-18T17:53:05.035" v="2276" actId="2696"/>
        <pc:sldMkLst>
          <pc:docMk/>
          <pc:sldMk cId="3021435203" sldId="545"/>
        </pc:sldMkLst>
      </pc:sldChg>
      <pc:sldChg chg="modSp add mod modAnim">
        <pc:chgData name="Long B Nguyen" userId="f59fb8f3-a021-417a-8bc1-65c8d471c621" providerId="ADAL" clId="{09EBCD6D-3E32-1447-A1AF-87925F52689B}" dt="2021-05-17T13:07:08.860" v="1571"/>
        <pc:sldMkLst>
          <pc:docMk/>
          <pc:sldMk cId="1964010373" sldId="546"/>
        </pc:sldMkLst>
      </pc:sldChg>
      <pc:sldChg chg="modSp add mod modAnim">
        <pc:chgData name="Long B Nguyen" userId="f59fb8f3-a021-417a-8bc1-65c8d471c621" providerId="ADAL" clId="{09EBCD6D-3E32-1447-A1AF-87925F52689B}" dt="2021-05-17T13:11:59.997" v="1978" actId="113"/>
        <pc:sldMkLst>
          <pc:docMk/>
          <pc:sldMk cId="1086886768" sldId="547"/>
        </pc:sldMkLst>
      </pc:sldChg>
      <pc:sldChg chg="modSp add mod modAnim">
        <pc:chgData name="Long B Nguyen" userId="f59fb8f3-a021-417a-8bc1-65c8d471c621" providerId="ADAL" clId="{09EBCD6D-3E32-1447-A1AF-87925F52689B}" dt="2021-05-17T13:07:29.271" v="1575"/>
        <pc:sldMkLst>
          <pc:docMk/>
          <pc:sldMk cId="2697634557" sldId="548"/>
        </pc:sldMkLst>
      </pc:sldChg>
      <pc:sldChg chg="modSp add mod">
        <pc:chgData name="Long B Nguyen" userId="f59fb8f3-a021-417a-8bc1-65c8d471c621" providerId="ADAL" clId="{09EBCD6D-3E32-1447-A1AF-87925F52689B}" dt="2021-05-17T13:13:20.213" v="1991" actId="20577"/>
        <pc:sldMkLst>
          <pc:docMk/>
          <pc:sldMk cId="1253310971" sldId="549"/>
        </pc:sldMkLst>
      </pc:sldChg>
      <pc:sldChg chg="modSp add mod modAnim">
        <pc:chgData name="Long B Nguyen" userId="f59fb8f3-a021-417a-8bc1-65c8d471c621" providerId="ADAL" clId="{09EBCD6D-3E32-1447-A1AF-87925F52689B}" dt="2021-05-17T13:12:13.783" v="1980" actId="113"/>
        <pc:sldMkLst>
          <pc:docMk/>
          <pc:sldMk cId="2046665042" sldId="550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466770109" sldId="551"/>
        </pc:sldMkLst>
      </pc:sldChg>
      <pc:sldChg chg="modSp add mod">
        <pc:chgData name="Long B Nguyen" userId="f59fb8f3-a021-417a-8bc1-65c8d471c621" providerId="ADAL" clId="{09EBCD6D-3E32-1447-A1AF-87925F52689B}" dt="2021-05-17T13:12:20.264" v="1981" actId="113"/>
        <pc:sldMkLst>
          <pc:docMk/>
          <pc:sldMk cId="2482590100" sldId="551"/>
        </pc:sldMkLst>
      </pc:sldChg>
      <pc:sldChg chg="addSp modSp add mod modAnim">
        <pc:chgData name="Long B Nguyen" userId="f59fb8f3-a021-417a-8bc1-65c8d471c621" providerId="ADAL" clId="{09EBCD6D-3E32-1447-A1AF-87925F52689B}" dt="2021-05-17T13:12:27.062" v="1983" actId="113"/>
        <pc:sldMkLst>
          <pc:docMk/>
          <pc:sldMk cId="2441235609" sldId="552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3614929084" sldId="552"/>
        </pc:sldMkLst>
      </pc:sldChg>
      <pc:sldChg chg="add del">
        <pc:chgData name="Long B Nguyen" userId="f59fb8f3-a021-417a-8bc1-65c8d471c621" providerId="ADAL" clId="{09EBCD6D-3E32-1447-A1AF-87925F52689B}" dt="2021-05-17T12:45:36.966" v="926" actId="2696"/>
        <pc:sldMkLst>
          <pc:docMk/>
          <pc:sldMk cId="2407725389" sldId="553"/>
        </pc:sldMkLst>
      </pc:sldChg>
      <pc:sldChg chg="addSp delSp modSp add mod modAnim">
        <pc:chgData name="Long B Nguyen" userId="f59fb8f3-a021-417a-8bc1-65c8d471c621" providerId="ADAL" clId="{09EBCD6D-3E32-1447-A1AF-87925F52689B}" dt="2021-05-17T13:12:46.142" v="1986" actId="113"/>
        <pc:sldMkLst>
          <pc:docMk/>
          <pc:sldMk cId="3468078659" sldId="553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3802582321" sldId="553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394221605" sldId="554"/>
        </pc:sldMkLst>
      </pc:sldChg>
      <pc:sldChg chg="modSp add mod modAnim">
        <pc:chgData name="Long B Nguyen" userId="f59fb8f3-a021-417a-8bc1-65c8d471c621" providerId="ADAL" clId="{09EBCD6D-3E32-1447-A1AF-87925F52689B}" dt="2021-05-17T13:11:08.966" v="1972"/>
        <pc:sldMkLst>
          <pc:docMk/>
          <pc:sldMk cId="3694330075" sldId="554"/>
        </pc:sldMkLst>
      </pc:sldChg>
      <pc:sldChg chg="modSp add mod modAnim">
        <pc:chgData name="Long B Nguyen" userId="f59fb8f3-a021-417a-8bc1-65c8d471c621" providerId="ADAL" clId="{09EBCD6D-3E32-1447-A1AF-87925F52689B}" dt="2021-05-17T13:11:15.854" v="1974"/>
        <pc:sldMkLst>
          <pc:docMk/>
          <pc:sldMk cId="2056741379" sldId="555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2114242178" sldId="556"/>
        </pc:sldMkLst>
      </pc:sldChg>
      <pc:sldChg chg="modSp add mod modAnim">
        <pc:chgData name="Long B Nguyen" userId="f59fb8f3-a021-417a-8bc1-65c8d471c621" providerId="ADAL" clId="{09EBCD6D-3E32-1447-A1AF-87925F52689B}" dt="2021-05-17T13:11:23.273" v="1975"/>
        <pc:sldMkLst>
          <pc:docMk/>
          <pc:sldMk cId="2208601633" sldId="556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2431525960" sldId="557"/>
        </pc:sldMkLst>
      </pc:sldChg>
      <pc:sldChg chg="addSp delSp modSp add mod modAnim">
        <pc:chgData name="Long B Nguyen" userId="f59fb8f3-a021-417a-8bc1-65c8d471c621" providerId="ADAL" clId="{09EBCD6D-3E32-1447-A1AF-87925F52689B}" dt="2021-05-17T13:13:13.905" v="1989" actId="113"/>
        <pc:sldMkLst>
          <pc:docMk/>
          <pc:sldMk cId="2688033915" sldId="557"/>
        </pc:sldMkLst>
      </pc:sldChg>
      <pc:sldChg chg="addSp delSp modSp add mod modAnim">
        <pc:chgData name="Long B Nguyen" userId="f59fb8f3-a021-417a-8bc1-65c8d471c621" providerId="ADAL" clId="{09EBCD6D-3E32-1447-A1AF-87925F52689B}" dt="2021-05-17T14:35:00.472" v="2275"/>
        <pc:sldMkLst>
          <pc:docMk/>
          <pc:sldMk cId="709272090" sldId="558"/>
        </pc:sldMkLst>
      </pc:sldChg>
      <pc:sldChg chg="modSp add mod modAnim">
        <pc:chgData name="Long B Nguyen" userId="f59fb8f3-a021-417a-8bc1-65c8d471c621" providerId="ADAL" clId="{09EBCD6D-3E32-1447-A1AF-87925F52689B}" dt="2021-05-17T13:10:17.405" v="1966"/>
        <pc:sldMkLst>
          <pc:docMk/>
          <pc:sldMk cId="24133132" sldId="559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567828261" sldId="559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2659410340" sldId="560"/>
        </pc:sldMkLst>
      </pc:sldChg>
      <pc:sldChg chg="addSp delSp modSp add mod modAnim">
        <pc:chgData name="Long B Nguyen" userId="f59fb8f3-a021-417a-8bc1-65c8d471c621" providerId="ADAL" clId="{09EBCD6D-3E32-1447-A1AF-87925F52689B}" dt="2021-05-19T16:34:57.578" v="2951" actId="20577"/>
        <pc:sldMkLst>
          <pc:docMk/>
          <pc:sldMk cId="2939906830" sldId="560"/>
        </pc:sldMkLst>
      </pc:sldChg>
      <pc:sldChg chg="modSp new del mod">
        <pc:chgData name="Long B Nguyen" userId="f59fb8f3-a021-417a-8bc1-65c8d471c621" providerId="ADAL" clId="{09EBCD6D-3E32-1447-A1AF-87925F52689B}" dt="2021-05-17T13:14:54.313" v="2073" actId="2696"/>
        <pc:sldMkLst>
          <pc:docMk/>
          <pc:sldMk cId="2989218153" sldId="560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610208212" sldId="561"/>
        </pc:sldMkLst>
      </pc:sldChg>
      <pc:sldChg chg="addSp delSp modSp add mod modAnim">
        <pc:chgData name="Long B Nguyen" userId="f59fb8f3-a021-417a-8bc1-65c8d471c621" providerId="ADAL" clId="{09EBCD6D-3E32-1447-A1AF-87925F52689B}" dt="2021-05-20T12:34:57.155" v="3666"/>
        <pc:sldMkLst>
          <pc:docMk/>
          <pc:sldMk cId="2594530262" sldId="561"/>
        </pc:sldMkLst>
      </pc:sldChg>
      <pc:sldChg chg="delSp modSp add del mod modAnim">
        <pc:chgData name="Long B Nguyen" userId="f59fb8f3-a021-417a-8bc1-65c8d471c621" providerId="ADAL" clId="{09EBCD6D-3E32-1447-A1AF-87925F52689B}" dt="2021-05-19T13:16:39.784" v="2399" actId="2696"/>
        <pc:sldMkLst>
          <pc:docMk/>
          <pc:sldMk cId="3239617378" sldId="561"/>
        </pc:sldMkLst>
      </pc:sldChg>
      <pc:sldChg chg="delSp modSp add mod modAnim">
        <pc:chgData name="Long B Nguyen" userId="f59fb8f3-a021-417a-8bc1-65c8d471c621" providerId="ADAL" clId="{09EBCD6D-3E32-1447-A1AF-87925F52689B}" dt="2021-05-20T12:35:06.949" v="3669"/>
        <pc:sldMkLst>
          <pc:docMk/>
          <pc:sldMk cId="1250322943" sldId="562"/>
        </pc:sldMkLst>
      </pc:sldChg>
      <pc:sldChg chg="add del">
        <pc:chgData name="Long B Nguyen" userId="f59fb8f3-a021-417a-8bc1-65c8d471c621" providerId="ADAL" clId="{09EBCD6D-3E32-1447-A1AF-87925F52689B}" dt="2021-05-19T13:16:39.784" v="2399" actId="2696"/>
        <pc:sldMkLst>
          <pc:docMk/>
          <pc:sldMk cId="3726617262" sldId="562"/>
        </pc:sldMkLst>
      </pc:sldChg>
      <pc:sldChg chg="add del">
        <pc:chgData name="Long B Nguyen" userId="f59fb8f3-a021-417a-8bc1-65c8d471c621" providerId="ADAL" clId="{09EBCD6D-3E32-1447-A1AF-87925F52689B}" dt="2021-05-19T13:16:39.784" v="2399" actId="2696"/>
        <pc:sldMkLst>
          <pc:docMk/>
          <pc:sldMk cId="621797290" sldId="563"/>
        </pc:sldMkLst>
      </pc:sldChg>
      <pc:sldChg chg="modSp add mod modAnim">
        <pc:chgData name="Long B Nguyen" userId="f59fb8f3-a021-417a-8bc1-65c8d471c621" providerId="ADAL" clId="{09EBCD6D-3E32-1447-A1AF-87925F52689B}" dt="2021-05-20T12:35:54.946" v="3672"/>
        <pc:sldMkLst>
          <pc:docMk/>
          <pc:sldMk cId="2551255002" sldId="563"/>
        </pc:sldMkLst>
      </pc:sldChg>
      <pc:sldChg chg="add del">
        <pc:chgData name="Long B Nguyen" userId="f59fb8f3-a021-417a-8bc1-65c8d471c621" providerId="ADAL" clId="{09EBCD6D-3E32-1447-A1AF-87925F52689B}" dt="2021-05-19T13:23:25.468" v="2655"/>
        <pc:sldMkLst>
          <pc:docMk/>
          <pc:sldMk cId="2616877189" sldId="563"/>
        </pc:sldMkLst>
      </pc:sldChg>
      <pc:sldChg chg="add del">
        <pc:chgData name="Long B Nguyen" userId="f59fb8f3-a021-417a-8bc1-65c8d471c621" providerId="ADAL" clId="{09EBCD6D-3E32-1447-A1AF-87925F52689B}" dt="2021-05-19T13:16:39.784" v="2399" actId="2696"/>
        <pc:sldMkLst>
          <pc:docMk/>
          <pc:sldMk cId="1056713440" sldId="564"/>
        </pc:sldMkLst>
      </pc:sldChg>
      <pc:sldChg chg="addSp delSp modSp new mod">
        <pc:chgData name="Long B Nguyen" userId="f59fb8f3-a021-417a-8bc1-65c8d471c621" providerId="ADAL" clId="{09EBCD6D-3E32-1447-A1AF-87925F52689B}" dt="2021-05-19T16:36:27.164" v="2954"/>
        <pc:sldMkLst>
          <pc:docMk/>
          <pc:sldMk cId="2129320295" sldId="564"/>
        </pc:sldMkLst>
      </pc:sldChg>
      <pc:sldChg chg="add modAnim">
        <pc:chgData name="Long B Nguyen" userId="f59fb8f3-a021-417a-8bc1-65c8d471c621" providerId="ADAL" clId="{09EBCD6D-3E32-1447-A1AF-87925F52689B}" dt="2021-05-20T12:34:28.525" v="3647"/>
        <pc:sldMkLst>
          <pc:docMk/>
          <pc:sldMk cId="813742219" sldId="565"/>
        </pc:sldMkLst>
      </pc:sldChg>
      <pc:sldChg chg="add del">
        <pc:chgData name="Long B Nguyen" userId="f59fb8f3-a021-417a-8bc1-65c8d471c621" providerId="ADAL" clId="{09EBCD6D-3E32-1447-A1AF-87925F52689B}" dt="2021-05-19T13:16:39.784" v="2399" actId="2696"/>
        <pc:sldMkLst>
          <pc:docMk/>
          <pc:sldMk cId="2208502013" sldId="565"/>
        </pc:sldMkLst>
      </pc:sldChg>
      <pc:sldChg chg="add del">
        <pc:chgData name="Long B Nguyen" userId="f59fb8f3-a021-417a-8bc1-65c8d471c621" providerId="ADAL" clId="{09EBCD6D-3E32-1447-A1AF-87925F52689B}" dt="2021-05-19T13:16:39.784" v="2399" actId="2696"/>
        <pc:sldMkLst>
          <pc:docMk/>
          <pc:sldMk cId="2592351575" sldId="566"/>
        </pc:sldMkLst>
      </pc:sldChg>
      <pc:sldChg chg="addSp modSp add mod modAnim">
        <pc:chgData name="Long B Nguyen" userId="f59fb8f3-a021-417a-8bc1-65c8d471c621" providerId="ADAL" clId="{09EBCD6D-3E32-1447-A1AF-87925F52689B}" dt="2021-05-20T12:36:13.817" v="3675"/>
        <pc:sldMkLst>
          <pc:docMk/>
          <pc:sldMk cId="2801617392" sldId="566"/>
        </pc:sldMkLst>
      </pc:sldChg>
      <pc:sldChg chg="addSp modSp add mod modAnim">
        <pc:chgData name="Long B Nguyen" userId="f59fb8f3-a021-417a-8bc1-65c8d471c621" providerId="ADAL" clId="{09EBCD6D-3E32-1447-A1AF-87925F52689B}" dt="2021-05-20T12:36:24.871" v="3676"/>
        <pc:sldMkLst>
          <pc:docMk/>
          <pc:sldMk cId="3824741165" sldId="567"/>
        </pc:sldMkLst>
      </pc:sldChg>
      <pc:sldChg chg="addSp delSp modSp add mod modAnim">
        <pc:chgData name="Long B Nguyen" userId="f59fb8f3-a021-417a-8bc1-65c8d471c621" providerId="ADAL" clId="{09EBCD6D-3E32-1447-A1AF-87925F52689B}" dt="2021-05-20T12:36:29.423" v="3677"/>
        <pc:sldMkLst>
          <pc:docMk/>
          <pc:sldMk cId="863077976" sldId="568"/>
        </pc:sldMkLst>
      </pc:sldChg>
      <pc:sldChg chg="addSp delSp modSp add mod modAnim">
        <pc:chgData name="Long B Nguyen" userId="f59fb8f3-a021-417a-8bc1-65c8d471c621" providerId="ADAL" clId="{09EBCD6D-3E32-1447-A1AF-87925F52689B}" dt="2021-05-20T12:36:39.964" v="3680"/>
        <pc:sldMkLst>
          <pc:docMk/>
          <pc:sldMk cId="2077516868" sldId="569"/>
        </pc:sldMkLst>
      </pc:sldChg>
      <pc:sldChg chg="addSp delSp modSp new mod modAnim">
        <pc:chgData name="Long B Nguyen" userId="f59fb8f3-a021-417a-8bc1-65c8d471c621" providerId="ADAL" clId="{09EBCD6D-3E32-1447-A1AF-87925F52689B}" dt="2021-05-20T12:38:02.647" v="3696"/>
        <pc:sldMkLst>
          <pc:docMk/>
          <pc:sldMk cId="2343131900" sldId="570"/>
        </pc:sldMkLst>
      </pc:sldChg>
      <pc:sldChg chg="addSp delSp modSp add mod delAnim modAnim">
        <pc:chgData name="Long B Nguyen" userId="f59fb8f3-a021-417a-8bc1-65c8d471c621" providerId="ADAL" clId="{09EBCD6D-3E32-1447-A1AF-87925F52689B}" dt="2021-05-20T13:18:15.325" v="3948" actId="1076"/>
        <pc:sldMkLst>
          <pc:docMk/>
          <pc:sldMk cId="192280408" sldId="571"/>
        </pc:sldMkLst>
      </pc:sldChg>
      <pc:sldChg chg="add del">
        <pc:chgData name="Long B Nguyen" userId="f59fb8f3-a021-417a-8bc1-65c8d471c621" providerId="ADAL" clId="{09EBCD6D-3E32-1447-A1AF-87925F52689B}" dt="2021-05-19T16:51:40.558" v="3017" actId="2696"/>
        <pc:sldMkLst>
          <pc:docMk/>
          <pc:sldMk cId="3239055743" sldId="571"/>
        </pc:sldMkLst>
      </pc:sldChg>
      <pc:sldChg chg="addSp modSp add mod modAnim">
        <pc:chgData name="Long B Nguyen" userId="f59fb8f3-a021-417a-8bc1-65c8d471c621" providerId="ADAL" clId="{09EBCD6D-3E32-1447-A1AF-87925F52689B}" dt="2021-05-20T12:38:21.957" v="3699"/>
        <pc:sldMkLst>
          <pc:docMk/>
          <pc:sldMk cId="2919397029" sldId="572"/>
        </pc:sldMkLst>
      </pc:sldChg>
      <pc:sldChg chg="addSp delSp modSp add mod">
        <pc:chgData name="Long B Nguyen" userId="f59fb8f3-a021-417a-8bc1-65c8d471c621" providerId="ADAL" clId="{09EBCD6D-3E32-1447-A1AF-87925F52689B}" dt="2021-05-20T12:38:32.356" v="3702" actId="14100"/>
        <pc:sldMkLst>
          <pc:docMk/>
          <pc:sldMk cId="1063104711" sldId="573"/>
        </pc:sldMkLst>
      </pc:sldChg>
      <pc:sldChg chg="addSp delSp modSp add mod modAnim">
        <pc:chgData name="Long B Nguyen" userId="f59fb8f3-a021-417a-8bc1-65c8d471c621" providerId="ADAL" clId="{09EBCD6D-3E32-1447-A1AF-87925F52689B}" dt="2021-05-20T12:39:29.676" v="3714"/>
        <pc:sldMkLst>
          <pc:docMk/>
          <pc:sldMk cId="1499385236" sldId="574"/>
        </pc:sldMkLst>
      </pc:sldChg>
      <pc:sldChg chg="addSp delSp modSp add mod modAnim">
        <pc:chgData name="Long B Nguyen" userId="f59fb8f3-a021-417a-8bc1-65c8d471c621" providerId="ADAL" clId="{09EBCD6D-3E32-1447-A1AF-87925F52689B}" dt="2021-05-20T12:36:48.236" v="3682"/>
        <pc:sldMkLst>
          <pc:docMk/>
          <pc:sldMk cId="1553077223" sldId="575"/>
        </pc:sldMkLst>
      </pc:sldChg>
      <pc:sldChg chg="addSp delSp modSp add mod modAnim">
        <pc:chgData name="Long B Nguyen" userId="f59fb8f3-a021-417a-8bc1-65c8d471c621" providerId="ADAL" clId="{09EBCD6D-3E32-1447-A1AF-87925F52689B}" dt="2021-05-20T12:37:19.951" v="3689"/>
        <pc:sldMkLst>
          <pc:docMk/>
          <pc:sldMk cId="2524985795" sldId="576"/>
        </pc:sldMkLst>
      </pc:sldChg>
      <pc:sldChg chg="addSp add del">
        <pc:chgData name="Long B Nguyen" userId="f59fb8f3-a021-417a-8bc1-65c8d471c621" providerId="ADAL" clId="{09EBCD6D-3E32-1447-A1AF-87925F52689B}" dt="2021-05-19T17:16:31.338" v="3095" actId="2696"/>
        <pc:sldMkLst>
          <pc:docMk/>
          <pc:sldMk cId="3405528956" sldId="577"/>
        </pc:sldMkLst>
      </pc:sldChg>
      <pc:sldChg chg="addSp delSp add mod">
        <pc:chgData name="Long B Nguyen" userId="f59fb8f3-a021-417a-8bc1-65c8d471c621" providerId="ADAL" clId="{09EBCD6D-3E32-1447-A1AF-87925F52689B}" dt="2021-05-19T17:18:52.021" v="3099" actId="478"/>
        <pc:sldMkLst>
          <pc:docMk/>
          <pc:sldMk cId="3749000710" sldId="577"/>
        </pc:sldMkLst>
      </pc:sldChg>
      <pc:sldChg chg="addSp delSp modSp add mod">
        <pc:chgData name="Long B Nguyen" userId="f59fb8f3-a021-417a-8bc1-65c8d471c621" providerId="ADAL" clId="{09EBCD6D-3E32-1447-A1AF-87925F52689B}" dt="2021-05-19T17:19:40.432" v="3105" actId="478"/>
        <pc:sldMkLst>
          <pc:docMk/>
          <pc:sldMk cId="754790522" sldId="578"/>
        </pc:sldMkLst>
      </pc:sldChg>
      <pc:sldChg chg="delSp modSp add mod">
        <pc:chgData name="Long B Nguyen" userId="f59fb8f3-a021-417a-8bc1-65c8d471c621" providerId="ADAL" clId="{09EBCD6D-3E32-1447-A1AF-87925F52689B}" dt="2021-05-19T17:19:46.405" v="3107" actId="20577"/>
        <pc:sldMkLst>
          <pc:docMk/>
          <pc:sldMk cId="800131734" sldId="579"/>
        </pc:sldMkLst>
      </pc:sldChg>
      <pc:sldChg chg="addSp new">
        <pc:chgData name="Long B Nguyen" userId="f59fb8f3-a021-417a-8bc1-65c8d471c621" providerId="ADAL" clId="{09EBCD6D-3E32-1447-A1AF-87925F52689B}" dt="2021-05-19T17:20:08.776" v="3109"/>
        <pc:sldMkLst>
          <pc:docMk/>
          <pc:sldMk cId="4120892338" sldId="580"/>
        </pc:sldMkLst>
      </pc:sldChg>
      <pc:sldChg chg="modSp add modAnim">
        <pc:chgData name="Long B Nguyen" userId="f59fb8f3-a021-417a-8bc1-65c8d471c621" providerId="ADAL" clId="{09EBCD6D-3E32-1447-A1AF-87925F52689B}" dt="2021-05-21T13:10:13.718" v="4224" actId="20577"/>
        <pc:sldMkLst>
          <pc:docMk/>
          <pc:sldMk cId="759587535" sldId="581"/>
        </pc:sldMkLst>
      </pc:sldChg>
      <pc:sldChg chg="addSp modSp new add del mod">
        <pc:chgData name="Long B Nguyen" userId="f59fb8f3-a021-417a-8bc1-65c8d471c621" providerId="ADAL" clId="{09EBCD6D-3E32-1447-A1AF-87925F52689B}" dt="2021-05-20T11:57:02.406" v="3277" actId="2696"/>
        <pc:sldMkLst>
          <pc:docMk/>
          <pc:sldMk cId="2802732849" sldId="581"/>
        </pc:sldMkLst>
      </pc:sldChg>
      <pc:sldChg chg="addSp delSp modSp add mod modAnim">
        <pc:chgData name="Long B Nguyen" userId="f59fb8f3-a021-417a-8bc1-65c8d471c621" providerId="ADAL" clId="{09EBCD6D-3E32-1447-A1AF-87925F52689B}" dt="2021-05-20T12:38:10.341" v="3697"/>
        <pc:sldMkLst>
          <pc:docMk/>
          <pc:sldMk cId="1551865980" sldId="582"/>
        </pc:sldMkLst>
      </pc:sldChg>
      <pc:sldChg chg="addSp delSp modSp new mod modAnim">
        <pc:chgData name="Long B Nguyen" userId="f59fb8f3-a021-417a-8bc1-65c8d471c621" providerId="ADAL" clId="{09EBCD6D-3E32-1447-A1AF-87925F52689B}" dt="2021-05-20T12:38:16.198" v="3698"/>
        <pc:sldMkLst>
          <pc:docMk/>
          <pc:sldMk cId="463059091" sldId="583"/>
        </pc:sldMkLst>
      </pc:sldChg>
      <pc:sldChg chg="addSp modSp new mod modAnim">
        <pc:chgData name="Long B Nguyen" userId="f59fb8f3-a021-417a-8bc1-65c8d471c621" providerId="ADAL" clId="{09EBCD6D-3E32-1447-A1AF-87925F52689B}" dt="2021-05-20T12:38:44.862" v="3705"/>
        <pc:sldMkLst>
          <pc:docMk/>
          <pc:sldMk cId="1126682757" sldId="584"/>
        </pc:sldMkLst>
      </pc:sldChg>
      <pc:sldChg chg="addSp modSp new mod">
        <pc:chgData name="Long B Nguyen" userId="f59fb8f3-a021-417a-8bc1-65c8d471c621" providerId="ADAL" clId="{09EBCD6D-3E32-1447-A1AF-87925F52689B}" dt="2021-05-20T12:19:35.221" v="3606" actId="1076"/>
        <pc:sldMkLst>
          <pc:docMk/>
          <pc:sldMk cId="509745851" sldId="585"/>
        </pc:sldMkLst>
      </pc:sldChg>
      <pc:sldChg chg="addSp modSp new mod modAnim">
        <pc:chgData name="Long B Nguyen" userId="f59fb8f3-a021-417a-8bc1-65c8d471c621" providerId="ADAL" clId="{09EBCD6D-3E32-1447-A1AF-87925F52689B}" dt="2021-05-20T12:38:52.558" v="3706"/>
        <pc:sldMkLst>
          <pc:docMk/>
          <pc:sldMk cId="2548714140" sldId="586"/>
        </pc:sldMkLst>
      </pc:sldChg>
      <pc:sldChg chg="addSp modSp new mod">
        <pc:chgData name="Long B Nguyen" userId="f59fb8f3-a021-417a-8bc1-65c8d471c621" providerId="ADAL" clId="{09EBCD6D-3E32-1447-A1AF-87925F52689B}" dt="2021-05-20T12:21:45.898" v="3619" actId="1076"/>
        <pc:sldMkLst>
          <pc:docMk/>
          <pc:sldMk cId="4154652441" sldId="587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3124746191" sldId="588"/>
        </pc:sldMkLst>
      </pc:sldChg>
      <pc:sldChg chg="addSp modSp new mod modAnim">
        <pc:chgData name="Long B Nguyen" userId="f59fb8f3-a021-417a-8bc1-65c8d471c621" providerId="ADAL" clId="{09EBCD6D-3E32-1447-A1AF-87925F52689B}" dt="2021-05-20T12:39:35.832" v="3715"/>
        <pc:sldMkLst>
          <pc:docMk/>
          <pc:sldMk cId="4264445299" sldId="588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2267031669" sldId="589"/>
        </pc:sldMkLst>
      </pc:sldChg>
      <pc:sldChg chg="addSp modSp new mod">
        <pc:chgData name="Long B Nguyen" userId="f59fb8f3-a021-417a-8bc1-65c8d471c621" providerId="ADAL" clId="{09EBCD6D-3E32-1447-A1AF-87925F52689B}" dt="2021-05-20T12:25:16.826" v="3636" actId="1076"/>
        <pc:sldMkLst>
          <pc:docMk/>
          <pc:sldMk cId="3414404792" sldId="589"/>
        </pc:sldMkLst>
      </pc:sldChg>
      <pc:sldChg chg="addSp modSp new mod">
        <pc:chgData name="Long B Nguyen" userId="f59fb8f3-a021-417a-8bc1-65c8d471c621" providerId="ADAL" clId="{09EBCD6D-3E32-1447-A1AF-87925F52689B}" dt="2021-05-20T12:25:51.503" v="3645" actId="1076"/>
        <pc:sldMkLst>
          <pc:docMk/>
          <pc:sldMk cId="3265024698" sldId="590"/>
        </pc:sldMkLst>
      </pc:sldChg>
      <pc:sldChg chg="addSp delSp modSp add mod">
        <pc:chgData name="Long B Nguyen" userId="f59fb8f3-a021-417a-8bc1-65c8d471c621" providerId="ADAL" clId="{09EBCD6D-3E32-1447-A1AF-87925F52689B}" dt="2021-05-21T18:03:52.769" v="6604"/>
        <pc:sldMkLst>
          <pc:docMk/>
          <pc:sldMk cId="282865059" sldId="591"/>
        </pc:sldMkLst>
      </pc:sldChg>
      <pc:sldChg chg="delSp modSp add del mod">
        <pc:chgData name="Long B Nguyen" userId="f59fb8f3-a021-417a-8bc1-65c8d471c621" providerId="ADAL" clId="{09EBCD6D-3E32-1447-A1AF-87925F52689B}" dt="2021-05-20T12:41:12.012" v="3790" actId="2696"/>
        <pc:sldMkLst>
          <pc:docMk/>
          <pc:sldMk cId="4112913430" sldId="591"/>
        </pc:sldMkLst>
      </pc:sldChg>
      <pc:sldChg chg="delSp modSp new mod">
        <pc:chgData name="Long B Nguyen" userId="f59fb8f3-a021-417a-8bc1-65c8d471c621" providerId="ADAL" clId="{09EBCD6D-3E32-1447-A1AF-87925F52689B}" dt="2021-05-21T17:49:09.869" v="6571" actId="14100"/>
        <pc:sldMkLst>
          <pc:docMk/>
          <pc:sldMk cId="4023327364" sldId="592"/>
        </pc:sldMkLst>
      </pc:sldChg>
      <pc:sldChg chg="addSp modSp new mod modAnim">
        <pc:chgData name="Long B Nguyen" userId="f59fb8f3-a021-417a-8bc1-65c8d471c621" providerId="ADAL" clId="{09EBCD6D-3E32-1447-A1AF-87925F52689B}" dt="2021-05-20T13:16:56.125" v="3936"/>
        <pc:sldMkLst>
          <pc:docMk/>
          <pc:sldMk cId="3064516433" sldId="593"/>
        </pc:sldMkLst>
      </pc:sldChg>
      <pc:sldChg chg="new del">
        <pc:chgData name="Long B Nguyen" userId="f59fb8f3-a021-417a-8bc1-65c8d471c621" providerId="ADAL" clId="{09EBCD6D-3E32-1447-A1AF-87925F52689B}" dt="2021-05-21T14:31:51.095" v="4686" actId="2696"/>
        <pc:sldMkLst>
          <pc:docMk/>
          <pc:sldMk cId="2484310751" sldId="594"/>
        </pc:sldMkLst>
      </pc:sldChg>
      <pc:sldChg chg="new del">
        <pc:chgData name="Long B Nguyen" userId="f59fb8f3-a021-417a-8bc1-65c8d471c621" providerId="ADAL" clId="{09EBCD6D-3E32-1447-A1AF-87925F52689B}" dt="2021-05-20T13:18:43.425" v="3954" actId="2696"/>
        <pc:sldMkLst>
          <pc:docMk/>
          <pc:sldMk cId="2082102924" sldId="595"/>
        </pc:sldMkLst>
      </pc:sldChg>
      <pc:sldChg chg="addSp delSp modSp add mod">
        <pc:chgData name="Long B Nguyen" userId="f59fb8f3-a021-417a-8bc1-65c8d471c621" providerId="ADAL" clId="{09EBCD6D-3E32-1447-A1AF-87925F52689B}" dt="2021-05-20T13:18:27.119" v="3953" actId="478"/>
        <pc:sldMkLst>
          <pc:docMk/>
          <pc:sldMk cId="3921376357" sldId="596"/>
        </pc:sldMkLst>
      </pc:sldChg>
      <pc:sldChg chg="addSp delSp modSp new mod modAnim">
        <pc:chgData name="Long B Nguyen" userId="f59fb8f3-a021-417a-8bc1-65c8d471c621" providerId="ADAL" clId="{09EBCD6D-3E32-1447-A1AF-87925F52689B}" dt="2021-05-21T13:34:12.350" v="4660" actId="20577"/>
        <pc:sldMkLst>
          <pc:docMk/>
          <pc:sldMk cId="1444249637" sldId="597"/>
        </pc:sldMkLst>
      </pc:sldChg>
      <pc:sldChg chg="addSp delSp modSp new mod modAnim">
        <pc:chgData name="Long B Nguyen" userId="f59fb8f3-a021-417a-8bc1-65c8d471c621" providerId="ADAL" clId="{09EBCD6D-3E32-1447-A1AF-87925F52689B}" dt="2021-05-21T13:32:42.141" v="4569" actId="20577"/>
        <pc:sldMkLst>
          <pc:docMk/>
          <pc:sldMk cId="630346246" sldId="598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028645906" sldId="598"/>
        </pc:sldMkLst>
      </pc:sldChg>
      <pc:sldChg chg="addSp delSp modSp new mod modAnim">
        <pc:chgData name="Long B Nguyen" userId="f59fb8f3-a021-417a-8bc1-65c8d471c621" providerId="ADAL" clId="{09EBCD6D-3E32-1447-A1AF-87925F52689B}" dt="2021-05-21T13:34:21.980" v="4684" actId="20577"/>
        <pc:sldMkLst>
          <pc:docMk/>
          <pc:sldMk cId="2996019340" sldId="599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3182606397" sldId="600"/>
        </pc:sldMkLst>
      </pc:sldChg>
      <pc:sldChg chg="addSp modSp new mod">
        <pc:chgData name="Long B Nguyen" userId="f59fb8f3-a021-417a-8bc1-65c8d471c621" providerId="ADAL" clId="{09EBCD6D-3E32-1447-A1AF-87925F52689B}" dt="2021-05-20T13:33:53.268" v="4109" actId="1076"/>
        <pc:sldMkLst>
          <pc:docMk/>
          <pc:sldMk cId="4124768698" sldId="600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311847592" sldId="601"/>
        </pc:sldMkLst>
      </pc:sldChg>
      <pc:sldChg chg="addSp modSp new mod">
        <pc:chgData name="Long B Nguyen" userId="f59fb8f3-a021-417a-8bc1-65c8d471c621" providerId="ADAL" clId="{09EBCD6D-3E32-1447-A1AF-87925F52689B}" dt="2021-05-20T13:37:23.478" v="4112" actId="1076"/>
        <pc:sldMkLst>
          <pc:docMk/>
          <pc:sldMk cId="3965023673" sldId="601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62773732" sldId="602"/>
        </pc:sldMkLst>
      </pc:sldChg>
      <pc:sldChg chg="addSp modSp new mod modAnim">
        <pc:chgData name="Long B Nguyen" userId="f59fb8f3-a021-417a-8bc1-65c8d471c621" providerId="ADAL" clId="{09EBCD6D-3E32-1447-A1AF-87925F52689B}" dt="2021-05-21T14:00:07.738" v="4685"/>
        <pc:sldMkLst>
          <pc:docMk/>
          <pc:sldMk cId="505390761" sldId="602"/>
        </pc:sldMkLst>
      </pc:sldChg>
      <pc:sldChg chg="addSp modSp new mod modAnim">
        <pc:chgData name="Long B Nguyen" userId="f59fb8f3-a021-417a-8bc1-65c8d471c621" providerId="ADAL" clId="{09EBCD6D-3E32-1447-A1AF-87925F52689B}" dt="2021-05-21T13:28:18.456" v="4301"/>
        <pc:sldMkLst>
          <pc:docMk/>
          <pc:sldMk cId="1522800028" sldId="603"/>
        </pc:sldMkLst>
      </pc:sldChg>
      <pc:sldChg chg="addSp modSp new mod modAnim">
        <pc:chgData name="Long B Nguyen" userId="f59fb8f3-a021-417a-8bc1-65c8d471c621" providerId="ADAL" clId="{09EBCD6D-3E32-1447-A1AF-87925F52689B}" dt="2021-05-20T13:40:20.957" v="4214"/>
        <pc:sldMkLst>
          <pc:docMk/>
          <pc:sldMk cId="1582772439" sldId="604"/>
        </pc:sldMkLst>
      </pc:sldChg>
      <pc:sldChg chg="modSp add mod">
        <pc:chgData name="Long B Nguyen" userId="f59fb8f3-a021-417a-8bc1-65c8d471c621" providerId="ADAL" clId="{09EBCD6D-3E32-1447-A1AF-87925F52689B}" dt="2021-05-31T17:31:58.885" v="8793"/>
        <pc:sldMkLst>
          <pc:docMk/>
          <pc:sldMk cId="2179424705" sldId="605"/>
        </pc:sldMkLst>
      </pc:sldChg>
      <pc:sldChg chg="add del">
        <pc:chgData name="Long B Nguyen" userId="f59fb8f3-a021-417a-8bc1-65c8d471c621" providerId="ADAL" clId="{09EBCD6D-3E32-1447-A1AF-87925F52689B}" dt="2021-05-21T14:34:39.718" v="4767"/>
        <pc:sldMkLst>
          <pc:docMk/>
          <pc:sldMk cId="97375686" sldId="606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51278377" sldId="608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2892160896" sldId="609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892130114" sldId="612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241156272" sldId="613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4014748011" sldId="615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445830501" sldId="616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3966117082" sldId="617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946329213" sldId="618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2497825085" sldId="620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5411246" sldId="621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3215879385" sldId="622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2484292394" sldId="623"/>
        </pc:sldMkLst>
      </pc:sldChg>
      <pc:sldChg chg="del">
        <pc:chgData name="Long B Nguyen" userId="f59fb8f3-a021-417a-8bc1-65c8d471c621" providerId="ADAL" clId="{09EBCD6D-3E32-1447-A1AF-87925F52689B}" dt="2021-05-17T12:18:23.192" v="23" actId="2696"/>
        <pc:sldMkLst>
          <pc:docMk/>
          <pc:sldMk cId="1444664834" sldId="624"/>
        </pc:sldMkLst>
      </pc:sldChg>
      <pc:sldChg chg="modSp add">
        <pc:chgData name="Long B Nguyen" userId="f59fb8f3-a021-417a-8bc1-65c8d471c621" providerId="ADAL" clId="{09EBCD6D-3E32-1447-A1AF-87925F52689B}" dt="2021-05-31T19:31:00.002" v="9463"/>
        <pc:sldMkLst>
          <pc:docMk/>
          <pc:sldMk cId="4223814934" sldId="624"/>
        </pc:sldMkLst>
      </pc:sldChg>
      <pc:sldChg chg="addSp delSp modSp add mod">
        <pc:chgData name="Long B Nguyen" userId="f59fb8f3-a021-417a-8bc1-65c8d471c621" providerId="ADAL" clId="{09EBCD6D-3E32-1447-A1AF-87925F52689B}" dt="2021-05-21T15:19:47.898" v="4979"/>
        <pc:sldMkLst>
          <pc:docMk/>
          <pc:sldMk cId="1200012388" sldId="625"/>
        </pc:sldMkLst>
      </pc:sldChg>
      <pc:sldChg chg="modSp add mod">
        <pc:chgData name="Long B Nguyen" userId="f59fb8f3-a021-417a-8bc1-65c8d471c621" providerId="ADAL" clId="{09EBCD6D-3E32-1447-A1AF-87925F52689B}" dt="2021-05-21T15:16:58.932" v="4959" actId="255"/>
        <pc:sldMkLst>
          <pc:docMk/>
          <pc:sldMk cId="660055805" sldId="626"/>
        </pc:sldMkLst>
      </pc:sldChg>
      <pc:sldChg chg="add">
        <pc:chgData name="Long B Nguyen" userId="f59fb8f3-a021-417a-8bc1-65c8d471c621" providerId="ADAL" clId="{09EBCD6D-3E32-1447-A1AF-87925F52689B}" dt="2021-05-21T15:19:30.211" v="4963"/>
        <pc:sldMkLst>
          <pc:docMk/>
          <pc:sldMk cId="2475745419" sldId="627"/>
        </pc:sldMkLst>
      </pc:sldChg>
      <pc:sldChg chg="addSp modSp new mod">
        <pc:chgData name="Long B Nguyen" userId="f59fb8f3-a021-417a-8bc1-65c8d471c621" providerId="ADAL" clId="{09EBCD6D-3E32-1447-A1AF-87925F52689B}" dt="2021-05-21T15:21:46.839" v="4993" actId="1035"/>
        <pc:sldMkLst>
          <pc:docMk/>
          <pc:sldMk cId="2448329619" sldId="628"/>
        </pc:sldMkLst>
      </pc:sldChg>
      <pc:sldChg chg="addSp delSp modSp new mod modAnim">
        <pc:chgData name="Long B Nguyen" userId="f59fb8f3-a021-417a-8bc1-65c8d471c621" providerId="ADAL" clId="{09EBCD6D-3E32-1447-A1AF-87925F52689B}" dt="2021-05-24T13:56:28.252" v="8574"/>
        <pc:sldMkLst>
          <pc:docMk/>
          <pc:sldMk cId="4119284386" sldId="629"/>
        </pc:sldMkLst>
      </pc:sldChg>
      <pc:sldChg chg="addSp delSp modSp add mod modAnim">
        <pc:chgData name="Long B Nguyen" userId="f59fb8f3-a021-417a-8bc1-65c8d471c621" providerId="ADAL" clId="{09EBCD6D-3E32-1447-A1AF-87925F52689B}" dt="2021-05-24T13:56:36.289" v="8575"/>
        <pc:sldMkLst>
          <pc:docMk/>
          <pc:sldMk cId="1531065732" sldId="630"/>
        </pc:sldMkLst>
      </pc:sldChg>
      <pc:sldChg chg="addSp delSp modSp new del mod">
        <pc:chgData name="Long B Nguyen" userId="f59fb8f3-a021-417a-8bc1-65c8d471c621" providerId="ADAL" clId="{09EBCD6D-3E32-1447-A1AF-87925F52689B}" dt="2021-05-21T15:30:42.490" v="5542" actId="2696"/>
        <pc:sldMkLst>
          <pc:docMk/>
          <pc:sldMk cId="376185464" sldId="631"/>
        </pc:sldMkLst>
      </pc:sldChg>
      <pc:sldChg chg="modSp add mod">
        <pc:chgData name="Long B Nguyen" userId="f59fb8f3-a021-417a-8bc1-65c8d471c621" providerId="ADAL" clId="{09EBCD6D-3E32-1447-A1AF-87925F52689B}" dt="2021-05-21T15:30:47.540" v="5544" actId="1076"/>
        <pc:sldMkLst>
          <pc:docMk/>
          <pc:sldMk cId="1910378510" sldId="631"/>
        </pc:sldMkLst>
      </pc:sldChg>
      <pc:sldChg chg="delSp modSp add mod">
        <pc:chgData name="Long B Nguyen" userId="f59fb8f3-a021-417a-8bc1-65c8d471c621" providerId="ADAL" clId="{09EBCD6D-3E32-1447-A1AF-87925F52689B}" dt="2021-05-21T15:33:42.054" v="5839" actId="20577"/>
        <pc:sldMkLst>
          <pc:docMk/>
          <pc:sldMk cId="1115615929" sldId="632"/>
        </pc:sldMkLst>
      </pc:sldChg>
      <pc:sldChg chg="addSp delSp modSp add mod">
        <pc:chgData name="Long B Nguyen" userId="f59fb8f3-a021-417a-8bc1-65c8d471c621" providerId="ADAL" clId="{09EBCD6D-3E32-1447-A1AF-87925F52689B}" dt="2021-05-25T13:34:08.367" v="8791" actId="1038"/>
        <pc:sldMkLst>
          <pc:docMk/>
          <pc:sldMk cId="390817172" sldId="633"/>
        </pc:sldMkLst>
      </pc:sldChg>
      <pc:sldChg chg="addSp delSp modSp add del mod">
        <pc:chgData name="Long B Nguyen" userId="f59fb8f3-a021-417a-8bc1-65c8d471c621" providerId="ADAL" clId="{09EBCD6D-3E32-1447-A1AF-87925F52689B}" dt="2021-05-21T15:37:01.722" v="5878" actId="2696"/>
        <pc:sldMkLst>
          <pc:docMk/>
          <pc:sldMk cId="2527746266" sldId="634"/>
        </pc:sldMkLst>
      </pc:sldChg>
      <pc:sldChg chg="addSp delSp modSp add mod modAnim">
        <pc:chgData name="Long B Nguyen" userId="f59fb8f3-a021-417a-8bc1-65c8d471c621" providerId="ADAL" clId="{09EBCD6D-3E32-1447-A1AF-87925F52689B}" dt="2021-05-24T14:04:09.248" v="8598" actId="1036"/>
        <pc:sldMkLst>
          <pc:docMk/>
          <pc:sldMk cId="3972071686" sldId="634"/>
        </pc:sldMkLst>
      </pc:sldChg>
      <pc:sldChg chg="addSp delSp modSp add mod">
        <pc:chgData name="Long B Nguyen" userId="f59fb8f3-a021-417a-8bc1-65c8d471c621" providerId="ADAL" clId="{09EBCD6D-3E32-1447-A1AF-87925F52689B}" dt="2021-05-25T13:31:40.419" v="8686" actId="1036"/>
        <pc:sldMkLst>
          <pc:docMk/>
          <pc:sldMk cId="3717689186" sldId="635"/>
        </pc:sldMkLst>
      </pc:sldChg>
      <pc:sldChg chg="add del">
        <pc:chgData name="Long B Nguyen" userId="f59fb8f3-a021-417a-8bc1-65c8d471c621" providerId="ADAL" clId="{09EBCD6D-3E32-1447-A1AF-87925F52689B}" dt="2021-05-21T15:39:15.685" v="5907" actId="2696"/>
        <pc:sldMkLst>
          <pc:docMk/>
          <pc:sldMk cId="499869678" sldId="636"/>
        </pc:sldMkLst>
      </pc:sldChg>
      <pc:sldChg chg="addSp delSp modSp add mod">
        <pc:chgData name="Long B Nguyen" userId="f59fb8f3-a021-417a-8bc1-65c8d471c621" providerId="ADAL" clId="{09EBCD6D-3E32-1447-A1AF-87925F52689B}" dt="2021-05-25T13:32:01.405" v="8705" actId="1036"/>
        <pc:sldMkLst>
          <pc:docMk/>
          <pc:sldMk cId="3221876358" sldId="636"/>
        </pc:sldMkLst>
      </pc:sldChg>
      <pc:sldChg chg="addSp delSp modSp add mod modAnim">
        <pc:chgData name="Long B Nguyen" userId="f59fb8f3-a021-417a-8bc1-65c8d471c621" providerId="ADAL" clId="{09EBCD6D-3E32-1447-A1AF-87925F52689B}" dt="2021-05-25T13:32:20.472" v="8742" actId="1036"/>
        <pc:sldMkLst>
          <pc:docMk/>
          <pc:sldMk cId="2208213074" sldId="637"/>
        </pc:sldMkLst>
      </pc:sldChg>
      <pc:sldChg chg="modSp add del mod">
        <pc:chgData name="Long B Nguyen" userId="f59fb8f3-a021-417a-8bc1-65c8d471c621" providerId="ADAL" clId="{09EBCD6D-3E32-1447-A1AF-87925F52689B}" dt="2021-05-21T15:39:37.165" v="5910" actId="2696"/>
        <pc:sldMkLst>
          <pc:docMk/>
          <pc:sldMk cId="2827754099" sldId="637"/>
        </pc:sldMkLst>
      </pc:sldChg>
      <pc:sldChg chg="addSp delSp modSp add mod modAnim">
        <pc:chgData name="Long B Nguyen" userId="f59fb8f3-a021-417a-8bc1-65c8d471c621" providerId="ADAL" clId="{09EBCD6D-3E32-1447-A1AF-87925F52689B}" dt="2021-05-25T13:33:06.406" v="8757" actId="1037"/>
        <pc:sldMkLst>
          <pc:docMk/>
          <pc:sldMk cId="1296861205" sldId="638"/>
        </pc:sldMkLst>
      </pc:sldChg>
      <pc:sldChg chg="addSp delSp modSp add mod">
        <pc:chgData name="Long B Nguyen" userId="f59fb8f3-a021-417a-8bc1-65c8d471c621" providerId="ADAL" clId="{09EBCD6D-3E32-1447-A1AF-87925F52689B}" dt="2021-05-25T13:33:19.909" v="8783" actId="1036"/>
        <pc:sldMkLst>
          <pc:docMk/>
          <pc:sldMk cId="1885070025" sldId="639"/>
        </pc:sldMkLst>
      </pc:sldChg>
      <pc:sldChg chg="addSp delSp modSp add mod">
        <pc:chgData name="Long B Nguyen" userId="f59fb8f3-a021-417a-8bc1-65c8d471c621" providerId="ADAL" clId="{09EBCD6D-3E32-1447-A1AF-87925F52689B}" dt="2021-05-23T11:44:55.048" v="8573" actId="1076"/>
        <pc:sldMkLst>
          <pc:docMk/>
          <pc:sldMk cId="3354169107" sldId="640"/>
        </pc:sldMkLst>
      </pc:sldChg>
      <pc:sldChg chg="new del">
        <pc:chgData name="Long B Nguyen" userId="f59fb8f3-a021-417a-8bc1-65c8d471c621" providerId="ADAL" clId="{09EBCD6D-3E32-1447-A1AF-87925F52689B}" dt="2021-05-21T18:03:38.754" v="6594" actId="2696"/>
        <pc:sldMkLst>
          <pc:docMk/>
          <pc:sldMk cId="1377246404" sldId="641"/>
        </pc:sldMkLst>
      </pc:sldChg>
      <pc:sldChg chg="delSp modSp add mod">
        <pc:chgData name="Long B Nguyen" userId="f59fb8f3-a021-417a-8bc1-65c8d471c621" providerId="ADAL" clId="{09EBCD6D-3E32-1447-A1AF-87925F52689B}" dt="2021-05-21T18:56:45.740" v="6786" actId="113"/>
        <pc:sldMkLst>
          <pc:docMk/>
          <pc:sldMk cId="3244400540" sldId="641"/>
        </pc:sldMkLst>
      </pc:sldChg>
      <pc:sldChg chg="modSp add mod">
        <pc:chgData name="Long B Nguyen" userId="f59fb8f3-a021-417a-8bc1-65c8d471c621" providerId="ADAL" clId="{09EBCD6D-3E32-1447-A1AF-87925F52689B}" dt="2021-05-21T18:12:51.375" v="6765" actId="20577"/>
        <pc:sldMkLst>
          <pc:docMk/>
          <pc:sldMk cId="155528545" sldId="642"/>
        </pc:sldMkLst>
      </pc:sldChg>
      <pc:sldChg chg="addSp delSp modSp add del mod">
        <pc:chgData name="Long B Nguyen" userId="f59fb8f3-a021-417a-8bc1-65c8d471c621" providerId="ADAL" clId="{09EBCD6D-3E32-1447-A1AF-87925F52689B}" dt="2021-05-21T18:03:36.087" v="6592" actId="2696"/>
        <pc:sldMkLst>
          <pc:docMk/>
          <pc:sldMk cId="1733402417" sldId="642"/>
        </pc:sldMkLst>
      </pc:sldChg>
      <pc:sldChg chg="delSp add del mod">
        <pc:chgData name="Long B Nguyen" userId="f59fb8f3-a021-417a-8bc1-65c8d471c621" providerId="ADAL" clId="{09EBCD6D-3E32-1447-A1AF-87925F52689B}" dt="2021-05-21T18:03:36.817" v="6593" actId="2696"/>
        <pc:sldMkLst>
          <pc:docMk/>
          <pc:sldMk cId="3741065049" sldId="643"/>
        </pc:sldMkLst>
      </pc:sldChg>
      <pc:sldChg chg="modSp add modAnim">
        <pc:chgData name="Long B Nguyen" userId="f59fb8f3-a021-417a-8bc1-65c8d471c621" providerId="ADAL" clId="{09EBCD6D-3E32-1447-A1AF-87925F52689B}" dt="2021-05-21T19:14:41.534" v="7347" actId="113"/>
        <pc:sldMkLst>
          <pc:docMk/>
          <pc:sldMk cId="3854762428" sldId="643"/>
        </pc:sldMkLst>
      </pc:sldChg>
      <pc:sldChg chg="addSp delSp modSp add mod">
        <pc:chgData name="Long B Nguyen" userId="f59fb8f3-a021-417a-8bc1-65c8d471c621" providerId="ADAL" clId="{09EBCD6D-3E32-1447-A1AF-87925F52689B}" dt="2021-05-21T19:04:33.186" v="7017" actId="478"/>
        <pc:sldMkLst>
          <pc:docMk/>
          <pc:sldMk cId="159014264" sldId="644"/>
        </pc:sldMkLst>
      </pc:sldChg>
      <pc:sldChg chg="addSp delSp modSp add mod">
        <pc:chgData name="Long B Nguyen" userId="f59fb8f3-a021-417a-8bc1-65c8d471c621" providerId="ADAL" clId="{09EBCD6D-3E32-1447-A1AF-87925F52689B}" dt="2021-05-21T19:08:17.067" v="7179" actId="1037"/>
        <pc:sldMkLst>
          <pc:docMk/>
          <pc:sldMk cId="8107296" sldId="645"/>
        </pc:sldMkLst>
      </pc:sldChg>
      <pc:sldChg chg="addSp delSp modSp add mod">
        <pc:chgData name="Long B Nguyen" userId="f59fb8f3-a021-417a-8bc1-65c8d471c621" providerId="ADAL" clId="{09EBCD6D-3E32-1447-A1AF-87925F52689B}" dt="2021-05-21T19:12:05.912" v="7342" actId="1076"/>
        <pc:sldMkLst>
          <pc:docMk/>
          <pc:sldMk cId="1443041617" sldId="646"/>
        </pc:sldMkLst>
      </pc:sldChg>
      <pc:sldChg chg="addSp modSp add mod">
        <pc:chgData name="Long B Nguyen" userId="f59fb8f3-a021-417a-8bc1-65c8d471c621" providerId="ADAL" clId="{09EBCD6D-3E32-1447-A1AF-87925F52689B}" dt="2021-05-22T17:11:18.390" v="7927" actId="20577"/>
        <pc:sldMkLst>
          <pc:docMk/>
          <pc:sldMk cId="778751158" sldId="647"/>
        </pc:sldMkLst>
      </pc:sldChg>
      <pc:sldChg chg="addSp delSp modSp new mod">
        <pc:chgData name="Long B Nguyen" userId="f59fb8f3-a021-417a-8bc1-65c8d471c621" providerId="ADAL" clId="{09EBCD6D-3E32-1447-A1AF-87925F52689B}" dt="2021-05-22T17:14:58.442" v="7942" actId="20577"/>
        <pc:sldMkLst>
          <pc:docMk/>
          <pc:sldMk cId="1377529738" sldId="648"/>
        </pc:sldMkLst>
      </pc:sldChg>
      <pc:sldChg chg="add del">
        <pc:chgData name="Long B Nguyen" userId="f59fb8f3-a021-417a-8bc1-65c8d471c621" providerId="ADAL" clId="{09EBCD6D-3E32-1447-A1AF-87925F52689B}" dt="2021-05-22T17:18:19.309" v="7944"/>
        <pc:sldMkLst>
          <pc:docMk/>
          <pc:sldMk cId="424378227" sldId="649"/>
        </pc:sldMkLst>
      </pc:sldChg>
      <pc:sldChg chg="delSp modSp add mod">
        <pc:chgData name="Long B Nguyen" userId="f59fb8f3-a021-417a-8bc1-65c8d471c621" providerId="ADAL" clId="{09EBCD6D-3E32-1447-A1AF-87925F52689B}" dt="2021-05-22T17:22:44.201" v="7965" actId="21"/>
        <pc:sldMkLst>
          <pc:docMk/>
          <pc:sldMk cId="2432265503" sldId="649"/>
        </pc:sldMkLst>
      </pc:sldChg>
      <pc:sldChg chg="modSp add mod">
        <pc:chgData name="Long B Nguyen" userId="f59fb8f3-a021-417a-8bc1-65c8d471c621" providerId="ADAL" clId="{09EBCD6D-3E32-1447-A1AF-87925F52689B}" dt="2021-05-22T17:23:24.450" v="7979" actId="20577"/>
        <pc:sldMkLst>
          <pc:docMk/>
          <pc:sldMk cId="2361128680" sldId="650"/>
        </pc:sldMkLst>
      </pc:sldChg>
      <pc:sldChg chg="modSp add mod">
        <pc:chgData name="Long B Nguyen" userId="f59fb8f3-a021-417a-8bc1-65c8d471c621" providerId="ADAL" clId="{09EBCD6D-3E32-1447-A1AF-87925F52689B}" dt="2021-05-22T17:24:48.483" v="7994" actId="20577"/>
        <pc:sldMkLst>
          <pc:docMk/>
          <pc:sldMk cId="1024956795" sldId="651"/>
        </pc:sldMkLst>
      </pc:sldChg>
      <pc:sldChg chg="modSp add mod">
        <pc:chgData name="Long B Nguyen" userId="f59fb8f3-a021-417a-8bc1-65c8d471c621" providerId="ADAL" clId="{09EBCD6D-3E32-1447-A1AF-87925F52689B}" dt="2021-05-23T10:48:40.326" v="8096" actId="1035"/>
        <pc:sldMkLst>
          <pc:docMk/>
          <pc:sldMk cId="3019769695" sldId="652"/>
        </pc:sldMkLst>
      </pc:sldChg>
      <pc:sldChg chg="addSp delSp modSp new mod">
        <pc:chgData name="Long B Nguyen" userId="f59fb8f3-a021-417a-8bc1-65c8d471c621" providerId="ADAL" clId="{09EBCD6D-3E32-1447-A1AF-87925F52689B}" dt="2021-05-22T17:35:00.539" v="8044" actId="20577"/>
        <pc:sldMkLst>
          <pc:docMk/>
          <pc:sldMk cId="3642723020" sldId="653"/>
        </pc:sldMkLst>
      </pc:sldChg>
      <pc:sldChg chg="modSp add mod">
        <pc:chgData name="Long B Nguyen" userId="f59fb8f3-a021-417a-8bc1-65c8d471c621" providerId="ADAL" clId="{09EBCD6D-3E32-1447-A1AF-87925F52689B}" dt="2021-05-23T11:41:22.966" v="8429" actId="20577"/>
        <pc:sldMkLst>
          <pc:docMk/>
          <pc:sldMk cId="3774006228" sldId="654"/>
        </pc:sldMkLst>
      </pc:sldChg>
      <pc:sldChg chg="modSp add mod">
        <pc:chgData name="Long B Nguyen" userId="f59fb8f3-a021-417a-8bc1-65c8d471c621" providerId="ADAL" clId="{09EBCD6D-3E32-1447-A1AF-87925F52689B}" dt="2021-05-22T17:40:36.046" v="8066" actId="20577"/>
        <pc:sldMkLst>
          <pc:docMk/>
          <pc:sldMk cId="1043561538" sldId="655"/>
        </pc:sldMkLst>
      </pc:sldChg>
      <pc:sldChg chg="modSp add mod">
        <pc:chgData name="Long B Nguyen" userId="f59fb8f3-a021-417a-8bc1-65c8d471c621" providerId="ADAL" clId="{09EBCD6D-3E32-1447-A1AF-87925F52689B}" dt="2021-05-22T17:40:57.399" v="8076" actId="113"/>
        <pc:sldMkLst>
          <pc:docMk/>
          <pc:sldMk cId="858332265" sldId="656"/>
        </pc:sldMkLst>
      </pc:sldChg>
      <pc:sldChg chg="modSp new mod modAnim">
        <pc:chgData name="Long B Nguyen" userId="f59fb8f3-a021-417a-8bc1-65c8d471c621" providerId="ADAL" clId="{09EBCD6D-3E32-1447-A1AF-87925F52689B}" dt="2021-06-01T11:52:50.172" v="9583"/>
        <pc:sldMkLst>
          <pc:docMk/>
          <pc:sldMk cId="469267058" sldId="657"/>
        </pc:sldMkLst>
      </pc:sldChg>
      <pc:sldChg chg="addSp delSp modSp add mod">
        <pc:chgData name="Long B Nguyen" userId="f59fb8f3-a021-417a-8bc1-65c8d471c621" providerId="ADAL" clId="{09EBCD6D-3E32-1447-A1AF-87925F52689B}" dt="2021-05-31T17:41:24.021" v="8833" actId="1076"/>
        <pc:sldMkLst>
          <pc:docMk/>
          <pc:sldMk cId="2232575206" sldId="658"/>
        </pc:sldMkLst>
      </pc:sldChg>
      <pc:sldChg chg="modSp add mod modAnim">
        <pc:chgData name="Long B Nguyen" userId="f59fb8f3-a021-417a-8bc1-65c8d471c621" providerId="ADAL" clId="{09EBCD6D-3E32-1447-A1AF-87925F52689B}" dt="2021-06-01T11:55:04.336" v="9587"/>
        <pc:sldMkLst>
          <pc:docMk/>
          <pc:sldMk cId="1494335352" sldId="659"/>
        </pc:sldMkLst>
      </pc:sldChg>
      <pc:sldChg chg="add del">
        <pc:chgData name="Long B Nguyen" userId="f59fb8f3-a021-417a-8bc1-65c8d471c621" providerId="ADAL" clId="{09EBCD6D-3E32-1447-A1AF-87925F52689B}" dt="2021-05-31T17:41:28.390" v="8834" actId="2696"/>
        <pc:sldMkLst>
          <pc:docMk/>
          <pc:sldMk cId="1789260868" sldId="659"/>
        </pc:sldMkLst>
      </pc:sldChg>
      <pc:sldChg chg="addSp delSp modSp add mod modAnim">
        <pc:chgData name="Long B Nguyen" userId="f59fb8f3-a021-417a-8bc1-65c8d471c621" providerId="ADAL" clId="{09EBCD6D-3E32-1447-A1AF-87925F52689B}" dt="2021-06-01T11:55:13.513" v="9590"/>
        <pc:sldMkLst>
          <pc:docMk/>
          <pc:sldMk cId="764318037" sldId="660"/>
        </pc:sldMkLst>
      </pc:sldChg>
      <pc:sldChg chg="modSp add mod modAnim">
        <pc:chgData name="Long B Nguyen" userId="f59fb8f3-a021-417a-8bc1-65c8d471c621" providerId="ADAL" clId="{09EBCD6D-3E32-1447-A1AF-87925F52689B}" dt="2021-06-01T11:55:51.593" v="9596" actId="113"/>
        <pc:sldMkLst>
          <pc:docMk/>
          <pc:sldMk cId="1963086115" sldId="661"/>
        </pc:sldMkLst>
      </pc:sldChg>
      <pc:sldChg chg="modSp add mod modAnim">
        <pc:chgData name="Long B Nguyen" userId="f59fb8f3-a021-417a-8bc1-65c8d471c621" providerId="ADAL" clId="{09EBCD6D-3E32-1447-A1AF-87925F52689B}" dt="2021-06-01T11:56:01.119" v="9598"/>
        <pc:sldMkLst>
          <pc:docMk/>
          <pc:sldMk cId="4142331081" sldId="662"/>
        </pc:sldMkLst>
      </pc:sldChg>
      <pc:sldChg chg="modSp add mod modAnim">
        <pc:chgData name="Long B Nguyen" userId="f59fb8f3-a021-417a-8bc1-65c8d471c621" providerId="ADAL" clId="{09EBCD6D-3E32-1447-A1AF-87925F52689B}" dt="2021-06-01T11:57:00.825" v="9602"/>
        <pc:sldMkLst>
          <pc:docMk/>
          <pc:sldMk cId="3550438817" sldId="663"/>
        </pc:sldMkLst>
      </pc:sldChg>
      <pc:sldChg chg="addSp modSp add mod modAnim">
        <pc:chgData name="Long B Nguyen" userId="f59fb8f3-a021-417a-8bc1-65c8d471c621" providerId="ADAL" clId="{09EBCD6D-3E32-1447-A1AF-87925F52689B}" dt="2021-06-01T11:57:07.486" v="9604"/>
        <pc:sldMkLst>
          <pc:docMk/>
          <pc:sldMk cId="1723668777" sldId="664"/>
        </pc:sldMkLst>
      </pc:sldChg>
      <pc:sldChg chg="addSp modSp add mod modAnim">
        <pc:chgData name="Long B Nguyen" userId="f59fb8f3-a021-417a-8bc1-65c8d471c621" providerId="ADAL" clId="{09EBCD6D-3E32-1447-A1AF-87925F52689B}" dt="2021-06-01T11:57:18.248" v="9607"/>
        <pc:sldMkLst>
          <pc:docMk/>
          <pc:sldMk cId="548205039" sldId="665"/>
        </pc:sldMkLst>
      </pc:sldChg>
      <pc:sldChg chg="addSp delSp modSp add mod modAnim">
        <pc:chgData name="Long B Nguyen" userId="f59fb8f3-a021-417a-8bc1-65c8d471c621" providerId="ADAL" clId="{09EBCD6D-3E32-1447-A1AF-87925F52689B}" dt="2021-06-01T11:57:13.518" v="9606"/>
        <pc:sldMkLst>
          <pc:docMk/>
          <pc:sldMk cId="4290814165" sldId="666"/>
        </pc:sldMkLst>
      </pc:sldChg>
      <pc:sldChg chg="modSp add mod modAnim">
        <pc:chgData name="Long B Nguyen" userId="f59fb8f3-a021-417a-8bc1-65c8d471c621" providerId="ADAL" clId="{09EBCD6D-3E32-1447-A1AF-87925F52689B}" dt="2021-06-01T11:57:24.441" v="9609"/>
        <pc:sldMkLst>
          <pc:docMk/>
          <pc:sldMk cId="674914638" sldId="667"/>
        </pc:sldMkLst>
      </pc:sldChg>
      <pc:sldChg chg="new del">
        <pc:chgData name="Long B Nguyen" userId="f59fb8f3-a021-417a-8bc1-65c8d471c621" providerId="ADAL" clId="{09EBCD6D-3E32-1447-A1AF-87925F52689B}" dt="2021-05-31T17:59:59.497" v="9068" actId="2696"/>
        <pc:sldMkLst>
          <pc:docMk/>
          <pc:sldMk cId="2326370841" sldId="667"/>
        </pc:sldMkLst>
      </pc:sldChg>
      <pc:sldChg chg="modSp add mod modAnim">
        <pc:chgData name="Long B Nguyen" userId="f59fb8f3-a021-417a-8bc1-65c8d471c621" providerId="ADAL" clId="{09EBCD6D-3E32-1447-A1AF-87925F52689B}" dt="2021-06-01T11:57:32.522" v="9612"/>
        <pc:sldMkLst>
          <pc:docMk/>
          <pc:sldMk cId="1851026642" sldId="668"/>
        </pc:sldMkLst>
      </pc:sldChg>
      <pc:sldChg chg="addSp delSp modSp add mod">
        <pc:chgData name="Long B Nguyen" userId="f59fb8f3-a021-417a-8bc1-65c8d471c621" providerId="ADAL" clId="{09EBCD6D-3E32-1447-A1AF-87925F52689B}" dt="2021-05-31T18:05:11.536" v="9139" actId="20577"/>
        <pc:sldMkLst>
          <pc:docMk/>
          <pc:sldMk cId="3179411414" sldId="669"/>
        </pc:sldMkLst>
      </pc:sldChg>
      <pc:sldChg chg="modSp add mod modAnim">
        <pc:chgData name="Long B Nguyen" userId="f59fb8f3-a021-417a-8bc1-65c8d471c621" providerId="ADAL" clId="{09EBCD6D-3E32-1447-A1AF-87925F52689B}" dt="2021-06-01T11:57:53.104" v="9615"/>
        <pc:sldMkLst>
          <pc:docMk/>
          <pc:sldMk cId="2396694308" sldId="670"/>
        </pc:sldMkLst>
      </pc:sldChg>
      <pc:sldChg chg="modSp new del mod">
        <pc:chgData name="Long B Nguyen" userId="f59fb8f3-a021-417a-8bc1-65c8d471c621" providerId="ADAL" clId="{09EBCD6D-3E32-1447-A1AF-87925F52689B}" dt="2021-05-31T19:36:53.278" v="9479" actId="2696"/>
        <pc:sldMkLst>
          <pc:docMk/>
          <pc:sldMk cId="1560317742" sldId="671"/>
        </pc:sldMkLst>
      </pc:sldChg>
      <pc:sldChg chg="modSp add del mod">
        <pc:chgData name="Long B Nguyen" userId="f59fb8f3-a021-417a-8bc1-65c8d471c621" providerId="ADAL" clId="{09EBCD6D-3E32-1447-A1AF-87925F52689B}" dt="2021-06-01T11:58:21.885" v="9619" actId="2696"/>
        <pc:sldMkLst>
          <pc:docMk/>
          <pc:sldMk cId="2223653801" sldId="672"/>
        </pc:sldMkLst>
      </pc:sldChg>
      <pc:sldChg chg="add modAnim">
        <pc:chgData name="Long B Nguyen" userId="f59fb8f3-a021-417a-8bc1-65c8d471c621" providerId="ADAL" clId="{09EBCD6D-3E32-1447-A1AF-87925F52689B}" dt="2021-06-01T11:59:17.787" v="9627"/>
        <pc:sldMkLst>
          <pc:docMk/>
          <pc:sldMk cId="3832706411" sldId="672"/>
        </pc:sldMkLst>
      </pc:sldChg>
      <pc:sldChg chg="addSp modSp add mod modAnim">
        <pc:chgData name="Long B Nguyen" userId="f59fb8f3-a021-417a-8bc1-65c8d471c621" providerId="ADAL" clId="{09EBCD6D-3E32-1447-A1AF-87925F52689B}" dt="2021-06-01T11:59:04.308" v="9625"/>
        <pc:sldMkLst>
          <pc:docMk/>
          <pc:sldMk cId="587377709" sldId="673"/>
        </pc:sldMkLst>
      </pc:sldChg>
      <pc:sldChg chg="modSp add mod modAnim">
        <pc:chgData name="Long B Nguyen" userId="f59fb8f3-a021-417a-8bc1-65c8d471c621" providerId="ADAL" clId="{09EBCD6D-3E32-1447-A1AF-87925F52689B}" dt="2021-06-01T11:59:23.698" v="9629"/>
        <pc:sldMkLst>
          <pc:docMk/>
          <pc:sldMk cId="3005322827" sldId="674"/>
        </pc:sldMkLst>
      </pc:sldChg>
      <pc:sldChg chg="modSp add del mod">
        <pc:chgData name="Long B Nguyen" userId="f59fb8f3-a021-417a-8bc1-65c8d471c621" providerId="ADAL" clId="{09EBCD6D-3E32-1447-A1AF-87925F52689B}" dt="2021-05-31T19:49:09.982" v="9566" actId="2696"/>
        <pc:sldMkLst>
          <pc:docMk/>
          <pc:sldMk cId="69096210" sldId="675"/>
        </pc:sldMkLst>
      </pc:sldChg>
      <pc:sldChg chg="addSp modSp add mod modAnim">
        <pc:chgData name="Long B Nguyen" userId="f59fb8f3-a021-417a-8bc1-65c8d471c621" providerId="ADAL" clId="{09EBCD6D-3E32-1447-A1AF-87925F52689B}" dt="2021-06-01T11:59:57.811" v="9635" actId="113"/>
        <pc:sldMkLst>
          <pc:docMk/>
          <pc:sldMk cId="2438674098" sldId="676"/>
        </pc:sldMkLst>
      </pc:sldChg>
      <pc:sldChg chg="modSp add mod modAnim">
        <pc:chgData name="Long B Nguyen" userId="f59fb8f3-a021-417a-8bc1-65c8d471c621" providerId="ADAL" clId="{09EBCD6D-3E32-1447-A1AF-87925F52689B}" dt="2021-06-01T12:00:06.765" v="9636" actId="113"/>
        <pc:sldMkLst>
          <pc:docMk/>
          <pc:sldMk cId="2330243084" sldId="677"/>
        </pc:sldMkLst>
      </pc:sldChg>
      <pc:sldChg chg="modSp add del mod">
        <pc:chgData name="Long B Nguyen" userId="f59fb8f3-a021-417a-8bc1-65c8d471c621" providerId="ADAL" clId="{09EBCD6D-3E32-1447-A1AF-87925F52689B}" dt="2021-05-31T19:49:43.185" v="9573" actId="2696"/>
        <pc:sldMkLst>
          <pc:docMk/>
          <pc:sldMk cId="2817983511" sldId="678"/>
        </pc:sldMkLst>
      </pc:sldChg>
      <pc:sldChg chg="modSp add mod modAnim">
        <pc:chgData name="Long B Nguyen" userId="f59fb8f3-a021-417a-8bc1-65c8d471c621" providerId="ADAL" clId="{09EBCD6D-3E32-1447-A1AF-87925F52689B}" dt="2021-06-01T12:00:36.292" v="9639"/>
        <pc:sldMkLst>
          <pc:docMk/>
          <pc:sldMk cId="619972637" sldId="679"/>
        </pc:sldMkLst>
      </pc:sldChg>
      <pc:sldChg chg="modSp add mod modAnim">
        <pc:chgData name="Long B Nguyen" userId="f59fb8f3-a021-417a-8bc1-65c8d471c621" providerId="ADAL" clId="{09EBCD6D-3E32-1447-A1AF-87925F52689B}" dt="2021-06-01T12:01:56.156" v="9651"/>
        <pc:sldMkLst>
          <pc:docMk/>
          <pc:sldMk cId="703136257" sldId="680"/>
        </pc:sldMkLst>
      </pc:sldChg>
      <pc:sldChg chg="modSp add mod">
        <pc:chgData name="Long B Nguyen" userId="f59fb8f3-a021-417a-8bc1-65c8d471c621" providerId="ADAL" clId="{09EBCD6D-3E32-1447-A1AF-87925F52689B}" dt="2021-06-01T12:06:07.791" v="9674" actId="20577"/>
        <pc:sldMkLst>
          <pc:docMk/>
          <pc:sldMk cId="393581662" sldId="681"/>
        </pc:sldMkLst>
      </pc:sldChg>
      <pc:sldChg chg="modSp add del mod">
        <pc:chgData name="Long B Nguyen" userId="f59fb8f3-a021-417a-8bc1-65c8d471c621" providerId="ADAL" clId="{09EBCD6D-3E32-1447-A1AF-87925F52689B}" dt="2021-05-31T19:47:35.864" v="9556" actId="2696"/>
        <pc:sldMkLst>
          <pc:docMk/>
          <pc:sldMk cId="2824012676" sldId="681"/>
        </pc:sldMkLst>
      </pc:sldChg>
      <pc:sldChg chg="modSp add mod">
        <pc:chgData name="Long B Nguyen" userId="f59fb8f3-a021-417a-8bc1-65c8d471c621" providerId="ADAL" clId="{09EBCD6D-3E32-1447-A1AF-87925F52689B}" dt="2021-06-01T12:05:59.667" v="9672" actId="113"/>
        <pc:sldMkLst>
          <pc:docMk/>
          <pc:sldMk cId="128763582" sldId="682"/>
        </pc:sldMkLst>
      </pc:sldChg>
    </pc:docChg>
  </pc:docChgLst>
  <pc:docChgLst>
    <pc:chgData name="Long B Nguyen" userId="f59fb8f3-a021-417a-8bc1-65c8d471c621" providerId="ADAL" clId="{4F2AA91D-E624-1F4B-909A-DF8003A26392}"/>
    <pc:docChg chg="undo custSel addSld delSld modSld">
      <pc:chgData name="Long B Nguyen" userId="f59fb8f3-a021-417a-8bc1-65c8d471c621" providerId="ADAL" clId="{4F2AA91D-E624-1F4B-909A-DF8003A26392}" dt="2025-05-19T11:55:51.325" v="18" actId="20577"/>
      <pc:docMkLst>
        <pc:docMk/>
      </pc:docMkLst>
      <pc:sldChg chg="modSp mod modAnim">
        <pc:chgData name="Long B Nguyen" userId="f59fb8f3-a021-417a-8bc1-65c8d471c621" providerId="ADAL" clId="{4F2AA91D-E624-1F4B-909A-DF8003A26392}" dt="2025-05-19T11:55:39.073" v="1" actId="27636"/>
        <pc:sldMkLst>
          <pc:docMk/>
          <pc:sldMk cId="0" sldId="569"/>
        </pc:sldMkLst>
        <pc:spChg chg="mod">
          <ac:chgData name="Long B Nguyen" userId="f59fb8f3-a021-417a-8bc1-65c8d471c621" providerId="ADAL" clId="{4F2AA91D-E624-1F4B-909A-DF8003A26392}" dt="2025-05-19T11:55:39.073" v="1" actId="27636"/>
          <ac:spMkLst>
            <pc:docMk/>
            <pc:sldMk cId="0" sldId="569"/>
            <ac:spMk id="16386" creationId="{4669BEF1-8F5A-8146-B954-C95F7B22A35F}"/>
          </ac:spMkLst>
        </pc:spChg>
      </pc:sldChg>
      <pc:sldChg chg="modSp add del">
        <pc:chgData name="Long B Nguyen" userId="f59fb8f3-a021-417a-8bc1-65c8d471c621" providerId="ADAL" clId="{4F2AA91D-E624-1F4B-909A-DF8003A26392}" dt="2025-05-19T11:55:51.325" v="18" actId="20577"/>
        <pc:sldMkLst>
          <pc:docMk/>
          <pc:sldMk cId="0" sldId="570"/>
        </pc:sldMkLst>
        <pc:spChg chg="mod">
          <ac:chgData name="Long B Nguyen" userId="f59fb8f3-a021-417a-8bc1-65c8d471c621" providerId="ADAL" clId="{4F2AA91D-E624-1F4B-909A-DF8003A26392}" dt="2025-05-19T11:55:51.325" v="18" actId="20577"/>
          <ac:spMkLst>
            <pc:docMk/>
            <pc:sldMk cId="0" sldId="570"/>
            <ac:spMk id="62467" creationId="{DC6C0365-36B8-194F-9A8A-09DE589D29EC}"/>
          </ac:spMkLst>
        </pc:spChg>
      </pc:sldChg>
    </pc:docChg>
  </pc:docChgLst>
  <pc:docChgLst>
    <pc:chgData name="Long B Nguyen" userId="f59fb8f3-a021-417a-8bc1-65c8d471c621" providerId="ADAL" clId="{4BE6A6D3-80E1-E648-9A65-3053C53C3489}"/>
    <pc:docChg chg="addSld delSld modSld">
      <pc:chgData name="Long B Nguyen" userId="f59fb8f3-a021-417a-8bc1-65c8d471c621" providerId="ADAL" clId="{4BE6A6D3-80E1-E648-9A65-3053C53C3489}" dt="2020-01-13T13:50:20.439" v="74" actId="2696"/>
      <pc:docMkLst>
        <pc:docMk/>
      </pc:docMkLst>
      <pc:sldChg chg="modSp">
        <pc:chgData name="Long B Nguyen" userId="f59fb8f3-a021-417a-8bc1-65c8d471c621" providerId="ADAL" clId="{4BE6A6D3-80E1-E648-9A65-3053C53C3489}" dt="2020-01-13T13:50:08.533" v="40" actId="20577"/>
        <pc:sldMkLst>
          <pc:docMk/>
          <pc:sldMk cId="4247104139" sldId="256"/>
        </pc:sldMkLst>
      </pc:sldChg>
      <pc:sldChg chg="del">
        <pc:chgData name="Long B Nguyen" userId="f59fb8f3-a021-417a-8bc1-65c8d471c621" providerId="ADAL" clId="{4BE6A6D3-80E1-E648-9A65-3053C53C3489}" dt="2020-01-13T13:50:20.439" v="74" actId="2696"/>
        <pc:sldMkLst>
          <pc:docMk/>
          <pc:sldMk cId="1758448129" sldId="309"/>
        </pc:sldMkLst>
      </pc:sldChg>
      <pc:sldChg chg="del">
        <pc:chgData name="Long B Nguyen" userId="f59fb8f3-a021-417a-8bc1-65c8d471c621" providerId="ADAL" clId="{4BE6A6D3-80E1-E648-9A65-3053C53C3489}" dt="2020-01-13T13:50:12.196" v="42" actId="2696"/>
        <pc:sldMkLst>
          <pc:docMk/>
          <pc:sldMk cId="3947558204" sldId="313"/>
        </pc:sldMkLst>
      </pc:sldChg>
      <pc:sldChg chg="del">
        <pc:chgData name="Long B Nguyen" userId="f59fb8f3-a021-417a-8bc1-65c8d471c621" providerId="ADAL" clId="{4BE6A6D3-80E1-E648-9A65-3053C53C3489}" dt="2020-01-13T13:50:19.961" v="43" actId="2696"/>
        <pc:sldMkLst>
          <pc:docMk/>
          <pc:sldMk cId="2054265466" sldId="314"/>
        </pc:sldMkLst>
      </pc:sldChg>
      <pc:sldChg chg="del">
        <pc:chgData name="Long B Nguyen" userId="f59fb8f3-a021-417a-8bc1-65c8d471c621" providerId="ADAL" clId="{4BE6A6D3-80E1-E648-9A65-3053C53C3489}" dt="2020-01-13T13:50:19.999" v="45" actId="2696"/>
        <pc:sldMkLst>
          <pc:docMk/>
          <pc:sldMk cId="917461937" sldId="315"/>
        </pc:sldMkLst>
      </pc:sldChg>
      <pc:sldChg chg="del">
        <pc:chgData name="Long B Nguyen" userId="f59fb8f3-a021-417a-8bc1-65c8d471c621" providerId="ADAL" clId="{4BE6A6D3-80E1-E648-9A65-3053C53C3489}" dt="2020-01-13T13:50:20.011" v="46" actId="2696"/>
        <pc:sldMkLst>
          <pc:docMk/>
          <pc:sldMk cId="3266234076" sldId="316"/>
        </pc:sldMkLst>
      </pc:sldChg>
      <pc:sldChg chg="del">
        <pc:chgData name="Long B Nguyen" userId="f59fb8f3-a021-417a-8bc1-65c8d471c621" providerId="ADAL" clId="{4BE6A6D3-80E1-E648-9A65-3053C53C3489}" dt="2020-01-13T13:50:19.977" v="44" actId="2696"/>
        <pc:sldMkLst>
          <pc:docMk/>
          <pc:sldMk cId="2886319738" sldId="317"/>
        </pc:sldMkLst>
      </pc:sldChg>
      <pc:sldChg chg="del">
        <pc:chgData name="Long B Nguyen" userId="f59fb8f3-a021-417a-8bc1-65c8d471c621" providerId="ADAL" clId="{4BE6A6D3-80E1-E648-9A65-3053C53C3489}" dt="2020-01-13T13:50:20.047" v="48" actId="2696"/>
        <pc:sldMkLst>
          <pc:docMk/>
          <pc:sldMk cId="3906700287" sldId="319"/>
        </pc:sldMkLst>
      </pc:sldChg>
      <pc:sldChg chg="del">
        <pc:chgData name="Long B Nguyen" userId="f59fb8f3-a021-417a-8bc1-65c8d471c621" providerId="ADAL" clId="{4BE6A6D3-80E1-E648-9A65-3053C53C3489}" dt="2020-01-13T13:50:20.082" v="50" actId="2696"/>
        <pc:sldMkLst>
          <pc:docMk/>
          <pc:sldMk cId="1810541734" sldId="320"/>
        </pc:sldMkLst>
      </pc:sldChg>
      <pc:sldChg chg="del">
        <pc:chgData name="Long B Nguyen" userId="f59fb8f3-a021-417a-8bc1-65c8d471c621" providerId="ADAL" clId="{4BE6A6D3-80E1-E648-9A65-3053C53C3489}" dt="2020-01-13T13:50:20.093" v="51" actId="2696"/>
        <pc:sldMkLst>
          <pc:docMk/>
          <pc:sldMk cId="1359731776" sldId="321"/>
        </pc:sldMkLst>
      </pc:sldChg>
      <pc:sldChg chg="del">
        <pc:chgData name="Long B Nguyen" userId="f59fb8f3-a021-417a-8bc1-65c8d471c621" providerId="ADAL" clId="{4BE6A6D3-80E1-E648-9A65-3053C53C3489}" dt="2020-01-13T13:50:20.107" v="52" actId="2696"/>
        <pc:sldMkLst>
          <pc:docMk/>
          <pc:sldMk cId="3651577480" sldId="322"/>
        </pc:sldMkLst>
      </pc:sldChg>
      <pc:sldChg chg="del">
        <pc:chgData name="Long B Nguyen" userId="f59fb8f3-a021-417a-8bc1-65c8d471c621" providerId="ADAL" clId="{4BE6A6D3-80E1-E648-9A65-3053C53C3489}" dt="2020-01-13T13:50:20.069" v="49" actId="2696"/>
        <pc:sldMkLst>
          <pc:docMk/>
          <pc:sldMk cId="1496564367" sldId="323"/>
        </pc:sldMkLst>
      </pc:sldChg>
      <pc:sldChg chg="del">
        <pc:chgData name="Long B Nguyen" userId="f59fb8f3-a021-417a-8bc1-65c8d471c621" providerId="ADAL" clId="{4BE6A6D3-80E1-E648-9A65-3053C53C3489}" dt="2020-01-13T13:50:20.420" v="73" actId="2696"/>
        <pc:sldMkLst>
          <pc:docMk/>
          <pc:sldMk cId="771866096" sldId="324"/>
        </pc:sldMkLst>
      </pc:sldChg>
      <pc:sldChg chg="del">
        <pc:chgData name="Long B Nguyen" userId="f59fb8f3-a021-417a-8bc1-65c8d471c621" providerId="ADAL" clId="{4BE6A6D3-80E1-E648-9A65-3053C53C3489}" dt="2020-01-13T13:50:20.162" v="56" actId="2696"/>
        <pc:sldMkLst>
          <pc:docMk/>
          <pc:sldMk cId="1025355635" sldId="325"/>
        </pc:sldMkLst>
      </pc:sldChg>
      <pc:sldChg chg="del">
        <pc:chgData name="Long B Nguyen" userId="f59fb8f3-a021-417a-8bc1-65c8d471c621" providerId="ADAL" clId="{4BE6A6D3-80E1-E648-9A65-3053C53C3489}" dt="2020-01-13T13:50:20.149" v="55" actId="2696"/>
        <pc:sldMkLst>
          <pc:docMk/>
          <pc:sldMk cId="4174920299" sldId="327"/>
        </pc:sldMkLst>
      </pc:sldChg>
      <pc:sldChg chg="del">
        <pc:chgData name="Long B Nguyen" userId="f59fb8f3-a021-417a-8bc1-65c8d471c621" providerId="ADAL" clId="{4BE6A6D3-80E1-E648-9A65-3053C53C3489}" dt="2020-01-13T13:50:20.176" v="57" actId="2696"/>
        <pc:sldMkLst>
          <pc:docMk/>
          <pc:sldMk cId="2756462650" sldId="328"/>
        </pc:sldMkLst>
      </pc:sldChg>
      <pc:sldChg chg="del">
        <pc:chgData name="Long B Nguyen" userId="f59fb8f3-a021-417a-8bc1-65c8d471c621" providerId="ADAL" clId="{4BE6A6D3-80E1-E648-9A65-3053C53C3489}" dt="2020-01-13T13:50:20.191" v="58" actId="2696"/>
        <pc:sldMkLst>
          <pc:docMk/>
          <pc:sldMk cId="3080714931" sldId="329"/>
        </pc:sldMkLst>
      </pc:sldChg>
      <pc:sldChg chg="del">
        <pc:chgData name="Long B Nguyen" userId="f59fb8f3-a021-417a-8bc1-65c8d471c621" providerId="ADAL" clId="{4BE6A6D3-80E1-E648-9A65-3053C53C3489}" dt="2020-01-13T13:50:20.204" v="59" actId="2696"/>
        <pc:sldMkLst>
          <pc:docMk/>
          <pc:sldMk cId="532184546" sldId="330"/>
        </pc:sldMkLst>
      </pc:sldChg>
      <pc:sldChg chg="del">
        <pc:chgData name="Long B Nguyen" userId="f59fb8f3-a021-417a-8bc1-65c8d471c621" providerId="ADAL" clId="{4BE6A6D3-80E1-E648-9A65-3053C53C3489}" dt="2020-01-13T13:50:20.219" v="60" actId="2696"/>
        <pc:sldMkLst>
          <pc:docMk/>
          <pc:sldMk cId="3264629021" sldId="331"/>
        </pc:sldMkLst>
      </pc:sldChg>
      <pc:sldChg chg="del">
        <pc:chgData name="Long B Nguyen" userId="f59fb8f3-a021-417a-8bc1-65c8d471c621" providerId="ADAL" clId="{4BE6A6D3-80E1-E648-9A65-3053C53C3489}" dt="2020-01-13T13:50:20.261" v="63" actId="2696"/>
        <pc:sldMkLst>
          <pc:docMk/>
          <pc:sldMk cId="4022722016" sldId="332"/>
        </pc:sldMkLst>
      </pc:sldChg>
      <pc:sldChg chg="del">
        <pc:chgData name="Long B Nguyen" userId="f59fb8f3-a021-417a-8bc1-65c8d471c621" providerId="ADAL" clId="{4BE6A6D3-80E1-E648-9A65-3053C53C3489}" dt="2020-01-13T13:50:20.283" v="64" actId="2696"/>
        <pc:sldMkLst>
          <pc:docMk/>
          <pc:sldMk cId="1710208723" sldId="333"/>
        </pc:sldMkLst>
      </pc:sldChg>
      <pc:sldChg chg="del">
        <pc:chgData name="Long B Nguyen" userId="f59fb8f3-a021-417a-8bc1-65c8d471c621" providerId="ADAL" clId="{4BE6A6D3-80E1-E648-9A65-3053C53C3489}" dt="2020-01-13T13:50:20.251" v="62" actId="2696"/>
        <pc:sldMkLst>
          <pc:docMk/>
          <pc:sldMk cId="3404583044" sldId="334"/>
        </pc:sldMkLst>
      </pc:sldChg>
      <pc:sldChg chg="del">
        <pc:chgData name="Long B Nguyen" userId="f59fb8f3-a021-417a-8bc1-65c8d471c621" providerId="ADAL" clId="{4BE6A6D3-80E1-E648-9A65-3053C53C3489}" dt="2020-01-13T13:50:20.304" v="65" actId="2696"/>
        <pc:sldMkLst>
          <pc:docMk/>
          <pc:sldMk cId="3866550465" sldId="335"/>
        </pc:sldMkLst>
      </pc:sldChg>
      <pc:sldChg chg="del">
        <pc:chgData name="Long B Nguyen" userId="f59fb8f3-a021-417a-8bc1-65c8d471c621" providerId="ADAL" clId="{4BE6A6D3-80E1-E648-9A65-3053C53C3489}" dt="2020-01-13T13:50:20.324" v="66" actId="2696"/>
        <pc:sldMkLst>
          <pc:docMk/>
          <pc:sldMk cId="3749436800" sldId="336"/>
        </pc:sldMkLst>
      </pc:sldChg>
      <pc:sldChg chg="del">
        <pc:chgData name="Long B Nguyen" userId="f59fb8f3-a021-417a-8bc1-65c8d471c621" providerId="ADAL" clId="{4BE6A6D3-80E1-E648-9A65-3053C53C3489}" dt="2020-01-13T13:50:20.336" v="67" actId="2696"/>
        <pc:sldMkLst>
          <pc:docMk/>
          <pc:sldMk cId="461704868" sldId="337"/>
        </pc:sldMkLst>
      </pc:sldChg>
      <pc:sldChg chg="del">
        <pc:chgData name="Long B Nguyen" userId="f59fb8f3-a021-417a-8bc1-65c8d471c621" providerId="ADAL" clId="{4BE6A6D3-80E1-E648-9A65-3053C53C3489}" dt="2020-01-13T13:50:20.351" v="68" actId="2696"/>
        <pc:sldMkLst>
          <pc:docMk/>
          <pc:sldMk cId="545386500" sldId="338"/>
        </pc:sldMkLst>
      </pc:sldChg>
      <pc:sldChg chg="del">
        <pc:chgData name="Long B Nguyen" userId="f59fb8f3-a021-417a-8bc1-65c8d471c621" providerId="ADAL" clId="{4BE6A6D3-80E1-E648-9A65-3053C53C3489}" dt="2020-01-13T13:50:20.380" v="70" actId="2696"/>
        <pc:sldMkLst>
          <pc:docMk/>
          <pc:sldMk cId="1791361008" sldId="339"/>
        </pc:sldMkLst>
      </pc:sldChg>
      <pc:sldChg chg="del">
        <pc:chgData name="Long B Nguyen" userId="f59fb8f3-a021-417a-8bc1-65c8d471c621" providerId="ADAL" clId="{4BE6A6D3-80E1-E648-9A65-3053C53C3489}" dt="2020-01-13T13:50:20.367" v="69" actId="2696"/>
        <pc:sldMkLst>
          <pc:docMk/>
          <pc:sldMk cId="678299524" sldId="340"/>
        </pc:sldMkLst>
      </pc:sldChg>
      <pc:sldChg chg="del">
        <pc:chgData name="Long B Nguyen" userId="f59fb8f3-a021-417a-8bc1-65c8d471c621" providerId="ADAL" clId="{4BE6A6D3-80E1-E648-9A65-3053C53C3489}" dt="2020-01-13T13:50:20.393" v="71" actId="2696"/>
        <pc:sldMkLst>
          <pc:docMk/>
          <pc:sldMk cId="225127645" sldId="341"/>
        </pc:sldMkLst>
      </pc:sldChg>
      <pc:sldChg chg="del">
        <pc:chgData name="Long B Nguyen" userId="f59fb8f3-a021-417a-8bc1-65c8d471c621" providerId="ADAL" clId="{4BE6A6D3-80E1-E648-9A65-3053C53C3489}" dt="2020-01-13T13:50:20.133" v="54" actId="2696"/>
        <pc:sldMkLst>
          <pc:docMk/>
          <pc:sldMk cId="2214326257" sldId="342"/>
        </pc:sldMkLst>
      </pc:sldChg>
      <pc:sldChg chg="del">
        <pc:chgData name="Long B Nguyen" userId="f59fb8f3-a021-417a-8bc1-65c8d471c621" providerId="ADAL" clId="{4BE6A6D3-80E1-E648-9A65-3053C53C3489}" dt="2020-01-13T13:50:20.121" v="53" actId="2696"/>
        <pc:sldMkLst>
          <pc:docMk/>
          <pc:sldMk cId="1356056044" sldId="343"/>
        </pc:sldMkLst>
      </pc:sldChg>
      <pc:sldChg chg="del">
        <pc:chgData name="Long B Nguyen" userId="f59fb8f3-a021-417a-8bc1-65c8d471c621" providerId="ADAL" clId="{4BE6A6D3-80E1-E648-9A65-3053C53C3489}" dt="2020-01-13T13:50:20.028" v="47" actId="2696"/>
        <pc:sldMkLst>
          <pc:docMk/>
          <pc:sldMk cId="902308803" sldId="345"/>
        </pc:sldMkLst>
      </pc:sldChg>
      <pc:sldChg chg="del">
        <pc:chgData name="Long B Nguyen" userId="f59fb8f3-a021-417a-8bc1-65c8d471c621" providerId="ADAL" clId="{4BE6A6D3-80E1-E648-9A65-3053C53C3489}" dt="2020-01-13T13:50:20.235" v="61" actId="2696"/>
        <pc:sldMkLst>
          <pc:docMk/>
          <pc:sldMk cId="2271372051" sldId="346"/>
        </pc:sldMkLst>
      </pc:sldChg>
      <pc:sldChg chg="del">
        <pc:chgData name="Long B Nguyen" userId="f59fb8f3-a021-417a-8bc1-65c8d471c621" providerId="ADAL" clId="{4BE6A6D3-80E1-E648-9A65-3053C53C3489}" dt="2020-01-13T13:50:20.403" v="72" actId="2696"/>
        <pc:sldMkLst>
          <pc:docMk/>
          <pc:sldMk cId="198078322" sldId="347"/>
        </pc:sldMkLst>
      </pc:sldChg>
      <pc:sldChg chg="add">
        <pc:chgData name="Long B Nguyen" userId="f59fb8f3-a021-417a-8bc1-65c8d471c621" providerId="ADAL" clId="{4BE6A6D3-80E1-E648-9A65-3053C53C3489}" dt="2020-01-13T13:50:10.483" v="41"/>
        <pc:sldMkLst>
          <pc:docMk/>
          <pc:sldMk cId="2218591065" sldId="348"/>
        </pc:sldMkLst>
      </pc:sldChg>
      <pc:sldChg chg="add">
        <pc:chgData name="Long B Nguyen" userId="f59fb8f3-a021-417a-8bc1-65c8d471c621" providerId="ADAL" clId="{4BE6A6D3-80E1-E648-9A65-3053C53C3489}" dt="2020-01-13T13:50:10.483" v="41"/>
        <pc:sldMkLst>
          <pc:docMk/>
          <pc:sldMk cId="2191981710" sldId="349"/>
        </pc:sldMkLst>
      </pc:sldChg>
    </pc:docChg>
  </pc:docChgLst>
  <pc:docChgLst>
    <pc:chgData name="Long B Nguyen" userId="f59fb8f3-a021-417a-8bc1-65c8d471c621" providerId="ADAL" clId="{CC9C9D9A-5149-2947-86C0-576F501F60DC}"/>
    <pc:docChg chg="addSld modSld">
      <pc:chgData name="Long B Nguyen" userId="f59fb8f3-a021-417a-8bc1-65c8d471c621" providerId="ADAL" clId="{CC9C9D9A-5149-2947-86C0-576F501F60DC}" dt="2020-01-05T21:59:55.597" v="2392" actId="14100"/>
      <pc:docMkLst>
        <pc:docMk/>
      </pc:docMkLst>
      <pc:sldChg chg="modSp add modAnim">
        <pc:chgData name="Long B Nguyen" userId="f59fb8f3-a021-417a-8bc1-65c8d471c621" providerId="ADAL" clId="{CC9C9D9A-5149-2947-86C0-576F501F60DC}" dt="2020-01-04T15:49:37.373" v="563" actId="20577"/>
        <pc:sldMkLst>
          <pc:docMk/>
          <pc:sldMk cId="924617162" sldId="319"/>
        </pc:sldMkLst>
      </pc:sldChg>
      <pc:sldChg chg="modSp add">
        <pc:chgData name="Long B Nguyen" userId="f59fb8f3-a021-417a-8bc1-65c8d471c621" providerId="ADAL" clId="{CC9C9D9A-5149-2947-86C0-576F501F60DC}" dt="2020-01-04T15:57:55.835" v="789" actId="14100"/>
        <pc:sldMkLst>
          <pc:docMk/>
          <pc:sldMk cId="3758830494" sldId="320"/>
        </pc:sldMkLst>
      </pc:sldChg>
      <pc:sldChg chg="modSp add">
        <pc:chgData name="Long B Nguyen" userId="f59fb8f3-a021-417a-8bc1-65c8d471c621" providerId="ADAL" clId="{CC9C9D9A-5149-2947-86C0-576F501F60DC}" dt="2020-01-05T21:51:37.442" v="2325" actId="20577"/>
        <pc:sldMkLst>
          <pc:docMk/>
          <pc:sldMk cId="1022945305" sldId="321"/>
        </pc:sldMkLst>
      </pc:sldChg>
      <pc:sldChg chg="modSp add">
        <pc:chgData name="Long B Nguyen" userId="f59fb8f3-a021-417a-8bc1-65c8d471c621" providerId="ADAL" clId="{CC9C9D9A-5149-2947-86C0-576F501F60DC}" dt="2020-01-04T17:41:57.489" v="1203" actId="20577"/>
        <pc:sldMkLst>
          <pc:docMk/>
          <pc:sldMk cId="3456840474" sldId="322"/>
        </pc:sldMkLst>
      </pc:sldChg>
      <pc:sldChg chg="modSp add">
        <pc:chgData name="Long B Nguyen" userId="f59fb8f3-a021-417a-8bc1-65c8d471c621" providerId="ADAL" clId="{CC9C9D9A-5149-2947-86C0-576F501F60DC}" dt="2020-01-04T18:38:26.241" v="1214" actId="113"/>
        <pc:sldMkLst>
          <pc:docMk/>
          <pc:sldMk cId="1062075874" sldId="323"/>
        </pc:sldMkLst>
      </pc:sldChg>
      <pc:sldChg chg="modSp add">
        <pc:chgData name="Long B Nguyen" userId="f59fb8f3-a021-417a-8bc1-65c8d471c621" providerId="ADAL" clId="{CC9C9D9A-5149-2947-86C0-576F501F60DC}" dt="2020-01-04T20:58:36.932" v="1972" actId="20577"/>
        <pc:sldMkLst>
          <pc:docMk/>
          <pc:sldMk cId="1310010799" sldId="324"/>
        </pc:sldMkLst>
      </pc:sldChg>
      <pc:sldChg chg="modSp add">
        <pc:chgData name="Long B Nguyen" userId="f59fb8f3-a021-417a-8bc1-65c8d471c621" providerId="ADAL" clId="{CC9C9D9A-5149-2947-86C0-576F501F60DC}" dt="2020-01-05T21:27:04.952" v="2119" actId="20577"/>
        <pc:sldMkLst>
          <pc:docMk/>
          <pc:sldMk cId="3314372952" sldId="325"/>
        </pc:sldMkLst>
      </pc:sldChg>
      <pc:sldChg chg="modSp add">
        <pc:chgData name="Long B Nguyen" userId="f59fb8f3-a021-417a-8bc1-65c8d471c621" providerId="ADAL" clId="{CC9C9D9A-5149-2947-86C0-576F501F60DC}" dt="2020-01-05T21:29:58.563" v="2178" actId="20577"/>
        <pc:sldMkLst>
          <pc:docMk/>
          <pc:sldMk cId="3117943122" sldId="326"/>
        </pc:sldMkLst>
      </pc:sldChg>
      <pc:sldChg chg="modSp add">
        <pc:chgData name="Long B Nguyen" userId="f59fb8f3-a021-417a-8bc1-65c8d471c621" providerId="ADAL" clId="{CC9C9D9A-5149-2947-86C0-576F501F60DC}" dt="2020-01-05T21:59:55.597" v="2392" actId="14100"/>
        <pc:sldMkLst>
          <pc:docMk/>
          <pc:sldMk cId="1025618360" sldId="327"/>
        </pc:sldMkLst>
      </pc:sldChg>
      <pc:sldChg chg="modSp add">
        <pc:chgData name="Long B Nguyen" userId="f59fb8f3-a021-417a-8bc1-65c8d471c621" providerId="ADAL" clId="{CC9C9D9A-5149-2947-86C0-576F501F60DC}" dt="2020-01-05T21:54:47.081" v="2356" actId="2711"/>
        <pc:sldMkLst>
          <pc:docMk/>
          <pc:sldMk cId="3894299887" sldId="328"/>
        </pc:sldMkLst>
      </pc:sldChg>
      <pc:sldChg chg="add">
        <pc:chgData name="Long B Nguyen" userId="f59fb8f3-a021-417a-8bc1-65c8d471c621" providerId="ADAL" clId="{CC9C9D9A-5149-2947-86C0-576F501F60DC}" dt="2020-01-05T21:57:38.736" v="2357"/>
        <pc:sldMkLst>
          <pc:docMk/>
          <pc:sldMk cId="4294143140" sldId="32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D99D2-A624-5E4F-A4E3-584054837B5A}" type="datetimeFigureOut">
              <a:rPr lang="en-US" smtClean="0"/>
              <a:t>5/19/25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B3AF5-F789-394E-94F2-430C8BDCE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7">
            <a:extLst>
              <a:ext uri="{FF2B5EF4-FFF2-40B4-BE49-F238E27FC236}">
                <a16:creationId xmlns:a16="http://schemas.microsoft.com/office/drawing/2014/main" id="{911FACDF-4698-A249-B399-496C4DC231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370C6E8-40CD-8B46-BFDA-15DA1ABA5A41}" type="slidenum">
              <a:rPr lang="en-US" altLang="en-US"/>
              <a:pPr/>
              <a:t>2</a:t>
            </a:fld>
            <a:endParaRPr lang="en-US" altLang="en-US"/>
          </a:p>
        </p:txBody>
      </p:sp>
      <p:sp>
        <p:nvSpPr>
          <p:cNvPr id="17410" name="Slide Image Placeholder 1">
            <a:extLst>
              <a:ext uri="{FF2B5EF4-FFF2-40B4-BE49-F238E27FC236}">
                <a16:creationId xmlns:a16="http://schemas.microsoft.com/office/drawing/2014/main" id="{C670E87D-1623-1146-9F9A-AA829290494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0356" name="Notes Placeholder 2">
            <a:extLst>
              <a:ext uri="{FF2B5EF4-FFF2-40B4-BE49-F238E27FC236}">
                <a16:creationId xmlns:a16="http://schemas.microsoft.com/office/drawing/2014/main" id="{B45C35E8-B09E-3A45-8DDC-A322B5C2E4C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endParaRPr lang="en-US">
              <a:cs typeface="+mn-cs"/>
            </a:endParaRPr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19705F90-19AB-E041-A880-52BE92706AFE}"/>
              </a:ext>
            </a:extLst>
          </p:cNvPr>
          <p:cNvSpPr txBox="1">
            <a:spLocks noGrp="1"/>
          </p:cNvSpPr>
          <p:nvPr/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E725809-4CF6-794F-8D7C-FCB07BE8DB75}" type="slidenum">
              <a:rPr lang="en-US" altLang="en-US" sz="1200">
                <a:latin typeface="Times New Roman" panose="02020603050405020304" pitchFamily="18" charset="0"/>
              </a:rPr>
              <a:pPr/>
              <a:t>2</a:t>
            </a:fld>
            <a:endParaRPr lang="en-US" altLang="en-US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>
            <a:extLst>
              <a:ext uri="{FF2B5EF4-FFF2-40B4-BE49-F238E27FC236}">
                <a16:creationId xmlns:a16="http://schemas.microsoft.com/office/drawing/2014/main" id="{206DEA95-CB97-DC4B-A56F-FF869EE3837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E7AD351-5616-3640-BD5F-A53685796788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9458" name="Slide Image Placeholder 1">
            <a:extLst>
              <a:ext uri="{FF2B5EF4-FFF2-40B4-BE49-F238E27FC236}">
                <a16:creationId xmlns:a16="http://schemas.microsoft.com/office/drawing/2014/main" id="{179CD268-931D-E74A-8B00-2717CACF5B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0356" name="Notes Placeholder 2">
            <a:extLst>
              <a:ext uri="{FF2B5EF4-FFF2-40B4-BE49-F238E27FC236}">
                <a16:creationId xmlns:a16="http://schemas.microsoft.com/office/drawing/2014/main" id="{2D8B1614-A634-E844-8C38-A337F384A98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endParaRPr lang="en-US">
              <a:cs typeface="+mn-cs"/>
            </a:endParaRPr>
          </a:p>
        </p:txBody>
      </p:sp>
      <p:sp>
        <p:nvSpPr>
          <p:cNvPr id="19460" name="Slide Number Placeholder 3">
            <a:extLst>
              <a:ext uri="{FF2B5EF4-FFF2-40B4-BE49-F238E27FC236}">
                <a16:creationId xmlns:a16="http://schemas.microsoft.com/office/drawing/2014/main" id="{C6491241-CE3E-D94C-8F93-F7D53C62D9E7}"/>
              </a:ext>
            </a:extLst>
          </p:cNvPr>
          <p:cNvSpPr txBox="1">
            <a:spLocks noGrp="1"/>
          </p:cNvSpPr>
          <p:nvPr/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F2EF94D-01E3-B64D-A300-37DB7825B94C}" type="slidenum">
              <a:rPr lang="en-US" altLang="en-US" sz="1200">
                <a:latin typeface="Times New Roman" panose="02020603050405020304" pitchFamily="18" charset="0"/>
              </a:rPr>
              <a:pPr/>
              <a:t>3</a:t>
            </a:fld>
            <a:endParaRPr lang="en-US" altLang="en-US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F47CA-F895-6945-BE27-26692229FACF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896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7C96B-D6FF-5D47-8EF3-542FD5A88E7C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770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358E7-4856-3046-9420-8ADBF7A86D8C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38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9F35A-9F43-7048-AA95-2DCA7E8C0780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480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B2D7C-E370-DC40-8D10-DF8CB1A188CA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9681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A69A2-3CD0-BE49-AF6E-9E037A40F43F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43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50D9D-ACA9-3C4A-A3FC-7A265C0CEBD3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545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B2DD4-8739-D748-B308-CD7D801B0131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31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622575-E24A-D548-838B-E385F9D0E59A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614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06D67-2012-D043-9F80-5C2BDD609BD3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194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9ACE4-03B6-794A-A48C-13F9598CCD28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237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2BAF4E-9F7C-284D-B40D-0B83E546F887}" type="datetime1">
              <a:rPr lang="en-US" smtClean="0"/>
              <a:t>5/19/25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27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962611-DFD5-4092-AAFD-559E3DFCE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6616" y="0"/>
            <a:ext cx="8182719" cy="5715000"/>
          </a:xfrm>
          <a:prstGeom prst="rect">
            <a:avLst/>
          </a:prstGeom>
          <a:gradFill>
            <a:gsLst>
              <a:gs pos="0">
                <a:schemeClr val="accent1">
                  <a:lumMod val="90000"/>
                </a:schemeClr>
              </a:gs>
              <a:gs pos="25000">
                <a:schemeClr val="accent1">
                  <a:lumMod val="90000"/>
                </a:schemeClr>
              </a:gs>
              <a:gs pos="94000">
                <a:schemeClr val="bg2">
                  <a:lumMod val="25000"/>
                </a:schemeClr>
              </a:gs>
              <a:gs pos="100000">
                <a:schemeClr val="bg2">
                  <a:lumMod val="2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70F1FA-0425-408F-9861-80BF5AFB2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17A749-B1BA-E24B-8FB0-0604EF651F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1470" y="1329785"/>
            <a:ext cx="5661060" cy="1692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DC47C8-6776-7B44-9CD4-95FC9145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7054" y="3113571"/>
            <a:ext cx="5429892" cy="713751"/>
          </a:xfrm>
        </p:spPr>
        <p:txBody>
          <a:bodyPr>
            <a:normAutofit/>
          </a:bodyPr>
          <a:lstStyle/>
          <a:p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4071586-F58C-CD48-BB49-60F4B2277ED8}"/>
              </a:ext>
            </a:extLst>
          </p:cNvPr>
          <p:cNvSpPr txBox="1">
            <a:spLocks/>
          </p:cNvSpPr>
          <p:nvPr/>
        </p:nvSpPr>
        <p:spPr>
          <a:xfrm>
            <a:off x="2183952" y="3285007"/>
            <a:ext cx="4507445" cy="5423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4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E64B9F-47E7-6140-ACE4-2F0740B3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7104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2">
            <a:extLst>
              <a:ext uri="{FF2B5EF4-FFF2-40B4-BE49-F238E27FC236}">
                <a16:creationId xmlns:a16="http://schemas.microsoft.com/office/drawing/2014/main" id="{43A97931-5966-4049-9530-0B8463F578F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41737" y="304271"/>
            <a:ext cx="7895240" cy="641652"/>
          </a:xfrm>
        </p:spPr>
        <p:txBody>
          <a:bodyPr vert="horz" lIns="0" tIns="45720" rIns="0" bIns="0" rtlCol="0" anchor="b">
            <a:normAutofit/>
          </a:bodyPr>
          <a:lstStyle/>
          <a:p>
            <a:pPr eaLnBrk="1" hangingPunct="1"/>
            <a:r>
              <a:rPr lang="en-US" altLang="en-US" dirty="0">
                <a:latin typeface="Tahoma" panose="020B0604030504040204" pitchFamily="34" charset="0"/>
                <a:ea typeface="ＭＳ Ｐゴシック" panose="020B0600070205080204" pitchFamily="34" charset="-128"/>
              </a:rPr>
              <a:t>The Final Project</a:t>
            </a:r>
          </a:p>
        </p:txBody>
      </p:sp>
      <p:sp>
        <p:nvSpPr>
          <p:cNvPr id="16386" name="Rectangle 3">
            <a:extLst>
              <a:ext uri="{FF2B5EF4-FFF2-40B4-BE49-F238E27FC236}">
                <a16:creationId xmlns:a16="http://schemas.microsoft.com/office/drawing/2014/main" id="{4669BEF1-8F5A-8146-B954-C95F7B22A35F}"/>
              </a:ext>
            </a:extLst>
          </p:cNvPr>
          <p:cNvSpPr>
            <a:spLocks noGrp="1" noChangeArrowheads="1"/>
          </p:cNvSpPr>
          <p:nvPr>
            <p:ph idx="4294967295"/>
          </p:nvPr>
        </p:nvSpPr>
        <p:spPr>
          <a:xfrm>
            <a:off x="157655" y="1040524"/>
            <a:ext cx="8860221" cy="437020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You can do ONE of the following:</a:t>
            </a:r>
          </a:p>
          <a:p>
            <a:pPr marL="0" indent="0">
              <a:buNone/>
            </a:pPr>
            <a:endParaRPr lang="en-US" altLang="en-US" sz="2000" dirty="0">
              <a:solidFill>
                <a:srgbClr val="000000"/>
              </a:solidFill>
              <a:latin typeface="Tahoma" panose="020B0604030504040204" pitchFamily="34" charset="0"/>
              <a:ea typeface="ＭＳ Ｐゴシック" panose="020B0600070205080204" pitchFamily="34" charset="-128"/>
            </a:endParaRPr>
          </a:p>
          <a:p>
            <a:pPr marL="0" indent="0">
              <a:buFontTx/>
              <a:buAutoNum type="arabicParenR"/>
            </a:pPr>
            <a:r>
              <a:rPr lang="en-US" altLang="en-US" sz="2000" dirty="0">
                <a:solidFill>
                  <a:srgbClr val="000000"/>
                </a:solidFill>
                <a:latin typeface="Tahoma" panose="020B0604030504040204" pitchFamily="34" charset="0"/>
                <a:ea typeface="ＭＳ Ｐゴシック" panose="020B0600070205080204" pitchFamily="34" charset="-128"/>
              </a:rPr>
              <a:t>Create a Google slides of an interesting computer science concept, topic or idea. The purpose of the slides is to teach the concept. </a:t>
            </a:r>
          </a:p>
          <a:p>
            <a:pPr marL="714346" lvl="1" indent="-380985">
              <a:buFontTx/>
              <a:buAutoNum type="alphaUcPeriod"/>
            </a:pPr>
            <a:r>
              <a:rPr lang="en-US" altLang="en-US" sz="2000" dirty="0">
                <a:solidFill>
                  <a:srgbClr val="000000"/>
                </a:solidFill>
                <a:latin typeface="Tahoma" panose="020B0604030504040204" pitchFamily="34" charset="0"/>
              </a:rPr>
              <a:t>Must be at least 15 slides.</a:t>
            </a:r>
          </a:p>
          <a:p>
            <a:pPr marL="714346" lvl="1" indent="-380985">
              <a:buFontTx/>
              <a:buAutoNum type="alphaUcPeriod"/>
            </a:pPr>
            <a:r>
              <a:rPr lang="en-US" altLang="en-US" sz="2000" dirty="0">
                <a:solidFill>
                  <a:srgbClr val="000000"/>
                </a:solidFill>
                <a:latin typeface="Tahoma" panose="020B0604030504040204" pitchFamily="34" charset="0"/>
              </a:rPr>
              <a:t>Include pictures/diagrams/videos to help illustrate concepts</a:t>
            </a:r>
          </a:p>
          <a:p>
            <a:pPr marL="714346" lvl="1" indent="-380985">
              <a:buFontTx/>
              <a:buAutoNum type="alphaUcPeriod"/>
            </a:pPr>
            <a:r>
              <a:rPr lang="en-US" altLang="en-US" sz="2000" dirty="0">
                <a:solidFill>
                  <a:srgbClr val="000000"/>
                </a:solidFill>
                <a:latin typeface="Tahoma" panose="020B0604030504040204" pitchFamily="34" charset="0"/>
              </a:rPr>
              <a:t>Include references at the end of the slides. </a:t>
            </a:r>
          </a:p>
          <a:p>
            <a:pPr marL="714346" lvl="1" indent="-380985">
              <a:buFontTx/>
              <a:buAutoNum type="alphaUcPeriod"/>
            </a:pPr>
            <a:r>
              <a:rPr lang="en-US" altLang="en-US" sz="2000" dirty="0">
                <a:solidFill>
                  <a:srgbClr val="000000"/>
                </a:solidFill>
                <a:latin typeface="Tahoma" panose="020B0604030504040204" pitchFamily="34" charset="0"/>
              </a:rPr>
              <a:t>Use material/information from tutorials, blogs, news articles, textbooks to create slides.</a:t>
            </a:r>
          </a:p>
          <a:p>
            <a:pPr marL="714346" lvl="1" indent="-380985">
              <a:buFontTx/>
              <a:buAutoNum type="alphaUcPeriod"/>
            </a:pPr>
            <a:r>
              <a:rPr lang="en-US" altLang="en-US" sz="2000" dirty="0">
                <a:solidFill>
                  <a:srgbClr val="000000"/>
                </a:solidFill>
                <a:latin typeface="Tahoma" panose="020B0604030504040204" pitchFamily="34" charset="0"/>
              </a:rPr>
              <a:t>Some ideas: bitcoin and the blockchain, artificial intelligence, graph search algorithms(A*, Dijkstra's algorithm), cloud computing, cybersecurity, natural language processing, virtual reality, metaverse, ethical hacking, neural networks and deep learning, data security, data analytics, robotics, web development, P vs NP. </a:t>
            </a:r>
          </a:p>
          <a:p>
            <a:pPr marL="0" indent="0">
              <a:buNone/>
            </a:pPr>
            <a:endParaRPr lang="en-US" altLang="en-US" sz="2000" dirty="0">
              <a:solidFill>
                <a:srgbClr val="000000"/>
              </a:solidFill>
              <a:latin typeface="Tahoma" panose="020B060403050404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>
            <a:extLst>
              <a:ext uri="{FF2B5EF4-FFF2-40B4-BE49-F238E27FC236}">
                <a16:creationId xmlns:a16="http://schemas.microsoft.com/office/drawing/2014/main" id="{77F67CB5-C3D0-EC45-B4A9-8F4E049D3F1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199697" y="120157"/>
            <a:ext cx="7853198" cy="683693"/>
          </a:xfrm>
        </p:spPr>
        <p:txBody>
          <a:bodyPr vert="horz" lIns="0" tIns="45720" rIns="0" bIns="0" rtlCol="0" anchor="b">
            <a:normAutofit/>
          </a:bodyPr>
          <a:lstStyle/>
          <a:p>
            <a:pPr eaLnBrk="1" hangingPunct="1"/>
            <a:r>
              <a:rPr lang="en-US" altLang="en-US" dirty="0">
                <a:latin typeface="Tahoma" panose="020B0604030504040204" pitchFamily="34" charset="0"/>
                <a:ea typeface="ＭＳ Ｐゴシック" panose="020B0600070205080204" pitchFamily="34" charset="-128"/>
              </a:rPr>
              <a:t>The Final Task</a:t>
            </a:r>
          </a:p>
        </p:txBody>
      </p:sp>
      <p:sp>
        <p:nvSpPr>
          <p:cNvPr id="62467" name="Rectangle 3">
            <a:extLst>
              <a:ext uri="{FF2B5EF4-FFF2-40B4-BE49-F238E27FC236}">
                <a16:creationId xmlns:a16="http://schemas.microsoft.com/office/drawing/2014/main" id="{DC6C0365-36B8-194F-9A8A-09DE589D29EC}"/>
              </a:ext>
            </a:extLst>
          </p:cNvPr>
          <p:cNvSpPr>
            <a:spLocks noGrp="1" noChangeArrowheads="1"/>
          </p:cNvSpPr>
          <p:nvPr>
            <p:ph idx="4294967295"/>
          </p:nvPr>
        </p:nvSpPr>
        <p:spPr>
          <a:xfrm>
            <a:off x="141890" y="841348"/>
            <a:ext cx="8860220" cy="4753495"/>
          </a:xfrm>
        </p:spPr>
        <p:txBody>
          <a:bodyPr>
            <a:noAutofit/>
          </a:bodyPr>
          <a:lstStyle/>
          <a:p>
            <a:pPr marL="0" indent="0">
              <a:buNone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2) Create a Python </a:t>
            </a:r>
            <a:r>
              <a:rPr lang="en-US" sz="2000" dirty="0" err="1">
                <a:solidFill>
                  <a:srgbClr val="000000"/>
                </a:solidFill>
                <a:latin typeface="Tahoma" charset="0"/>
                <a:cs typeface="Tahoma" charset="0"/>
              </a:rPr>
              <a:t>Jupyter</a:t>
            </a: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 notebook to teach a Python concept, a math concept, a programming algorithm, or explaining a Python library.</a:t>
            </a:r>
          </a:p>
          <a:p>
            <a:pPr marL="714346" lvl="1" indent="-380985">
              <a:buFontTx/>
              <a:buAutoNum type="alphaUcPeriod"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Must include both Markdown and code</a:t>
            </a:r>
          </a:p>
          <a:p>
            <a:pPr marL="714346" lvl="1" indent="-380985">
              <a:buFontTx/>
              <a:buAutoNum type="alphaUcPeriod"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The markdown explains and illustrates the concepts</a:t>
            </a:r>
          </a:p>
          <a:p>
            <a:pPr marL="714346" lvl="1" indent="-380985">
              <a:buFontTx/>
              <a:buAutoNum type="alphaUcPeriod"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Include code(functions, algorithms). </a:t>
            </a:r>
          </a:p>
          <a:p>
            <a:pPr marL="714346" lvl="1" indent="-380985">
              <a:buFontTx/>
              <a:buAutoNum type="alphaUcPeriod"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A few problems that allow the users to try some coding. </a:t>
            </a:r>
          </a:p>
          <a:p>
            <a:pPr marL="714346" lvl="1" indent="-380985">
              <a:buFontTx/>
              <a:buAutoNum type="alphaUcPeriod"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Similar to the notebooks we have in class.</a:t>
            </a:r>
          </a:p>
          <a:p>
            <a:pPr marL="714346" lvl="1" indent="-380985">
              <a:buFontTx/>
              <a:buAutoNum type="alphaUcPeriod"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Examples: Caesar </a:t>
            </a:r>
            <a:r>
              <a:rPr lang="en-US" sz="2000" dirty="0" err="1">
                <a:solidFill>
                  <a:srgbClr val="000000"/>
                </a:solidFill>
                <a:latin typeface="Tahoma" charset="0"/>
                <a:cs typeface="Tahoma" charset="0"/>
              </a:rPr>
              <a:t>Ciper</a:t>
            </a: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 or Diffie-</a:t>
            </a:r>
            <a:r>
              <a:rPr lang="en-US" sz="2000" dirty="0" err="1">
                <a:solidFill>
                  <a:srgbClr val="000000"/>
                </a:solidFill>
                <a:latin typeface="Tahoma" charset="0"/>
                <a:cs typeface="Tahoma" charset="0"/>
              </a:rPr>
              <a:t>Helman</a:t>
            </a: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 cryptography using Python, useful Python libraries(matplotlib, pillow, </a:t>
            </a:r>
            <a:r>
              <a:rPr lang="en-US" sz="2000" dirty="0" err="1">
                <a:solidFill>
                  <a:srgbClr val="000000"/>
                </a:solidFill>
                <a:latin typeface="Tahoma" charset="0"/>
                <a:cs typeface="Tahoma" charset="0"/>
              </a:rPr>
              <a:t>scipi</a:t>
            </a: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, pandas)</a:t>
            </a:r>
          </a:p>
          <a:p>
            <a:pPr marL="0" indent="0">
              <a:buNone/>
              <a:defRPr/>
            </a:pPr>
            <a:endParaRPr lang="en-US" sz="2000" dirty="0">
              <a:solidFill>
                <a:srgbClr val="000000"/>
              </a:solidFill>
              <a:latin typeface="Tahoma" charset="0"/>
              <a:cs typeface="Tahoma" charset="0"/>
            </a:endParaRPr>
          </a:p>
          <a:p>
            <a:pPr marL="0" indent="0">
              <a:buNone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3) Use </a:t>
            </a:r>
            <a:r>
              <a:rPr lang="en-US" sz="2000" dirty="0" err="1">
                <a:solidFill>
                  <a:srgbClr val="000000"/>
                </a:solidFill>
                <a:latin typeface="Tahoma" charset="0"/>
                <a:cs typeface="Tahoma" charset="0"/>
              </a:rPr>
              <a:t>JuiceMind</a:t>
            </a: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 or Processing to write a game, application, or simulation. Must be different than the Create Task. </a:t>
            </a:r>
            <a:endParaRPr lang="en-US" sz="2000" dirty="0">
              <a:solidFill>
                <a:srgbClr val="000000"/>
              </a:solidFill>
              <a:latin typeface="Tahoma" charset="0"/>
              <a:ea typeface="Arial" charset="0"/>
              <a:cs typeface="Tahoma" charset="0"/>
            </a:endParaRPr>
          </a:p>
          <a:p>
            <a:pPr marL="0" indent="0">
              <a:buNone/>
              <a:defRPr/>
            </a:pPr>
            <a:r>
              <a:rPr lang="en-US" sz="2000" b="1" dirty="0">
                <a:solidFill>
                  <a:srgbClr val="000000"/>
                </a:solidFill>
                <a:latin typeface="Tahoma" charset="0"/>
                <a:ea typeface="Arial" charset="0"/>
                <a:cs typeface="Tahoma" charset="0"/>
              </a:rPr>
              <a:t>Presentation: Present to the class(8-12 minutes). Seniors will present first and must do it before their last day. </a:t>
            </a:r>
          </a:p>
          <a:p>
            <a:pPr marL="0" indent="0">
              <a:buNone/>
              <a:defRPr/>
            </a:pPr>
            <a:endParaRPr lang="en-US" sz="2000" dirty="0">
              <a:solidFill>
                <a:srgbClr val="000000"/>
              </a:solidFill>
              <a:latin typeface="Tahoma" charset="0"/>
              <a:ea typeface="Arial" charset="0"/>
              <a:cs typeface="Tahoma" charset="0"/>
            </a:endParaRPr>
          </a:p>
          <a:p>
            <a:pPr marL="333362" lvl="1" indent="0">
              <a:buNone/>
              <a:defRPr/>
            </a:pPr>
            <a:r>
              <a:rPr lang="en-US" sz="2000" dirty="0">
                <a:solidFill>
                  <a:srgbClr val="000000"/>
                </a:solidFill>
                <a:latin typeface="Tahoma" charset="0"/>
                <a:cs typeface="Tahoma" charset="0"/>
              </a:rPr>
              <a:t>		</a:t>
            </a:r>
          </a:p>
          <a:p>
            <a:pPr marL="333362" lvl="1" indent="0">
              <a:buNone/>
              <a:defRPr/>
            </a:pPr>
            <a:endParaRPr lang="en-US" sz="2000" dirty="0">
              <a:solidFill>
                <a:srgbClr val="000000"/>
              </a:solidFill>
              <a:latin typeface="Tahoma" charset="0"/>
              <a:cs typeface="Tahoma" charset="0"/>
            </a:endParaRPr>
          </a:p>
          <a:p>
            <a:pPr marL="333362" lvl="1" indent="0">
              <a:buNone/>
              <a:defRPr/>
            </a:pPr>
            <a:endParaRPr lang="en-US" sz="2000" dirty="0">
              <a:solidFill>
                <a:srgbClr val="000000"/>
              </a:solidFill>
              <a:latin typeface="Tahoma" charset="0"/>
              <a:cs typeface="Tahoma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13361</TotalTime>
  <Words>287</Words>
  <Application>Microsoft Macintosh PowerPoint</Application>
  <PresentationFormat>On-screen Show (16:10)</PresentationFormat>
  <Paragraphs>28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Gill Sans MT</vt:lpstr>
      <vt:lpstr>Tahoma</vt:lpstr>
      <vt:lpstr>Times New Roman</vt:lpstr>
      <vt:lpstr>Office Theme</vt:lpstr>
      <vt:lpstr>Final Project</vt:lpstr>
      <vt:lpstr>The Final Project</vt:lpstr>
      <vt:lpstr>The Final Task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Data</dc:title>
  <dc:creator>Long B Nguyen</dc:creator>
  <cp:lastModifiedBy>Long Nguyen</cp:lastModifiedBy>
  <cp:revision>98</cp:revision>
  <dcterms:created xsi:type="dcterms:W3CDTF">2020-01-25T14:46:43Z</dcterms:created>
  <dcterms:modified xsi:type="dcterms:W3CDTF">2025-05-19T11:59:23Z</dcterms:modified>
</cp:coreProperties>
</file>