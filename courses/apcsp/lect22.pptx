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91" r:id="rId1"/>
  </p:sldMasterIdLst>
  <p:notesMasterIdLst>
    <p:notesMasterId r:id="rId26"/>
  </p:notesMasterIdLst>
  <p:sldIdLst>
    <p:sldId id="256" r:id="rId2"/>
    <p:sldId id="540" r:id="rId3"/>
    <p:sldId id="553" r:id="rId4"/>
    <p:sldId id="620" r:id="rId5"/>
    <p:sldId id="621" r:id="rId6"/>
    <p:sldId id="551" r:id="rId7"/>
    <p:sldId id="630" r:id="rId8"/>
    <p:sldId id="302" r:id="rId9"/>
    <p:sldId id="552" r:id="rId10"/>
    <p:sldId id="598" r:id="rId11"/>
    <p:sldId id="612" r:id="rId12"/>
    <p:sldId id="622" r:id="rId13"/>
    <p:sldId id="623" r:id="rId14"/>
    <p:sldId id="624" r:id="rId15"/>
    <p:sldId id="600" r:id="rId16"/>
    <p:sldId id="627" r:id="rId17"/>
    <p:sldId id="625" r:id="rId18"/>
    <p:sldId id="602" r:id="rId19"/>
    <p:sldId id="608" r:id="rId20"/>
    <p:sldId id="609" r:id="rId21"/>
    <p:sldId id="613" r:id="rId22"/>
    <p:sldId id="626" r:id="rId23"/>
    <p:sldId id="628" r:id="rId24"/>
    <p:sldId id="629" r:id="rId25"/>
  </p:sldIdLst>
  <p:sldSz cx="9144000" cy="5715000" type="screen16x10"/>
  <p:notesSz cx="6858000" cy="9144000"/>
  <p:defaultTextStyle>
    <a:defPPr>
      <a:defRPr lang="en-US"/>
    </a:defPPr>
    <a:lvl1pPr marL="0" algn="l" defTabSz="356616" rtl="0" eaLnBrk="1" latinLnBrk="0" hangingPunct="1">
      <a:defRPr sz="1404" kern="1200">
        <a:solidFill>
          <a:schemeClr val="tx1"/>
        </a:solidFill>
        <a:latin typeface="+mn-lt"/>
        <a:ea typeface="+mn-ea"/>
        <a:cs typeface="+mn-cs"/>
      </a:defRPr>
    </a:lvl1pPr>
    <a:lvl2pPr marL="356616" algn="l" defTabSz="356616" rtl="0" eaLnBrk="1" latinLnBrk="0" hangingPunct="1">
      <a:defRPr sz="1404" kern="1200">
        <a:solidFill>
          <a:schemeClr val="tx1"/>
        </a:solidFill>
        <a:latin typeface="+mn-lt"/>
        <a:ea typeface="+mn-ea"/>
        <a:cs typeface="+mn-cs"/>
      </a:defRPr>
    </a:lvl2pPr>
    <a:lvl3pPr marL="713232" algn="l" defTabSz="356616" rtl="0" eaLnBrk="1" latinLnBrk="0" hangingPunct="1">
      <a:defRPr sz="1404" kern="1200">
        <a:solidFill>
          <a:schemeClr val="tx1"/>
        </a:solidFill>
        <a:latin typeface="+mn-lt"/>
        <a:ea typeface="+mn-ea"/>
        <a:cs typeface="+mn-cs"/>
      </a:defRPr>
    </a:lvl3pPr>
    <a:lvl4pPr marL="1069848" algn="l" defTabSz="356616" rtl="0" eaLnBrk="1" latinLnBrk="0" hangingPunct="1">
      <a:defRPr sz="1404" kern="1200">
        <a:solidFill>
          <a:schemeClr val="tx1"/>
        </a:solidFill>
        <a:latin typeface="+mn-lt"/>
        <a:ea typeface="+mn-ea"/>
        <a:cs typeface="+mn-cs"/>
      </a:defRPr>
    </a:lvl4pPr>
    <a:lvl5pPr marL="1426464" algn="l" defTabSz="356616" rtl="0" eaLnBrk="1" latinLnBrk="0" hangingPunct="1">
      <a:defRPr sz="1404" kern="1200">
        <a:solidFill>
          <a:schemeClr val="tx1"/>
        </a:solidFill>
        <a:latin typeface="+mn-lt"/>
        <a:ea typeface="+mn-ea"/>
        <a:cs typeface="+mn-cs"/>
      </a:defRPr>
    </a:lvl5pPr>
    <a:lvl6pPr marL="1783080" algn="l" defTabSz="356616" rtl="0" eaLnBrk="1" latinLnBrk="0" hangingPunct="1">
      <a:defRPr sz="1404" kern="1200">
        <a:solidFill>
          <a:schemeClr val="tx1"/>
        </a:solidFill>
        <a:latin typeface="+mn-lt"/>
        <a:ea typeface="+mn-ea"/>
        <a:cs typeface="+mn-cs"/>
      </a:defRPr>
    </a:lvl6pPr>
    <a:lvl7pPr marL="2139696" algn="l" defTabSz="356616" rtl="0" eaLnBrk="1" latinLnBrk="0" hangingPunct="1">
      <a:defRPr sz="1404" kern="1200">
        <a:solidFill>
          <a:schemeClr val="tx1"/>
        </a:solidFill>
        <a:latin typeface="+mn-lt"/>
        <a:ea typeface="+mn-ea"/>
        <a:cs typeface="+mn-cs"/>
      </a:defRPr>
    </a:lvl7pPr>
    <a:lvl8pPr marL="2496312" algn="l" defTabSz="356616" rtl="0" eaLnBrk="1" latinLnBrk="0" hangingPunct="1">
      <a:defRPr sz="1404" kern="1200">
        <a:solidFill>
          <a:schemeClr val="tx1"/>
        </a:solidFill>
        <a:latin typeface="+mn-lt"/>
        <a:ea typeface="+mn-ea"/>
        <a:cs typeface="+mn-cs"/>
      </a:defRPr>
    </a:lvl8pPr>
    <a:lvl9pPr marL="2852928" algn="l" defTabSz="356616" rtl="0" eaLnBrk="1" latinLnBrk="0" hangingPunct="1">
      <a:defRPr sz="1404"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223DF3A-DEA0-4545-9191-BC4A43970AEE}" v="1" dt="2025-12-09T08:30:04.6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3844"/>
  </p:normalViewPr>
  <p:slideViewPr>
    <p:cSldViewPr snapToGrid="0" snapToObjects="1">
      <p:cViewPr varScale="1">
        <p:scale>
          <a:sx n="128" d="100"/>
          <a:sy n="128" d="100"/>
        </p:scale>
        <p:origin x="17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ong B Nguyen" userId="f59fb8f3-a021-417a-8bc1-65c8d471c621" providerId="ADAL" clId="{20E1AE71-974B-2D41-AC34-69C850DFDC19}"/>
    <pc:docChg chg="addSld delSld modSld">
      <pc:chgData name="Long B Nguyen" userId="f59fb8f3-a021-417a-8bc1-65c8d471c621" providerId="ADAL" clId="{20E1AE71-974B-2D41-AC34-69C850DFDC19}" dt="2020-03-16T17:50:12.029" v="624"/>
      <pc:docMkLst>
        <pc:docMk/>
      </pc:docMkLst>
      <pc:sldChg chg="modSp">
        <pc:chgData name="Long B Nguyen" userId="f59fb8f3-a021-417a-8bc1-65c8d471c621" providerId="ADAL" clId="{20E1AE71-974B-2D41-AC34-69C850DFDC19}" dt="2020-03-08T12:15:22.499" v="64" actId="20577"/>
        <pc:sldMkLst>
          <pc:docMk/>
          <pc:sldMk cId="4247104139" sldId="256"/>
        </pc:sldMkLst>
      </pc:sldChg>
      <pc:sldChg chg="add del setBg">
        <pc:chgData name="Long B Nguyen" userId="f59fb8f3-a021-417a-8bc1-65c8d471c621" providerId="ADAL" clId="{20E1AE71-974B-2D41-AC34-69C850DFDC19}" dt="2020-03-08T12:15:06.174" v="50" actId="2696"/>
        <pc:sldMkLst>
          <pc:docMk/>
          <pc:sldMk cId="1569266242" sldId="257"/>
        </pc:sldMkLst>
      </pc:sldChg>
      <pc:sldChg chg="modSp add">
        <pc:chgData name="Long B Nguyen" userId="f59fb8f3-a021-417a-8bc1-65c8d471c621" providerId="ADAL" clId="{20E1AE71-974B-2D41-AC34-69C850DFDC19}" dt="2020-03-08T12:39:57.384" v="218" actId="20577"/>
        <pc:sldMkLst>
          <pc:docMk/>
          <pc:sldMk cId="2902676313" sldId="485"/>
        </pc:sldMkLst>
      </pc:sldChg>
      <pc:sldChg chg="del">
        <pc:chgData name="Long B Nguyen" userId="f59fb8f3-a021-417a-8bc1-65c8d471c621" providerId="ADAL" clId="{20E1AE71-974B-2D41-AC34-69C850DFDC19}" dt="2020-03-08T12:14:33.604" v="13" actId="2696"/>
        <pc:sldMkLst>
          <pc:docMk/>
          <pc:sldMk cId="3813527744" sldId="527"/>
        </pc:sldMkLst>
      </pc:sldChg>
      <pc:sldChg chg="del">
        <pc:chgData name="Long B Nguyen" userId="f59fb8f3-a021-417a-8bc1-65c8d471c621" providerId="ADAL" clId="{20E1AE71-974B-2D41-AC34-69C850DFDC19}" dt="2020-03-08T12:14:33.688" v="18" actId="2696"/>
        <pc:sldMkLst>
          <pc:docMk/>
          <pc:sldMk cId="1445950413" sldId="528"/>
        </pc:sldMkLst>
      </pc:sldChg>
      <pc:sldChg chg="del">
        <pc:chgData name="Long B Nguyen" userId="f59fb8f3-a021-417a-8bc1-65c8d471c621" providerId="ADAL" clId="{20E1AE71-974B-2D41-AC34-69C850DFDC19}" dt="2020-03-08T12:14:33.708" v="19" actId="2696"/>
        <pc:sldMkLst>
          <pc:docMk/>
          <pc:sldMk cId="1720314276" sldId="566"/>
        </pc:sldMkLst>
      </pc:sldChg>
      <pc:sldChg chg="del">
        <pc:chgData name="Long B Nguyen" userId="f59fb8f3-a021-417a-8bc1-65c8d471c621" providerId="ADAL" clId="{20E1AE71-974B-2D41-AC34-69C850DFDC19}" dt="2020-03-08T12:14:33.726" v="20" actId="2696"/>
        <pc:sldMkLst>
          <pc:docMk/>
          <pc:sldMk cId="198395083" sldId="567"/>
        </pc:sldMkLst>
      </pc:sldChg>
      <pc:sldChg chg="del">
        <pc:chgData name="Long B Nguyen" userId="f59fb8f3-a021-417a-8bc1-65c8d471c621" providerId="ADAL" clId="{20E1AE71-974B-2D41-AC34-69C850DFDC19}" dt="2020-03-08T12:14:33.743" v="21" actId="2696"/>
        <pc:sldMkLst>
          <pc:docMk/>
          <pc:sldMk cId="1070622160" sldId="568"/>
        </pc:sldMkLst>
      </pc:sldChg>
      <pc:sldChg chg="del">
        <pc:chgData name="Long B Nguyen" userId="f59fb8f3-a021-417a-8bc1-65c8d471c621" providerId="ADAL" clId="{20E1AE71-974B-2D41-AC34-69C850DFDC19}" dt="2020-03-08T12:14:33.830" v="26" actId="2696"/>
        <pc:sldMkLst>
          <pc:docMk/>
          <pc:sldMk cId="4001486838" sldId="570"/>
        </pc:sldMkLst>
      </pc:sldChg>
      <pc:sldChg chg="del">
        <pc:chgData name="Long B Nguyen" userId="f59fb8f3-a021-417a-8bc1-65c8d471c621" providerId="ADAL" clId="{20E1AE71-974B-2D41-AC34-69C850DFDC19}" dt="2020-03-08T12:14:33.760" v="22" actId="2696"/>
        <pc:sldMkLst>
          <pc:docMk/>
          <pc:sldMk cId="2901569448" sldId="571"/>
        </pc:sldMkLst>
      </pc:sldChg>
      <pc:sldChg chg="del">
        <pc:chgData name="Long B Nguyen" userId="f59fb8f3-a021-417a-8bc1-65c8d471c621" providerId="ADAL" clId="{20E1AE71-974B-2D41-AC34-69C850DFDC19}" dt="2020-03-08T12:14:33.814" v="25" actId="2696"/>
        <pc:sldMkLst>
          <pc:docMk/>
          <pc:sldMk cId="2135159274" sldId="573"/>
        </pc:sldMkLst>
      </pc:sldChg>
      <pc:sldChg chg="del">
        <pc:chgData name="Long B Nguyen" userId="f59fb8f3-a021-417a-8bc1-65c8d471c621" providerId="ADAL" clId="{20E1AE71-974B-2D41-AC34-69C850DFDC19}" dt="2020-03-08T12:14:33.887" v="29" actId="2696"/>
        <pc:sldMkLst>
          <pc:docMk/>
          <pc:sldMk cId="3391101355" sldId="575"/>
        </pc:sldMkLst>
      </pc:sldChg>
      <pc:sldChg chg="del">
        <pc:chgData name="Long B Nguyen" userId="f59fb8f3-a021-417a-8bc1-65c8d471c621" providerId="ADAL" clId="{20E1AE71-974B-2D41-AC34-69C850DFDC19}" dt="2020-03-08T12:14:33.850" v="27" actId="2696"/>
        <pc:sldMkLst>
          <pc:docMk/>
          <pc:sldMk cId="3275116272" sldId="576"/>
        </pc:sldMkLst>
      </pc:sldChg>
      <pc:sldChg chg="del">
        <pc:chgData name="Long B Nguyen" userId="f59fb8f3-a021-417a-8bc1-65c8d471c621" providerId="ADAL" clId="{20E1AE71-974B-2D41-AC34-69C850DFDC19}" dt="2020-03-08T12:14:33.775" v="23" actId="2696"/>
        <pc:sldMkLst>
          <pc:docMk/>
          <pc:sldMk cId="1727266702" sldId="578"/>
        </pc:sldMkLst>
      </pc:sldChg>
      <pc:sldChg chg="del">
        <pc:chgData name="Long B Nguyen" userId="f59fb8f3-a021-417a-8bc1-65c8d471c621" providerId="ADAL" clId="{20E1AE71-974B-2D41-AC34-69C850DFDC19}" dt="2020-03-08T12:14:33.789" v="24" actId="2696"/>
        <pc:sldMkLst>
          <pc:docMk/>
          <pc:sldMk cId="665490485" sldId="579"/>
        </pc:sldMkLst>
      </pc:sldChg>
      <pc:sldChg chg="del">
        <pc:chgData name="Long B Nguyen" userId="f59fb8f3-a021-417a-8bc1-65c8d471c621" providerId="ADAL" clId="{20E1AE71-974B-2D41-AC34-69C850DFDC19}" dt="2020-03-08T12:14:33.669" v="17" actId="2696"/>
        <pc:sldMkLst>
          <pc:docMk/>
          <pc:sldMk cId="2801305812" sldId="580"/>
        </pc:sldMkLst>
      </pc:sldChg>
      <pc:sldChg chg="del">
        <pc:chgData name="Long B Nguyen" userId="f59fb8f3-a021-417a-8bc1-65c8d471c621" providerId="ADAL" clId="{20E1AE71-974B-2D41-AC34-69C850DFDC19}" dt="2020-03-08T12:14:33.654" v="16" actId="2696"/>
        <pc:sldMkLst>
          <pc:docMk/>
          <pc:sldMk cId="156416513" sldId="581"/>
        </pc:sldMkLst>
      </pc:sldChg>
      <pc:sldChg chg="del">
        <pc:chgData name="Long B Nguyen" userId="f59fb8f3-a021-417a-8bc1-65c8d471c621" providerId="ADAL" clId="{20E1AE71-974B-2D41-AC34-69C850DFDC19}" dt="2020-03-08T12:14:33.870" v="28" actId="2696"/>
        <pc:sldMkLst>
          <pc:docMk/>
          <pc:sldMk cId="1237537268" sldId="583"/>
        </pc:sldMkLst>
      </pc:sldChg>
      <pc:sldChg chg="del">
        <pc:chgData name="Long B Nguyen" userId="f59fb8f3-a021-417a-8bc1-65c8d471c621" providerId="ADAL" clId="{20E1AE71-974B-2D41-AC34-69C850DFDC19}" dt="2020-03-08T12:14:33.919" v="31" actId="2696"/>
        <pc:sldMkLst>
          <pc:docMk/>
          <pc:sldMk cId="4256317276" sldId="584"/>
        </pc:sldMkLst>
      </pc:sldChg>
      <pc:sldChg chg="del">
        <pc:chgData name="Long B Nguyen" userId="f59fb8f3-a021-417a-8bc1-65c8d471c621" providerId="ADAL" clId="{20E1AE71-974B-2D41-AC34-69C850DFDC19}" dt="2020-03-08T12:14:33.969" v="34" actId="2696"/>
        <pc:sldMkLst>
          <pc:docMk/>
          <pc:sldMk cId="3977893820" sldId="585"/>
        </pc:sldMkLst>
      </pc:sldChg>
      <pc:sldChg chg="del">
        <pc:chgData name="Long B Nguyen" userId="f59fb8f3-a021-417a-8bc1-65c8d471c621" providerId="ADAL" clId="{20E1AE71-974B-2D41-AC34-69C850DFDC19}" dt="2020-03-08T12:14:34.016" v="37" actId="2696"/>
        <pc:sldMkLst>
          <pc:docMk/>
          <pc:sldMk cId="1319289224" sldId="586"/>
        </pc:sldMkLst>
      </pc:sldChg>
      <pc:sldChg chg="del">
        <pc:chgData name="Long B Nguyen" userId="f59fb8f3-a021-417a-8bc1-65c8d471c621" providerId="ADAL" clId="{20E1AE71-974B-2D41-AC34-69C850DFDC19}" dt="2020-03-08T12:14:34.026" v="38" actId="2696"/>
        <pc:sldMkLst>
          <pc:docMk/>
          <pc:sldMk cId="2894020677" sldId="587"/>
        </pc:sldMkLst>
      </pc:sldChg>
      <pc:sldChg chg="del">
        <pc:chgData name="Long B Nguyen" userId="f59fb8f3-a021-417a-8bc1-65c8d471c621" providerId="ADAL" clId="{20E1AE71-974B-2D41-AC34-69C850DFDC19}" dt="2020-03-08T12:14:33.904" v="30" actId="2696"/>
        <pc:sldMkLst>
          <pc:docMk/>
          <pc:sldMk cId="3609960584" sldId="588"/>
        </pc:sldMkLst>
      </pc:sldChg>
      <pc:sldChg chg="del">
        <pc:chgData name="Long B Nguyen" userId="f59fb8f3-a021-417a-8bc1-65c8d471c621" providerId="ADAL" clId="{20E1AE71-974B-2D41-AC34-69C850DFDC19}" dt="2020-03-08T12:14:34.036" v="39" actId="2696"/>
        <pc:sldMkLst>
          <pc:docMk/>
          <pc:sldMk cId="2527578196" sldId="589"/>
        </pc:sldMkLst>
      </pc:sldChg>
      <pc:sldChg chg="del">
        <pc:chgData name="Long B Nguyen" userId="f59fb8f3-a021-417a-8bc1-65c8d471c621" providerId="ADAL" clId="{20E1AE71-974B-2D41-AC34-69C850DFDC19}" dt="2020-03-08T12:14:34.059" v="41" actId="2696"/>
        <pc:sldMkLst>
          <pc:docMk/>
          <pc:sldMk cId="3609937493" sldId="590"/>
        </pc:sldMkLst>
      </pc:sldChg>
      <pc:sldChg chg="del">
        <pc:chgData name="Long B Nguyen" userId="f59fb8f3-a021-417a-8bc1-65c8d471c621" providerId="ADAL" clId="{20E1AE71-974B-2D41-AC34-69C850DFDC19}" dt="2020-03-08T12:14:34.046" v="40" actId="2696"/>
        <pc:sldMkLst>
          <pc:docMk/>
          <pc:sldMk cId="4266553646" sldId="591"/>
        </pc:sldMkLst>
      </pc:sldChg>
      <pc:sldChg chg="modSp add modAnim">
        <pc:chgData name="Long B Nguyen" userId="f59fb8f3-a021-417a-8bc1-65c8d471c621" providerId="ADAL" clId="{20E1AE71-974B-2D41-AC34-69C850DFDC19}" dt="2020-03-08T12:15:55.975" v="72" actId="20577"/>
        <pc:sldMkLst>
          <pc:docMk/>
          <pc:sldMk cId="4205479306" sldId="594"/>
        </pc:sldMkLst>
      </pc:sldChg>
      <pc:sldChg chg="modSp add modAnim">
        <pc:chgData name="Long B Nguyen" userId="f59fb8f3-a021-417a-8bc1-65c8d471c621" providerId="ADAL" clId="{20E1AE71-974B-2D41-AC34-69C850DFDC19}" dt="2020-03-08T12:16:42.405" v="78" actId="5793"/>
        <pc:sldMkLst>
          <pc:docMk/>
          <pc:sldMk cId="1994033935" sldId="595"/>
        </pc:sldMkLst>
      </pc:sldChg>
      <pc:sldChg chg="modSp add modAnim">
        <pc:chgData name="Long B Nguyen" userId="f59fb8f3-a021-417a-8bc1-65c8d471c621" providerId="ADAL" clId="{20E1AE71-974B-2D41-AC34-69C850DFDC19}" dt="2020-03-08T12:17:14.150" v="86" actId="20577"/>
        <pc:sldMkLst>
          <pc:docMk/>
          <pc:sldMk cId="3986464372" sldId="596"/>
        </pc:sldMkLst>
      </pc:sldChg>
      <pc:sldChg chg="modSp add modAnim">
        <pc:chgData name="Long B Nguyen" userId="f59fb8f3-a021-417a-8bc1-65c8d471c621" providerId="ADAL" clId="{20E1AE71-974B-2D41-AC34-69C850DFDC19}" dt="2020-03-08T14:02:24.971" v="621" actId="20577"/>
        <pc:sldMkLst>
          <pc:docMk/>
          <pc:sldMk cId="2566405133" sldId="597"/>
        </pc:sldMkLst>
      </pc:sldChg>
      <pc:sldChg chg="modSp add modAnim">
        <pc:chgData name="Long B Nguyen" userId="f59fb8f3-a021-417a-8bc1-65c8d471c621" providerId="ADAL" clId="{20E1AE71-974B-2D41-AC34-69C850DFDC19}" dt="2020-03-08T12:23:10.036" v="98" actId="20577"/>
        <pc:sldMkLst>
          <pc:docMk/>
          <pc:sldMk cId="1098067599" sldId="598"/>
        </pc:sldMkLst>
      </pc:sldChg>
      <pc:sldChg chg="modSp add modAnim">
        <pc:chgData name="Long B Nguyen" userId="f59fb8f3-a021-417a-8bc1-65c8d471c621" providerId="ADAL" clId="{20E1AE71-974B-2D41-AC34-69C850DFDC19}" dt="2020-03-08T12:28:38.490" v="119" actId="20577"/>
        <pc:sldMkLst>
          <pc:docMk/>
          <pc:sldMk cId="2135983872" sldId="599"/>
        </pc:sldMkLst>
      </pc:sldChg>
      <pc:sldChg chg="modSp add modAnim">
        <pc:chgData name="Long B Nguyen" userId="f59fb8f3-a021-417a-8bc1-65c8d471c621" providerId="ADAL" clId="{20E1AE71-974B-2D41-AC34-69C850DFDC19}" dt="2020-03-08T12:28:52.619" v="125" actId="20577"/>
        <pc:sldMkLst>
          <pc:docMk/>
          <pc:sldMk cId="3082545194" sldId="600"/>
        </pc:sldMkLst>
      </pc:sldChg>
      <pc:sldChg chg="modSp add modAnim">
        <pc:chgData name="Long B Nguyen" userId="f59fb8f3-a021-417a-8bc1-65c8d471c621" providerId="ADAL" clId="{20E1AE71-974B-2D41-AC34-69C850DFDC19}" dt="2020-03-08T13:57:55.124" v="509" actId="20577"/>
        <pc:sldMkLst>
          <pc:docMk/>
          <pc:sldMk cId="3805116294" sldId="601"/>
        </pc:sldMkLst>
      </pc:sldChg>
      <pc:sldChg chg="modSp add">
        <pc:chgData name="Long B Nguyen" userId="f59fb8f3-a021-417a-8bc1-65c8d471c621" providerId="ADAL" clId="{20E1AE71-974B-2D41-AC34-69C850DFDC19}" dt="2020-03-08T12:29:32.575" v="133" actId="5793"/>
        <pc:sldMkLst>
          <pc:docMk/>
          <pc:sldMk cId="2482297390" sldId="602"/>
        </pc:sldMkLst>
      </pc:sldChg>
      <pc:sldChg chg="modSp add modAnim">
        <pc:chgData name="Long B Nguyen" userId="f59fb8f3-a021-417a-8bc1-65c8d471c621" providerId="ADAL" clId="{20E1AE71-974B-2D41-AC34-69C850DFDC19}" dt="2020-03-08T12:30:37.102" v="153" actId="20577"/>
        <pc:sldMkLst>
          <pc:docMk/>
          <pc:sldMk cId="3316801220" sldId="603"/>
        </pc:sldMkLst>
      </pc:sldChg>
      <pc:sldChg chg="modSp add">
        <pc:chgData name="Long B Nguyen" userId="f59fb8f3-a021-417a-8bc1-65c8d471c621" providerId="ADAL" clId="{20E1AE71-974B-2D41-AC34-69C850DFDC19}" dt="2020-03-08T12:31:12.108" v="157" actId="5793"/>
        <pc:sldMkLst>
          <pc:docMk/>
          <pc:sldMk cId="1665439849" sldId="605"/>
        </pc:sldMkLst>
      </pc:sldChg>
      <pc:sldChg chg="modSp add modAnim">
        <pc:chgData name="Long B Nguyen" userId="f59fb8f3-a021-417a-8bc1-65c8d471c621" providerId="ADAL" clId="{20E1AE71-974B-2D41-AC34-69C850DFDC19}" dt="2020-03-08T12:32:02.124" v="164" actId="20577"/>
        <pc:sldMkLst>
          <pc:docMk/>
          <pc:sldMk cId="1196991583" sldId="606"/>
        </pc:sldMkLst>
      </pc:sldChg>
      <pc:sldChg chg="modSp add modAnim">
        <pc:chgData name="Long B Nguyen" userId="f59fb8f3-a021-417a-8bc1-65c8d471c621" providerId="ADAL" clId="{20E1AE71-974B-2D41-AC34-69C850DFDC19}" dt="2020-03-08T12:36:27.687" v="186" actId="113"/>
        <pc:sldMkLst>
          <pc:docMk/>
          <pc:sldMk cId="2747083858" sldId="607"/>
        </pc:sldMkLst>
      </pc:sldChg>
      <pc:sldChg chg="addSp delSp modSp add modAnim">
        <pc:chgData name="Long B Nguyen" userId="f59fb8f3-a021-417a-8bc1-65c8d471c621" providerId="ADAL" clId="{20E1AE71-974B-2D41-AC34-69C850DFDC19}" dt="2020-03-16T17:50:12.029" v="624"/>
        <pc:sldMkLst>
          <pc:docMk/>
          <pc:sldMk cId="2430561500" sldId="609"/>
        </pc:sldMkLst>
      </pc:sldChg>
      <pc:sldChg chg="modSp add modAnim">
        <pc:chgData name="Long B Nguyen" userId="f59fb8f3-a021-417a-8bc1-65c8d471c621" providerId="ADAL" clId="{20E1AE71-974B-2D41-AC34-69C850DFDC19}" dt="2020-03-08T12:38:37.807" v="200" actId="20577"/>
        <pc:sldMkLst>
          <pc:docMk/>
          <pc:sldMk cId="1660288031" sldId="610"/>
        </pc:sldMkLst>
      </pc:sldChg>
      <pc:sldChg chg="del">
        <pc:chgData name="Long B Nguyen" userId="f59fb8f3-a021-417a-8bc1-65c8d471c621" providerId="ADAL" clId="{20E1AE71-974B-2D41-AC34-69C850DFDC19}" dt="2020-03-08T12:14:34.140" v="48" actId="2696"/>
        <pc:sldMkLst>
          <pc:docMk/>
          <pc:sldMk cId="2319263073" sldId="610"/>
        </pc:sldMkLst>
      </pc:sldChg>
      <pc:sldChg chg="modSp add modAnim">
        <pc:chgData name="Long B Nguyen" userId="f59fb8f3-a021-417a-8bc1-65c8d471c621" providerId="ADAL" clId="{20E1AE71-974B-2D41-AC34-69C850DFDC19}" dt="2020-03-08T13:58:18.579" v="510" actId="1076"/>
        <pc:sldMkLst>
          <pc:docMk/>
          <pc:sldMk cId="1203333742" sldId="611"/>
        </pc:sldMkLst>
      </pc:sldChg>
      <pc:sldChg chg="del">
        <pc:chgData name="Long B Nguyen" userId="f59fb8f3-a021-417a-8bc1-65c8d471c621" providerId="ADAL" clId="{20E1AE71-974B-2D41-AC34-69C850DFDC19}" dt="2020-03-08T12:14:33.642" v="15" actId="2696"/>
        <pc:sldMkLst>
          <pc:docMk/>
          <pc:sldMk cId="2164029680" sldId="611"/>
        </pc:sldMkLst>
      </pc:sldChg>
      <pc:sldChg chg="modSp add">
        <pc:chgData name="Long B Nguyen" userId="f59fb8f3-a021-417a-8bc1-65c8d471c621" providerId="ADAL" clId="{20E1AE71-974B-2D41-AC34-69C850DFDC19}" dt="2020-03-08T12:40:17.189" v="226" actId="20577"/>
        <pc:sldMkLst>
          <pc:docMk/>
          <pc:sldMk cId="186989517" sldId="612"/>
        </pc:sldMkLst>
      </pc:sldChg>
      <pc:sldChg chg="del">
        <pc:chgData name="Long B Nguyen" userId="f59fb8f3-a021-417a-8bc1-65c8d471c621" providerId="ADAL" clId="{20E1AE71-974B-2D41-AC34-69C850DFDC19}" dt="2020-03-08T12:14:33.624" v="14" actId="2696"/>
        <pc:sldMkLst>
          <pc:docMk/>
          <pc:sldMk cId="2356037138" sldId="612"/>
        </pc:sldMkLst>
      </pc:sldChg>
      <pc:sldChg chg="del">
        <pc:chgData name="Long B Nguyen" userId="f59fb8f3-a021-417a-8bc1-65c8d471c621" providerId="ADAL" clId="{20E1AE71-974B-2D41-AC34-69C850DFDC19}" dt="2020-03-08T12:14:33.985" v="35" actId="2696"/>
        <pc:sldMkLst>
          <pc:docMk/>
          <pc:sldMk cId="1558241323" sldId="613"/>
        </pc:sldMkLst>
      </pc:sldChg>
      <pc:sldChg chg="del">
        <pc:chgData name="Long B Nguyen" userId="f59fb8f3-a021-417a-8bc1-65c8d471c621" providerId="ADAL" clId="{20E1AE71-974B-2D41-AC34-69C850DFDC19}" dt="2020-03-08T12:14:34.001" v="36" actId="2696"/>
        <pc:sldMkLst>
          <pc:docMk/>
          <pc:sldMk cId="1678415157" sldId="615"/>
        </pc:sldMkLst>
      </pc:sldChg>
      <pc:sldChg chg="del">
        <pc:chgData name="Long B Nguyen" userId="f59fb8f3-a021-417a-8bc1-65c8d471c621" providerId="ADAL" clId="{20E1AE71-974B-2D41-AC34-69C850DFDC19}" dt="2020-03-08T12:14:33.932" v="32" actId="2696"/>
        <pc:sldMkLst>
          <pc:docMk/>
          <pc:sldMk cId="827202224" sldId="616"/>
        </pc:sldMkLst>
      </pc:sldChg>
      <pc:sldChg chg="del">
        <pc:chgData name="Long B Nguyen" userId="f59fb8f3-a021-417a-8bc1-65c8d471c621" providerId="ADAL" clId="{20E1AE71-974B-2D41-AC34-69C850DFDC19}" dt="2020-03-08T12:14:33.953" v="33" actId="2696"/>
        <pc:sldMkLst>
          <pc:docMk/>
          <pc:sldMk cId="971732716" sldId="617"/>
        </pc:sldMkLst>
      </pc:sldChg>
      <pc:sldChg chg="del">
        <pc:chgData name="Long B Nguyen" userId="f59fb8f3-a021-417a-8bc1-65c8d471c621" providerId="ADAL" clId="{20E1AE71-974B-2D41-AC34-69C850DFDC19}" dt="2020-03-08T12:14:34.105" v="45" actId="2696"/>
        <pc:sldMkLst>
          <pc:docMk/>
          <pc:sldMk cId="1047995035" sldId="618"/>
        </pc:sldMkLst>
      </pc:sldChg>
      <pc:sldChg chg="del">
        <pc:chgData name="Long B Nguyen" userId="f59fb8f3-a021-417a-8bc1-65c8d471c621" providerId="ADAL" clId="{20E1AE71-974B-2D41-AC34-69C850DFDC19}" dt="2020-03-08T12:14:34.069" v="42" actId="2696"/>
        <pc:sldMkLst>
          <pc:docMk/>
          <pc:sldMk cId="1016158355" sldId="619"/>
        </pc:sldMkLst>
      </pc:sldChg>
      <pc:sldChg chg="del">
        <pc:chgData name="Long B Nguyen" userId="f59fb8f3-a021-417a-8bc1-65c8d471c621" providerId="ADAL" clId="{20E1AE71-974B-2D41-AC34-69C850DFDC19}" dt="2020-03-08T12:14:34.079" v="43" actId="2696"/>
        <pc:sldMkLst>
          <pc:docMk/>
          <pc:sldMk cId="4204323314" sldId="620"/>
        </pc:sldMkLst>
      </pc:sldChg>
      <pc:sldChg chg="del">
        <pc:chgData name="Long B Nguyen" userId="f59fb8f3-a021-417a-8bc1-65c8d471c621" providerId="ADAL" clId="{20E1AE71-974B-2D41-AC34-69C850DFDC19}" dt="2020-03-08T12:14:34.093" v="44" actId="2696"/>
        <pc:sldMkLst>
          <pc:docMk/>
          <pc:sldMk cId="1162857972" sldId="621"/>
        </pc:sldMkLst>
      </pc:sldChg>
      <pc:sldChg chg="del">
        <pc:chgData name="Long B Nguyen" userId="f59fb8f3-a021-417a-8bc1-65c8d471c621" providerId="ADAL" clId="{20E1AE71-974B-2D41-AC34-69C850DFDC19}" dt="2020-03-08T12:14:34.118" v="46" actId="2696"/>
        <pc:sldMkLst>
          <pc:docMk/>
          <pc:sldMk cId="2765543401" sldId="622"/>
        </pc:sldMkLst>
      </pc:sldChg>
      <pc:sldChg chg="del">
        <pc:chgData name="Long B Nguyen" userId="f59fb8f3-a021-417a-8bc1-65c8d471c621" providerId="ADAL" clId="{20E1AE71-974B-2D41-AC34-69C850DFDC19}" dt="2020-03-08T12:14:34.132" v="47" actId="2696"/>
        <pc:sldMkLst>
          <pc:docMk/>
          <pc:sldMk cId="3553270583" sldId="623"/>
        </pc:sldMkLst>
      </pc:sldChg>
    </pc:docChg>
  </pc:docChgLst>
  <pc:docChgLst>
    <pc:chgData name="Long B Nguyen" userId="f59fb8f3-a021-417a-8bc1-65c8d471c621" providerId="ADAL" clId="{6AC26564-89E3-E046-BFB4-F80582D7E17B}"/>
    <pc:docChg chg="custSel addSld delSld modSld">
      <pc:chgData name="Long B Nguyen" userId="f59fb8f3-a021-417a-8bc1-65c8d471c621" providerId="ADAL" clId="{6AC26564-89E3-E046-BFB4-F80582D7E17B}" dt="2020-01-13T13:46:56.810" v="92" actId="2696"/>
      <pc:docMkLst>
        <pc:docMk/>
      </pc:docMkLst>
      <pc:sldChg chg="modSp">
        <pc:chgData name="Long B Nguyen" userId="f59fb8f3-a021-417a-8bc1-65c8d471c621" providerId="ADAL" clId="{6AC26564-89E3-E046-BFB4-F80582D7E17B}" dt="2020-01-13T13:44:20.464" v="85" actId="20577"/>
        <pc:sldMkLst>
          <pc:docMk/>
          <pc:sldMk cId="4247104139" sldId="256"/>
        </pc:sldMkLst>
      </pc:sldChg>
      <pc:sldChg chg="add del">
        <pc:chgData name="Long B Nguyen" userId="f59fb8f3-a021-417a-8bc1-65c8d471c621" providerId="ADAL" clId="{6AC26564-89E3-E046-BFB4-F80582D7E17B}" dt="2020-01-13T13:46:54.924" v="89" actId="2696"/>
        <pc:sldMkLst>
          <pc:docMk/>
          <pc:sldMk cId="2869331202" sldId="257"/>
        </pc:sldMkLst>
      </pc:sldChg>
      <pc:sldChg chg="add">
        <pc:chgData name="Long B Nguyen" userId="f59fb8f3-a021-417a-8bc1-65c8d471c621" providerId="ADAL" clId="{6AC26564-89E3-E046-BFB4-F80582D7E17B}" dt="2020-01-13T13:43:29.420" v="22"/>
        <pc:sldMkLst>
          <pc:docMk/>
          <pc:sldMk cId="1758448129" sldId="309"/>
        </pc:sldMkLst>
      </pc:sldChg>
      <pc:sldChg chg="modSp add del">
        <pc:chgData name="Long B Nguyen" userId="f59fb8f3-a021-417a-8bc1-65c8d471c621" providerId="ADAL" clId="{6AC26564-89E3-E046-BFB4-F80582D7E17B}" dt="2020-01-13T13:46:55.484" v="90" actId="2696"/>
        <pc:sldMkLst>
          <pc:docMk/>
          <pc:sldMk cId="174202529" sldId="310"/>
        </pc:sldMkLst>
      </pc:sldChg>
      <pc:sldChg chg="add del">
        <pc:chgData name="Long B Nguyen" userId="f59fb8f3-a021-417a-8bc1-65c8d471c621" providerId="ADAL" clId="{6AC26564-89E3-E046-BFB4-F80582D7E17B}" dt="2020-01-13T13:46:56.092" v="91" actId="2696"/>
        <pc:sldMkLst>
          <pc:docMk/>
          <pc:sldMk cId="1098579697" sldId="311"/>
        </pc:sldMkLst>
      </pc:sldChg>
      <pc:sldChg chg="add del">
        <pc:chgData name="Long B Nguyen" userId="f59fb8f3-a021-417a-8bc1-65c8d471c621" providerId="ADAL" clId="{6AC26564-89E3-E046-BFB4-F80582D7E17B}" dt="2020-01-13T13:46:56.810" v="92" actId="2696"/>
        <pc:sldMkLst>
          <pc:docMk/>
          <pc:sldMk cId="585175195" sldId="312"/>
        </pc:sldMkLst>
      </pc:sldChg>
      <pc:sldChg chg="add">
        <pc:chgData name="Long B Nguyen" userId="f59fb8f3-a021-417a-8bc1-65c8d471c621" providerId="ADAL" clId="{6AC26564-89E3-E046-BFB4-F80582D7E17B}" dt="2020-01-13T13:43:29.420" v="22"/>
        <pc:sldMkLst>
          <pc:docMk/>
          <pc:sldMk cId="3947558204" sldId="313"/>
        </pc:sldMkLst>
      </pc:sldChg>
      <pc:sldChg chg="add">
        <pc:chgData name="Long B Nguyen" userId="f59fb8f3-a021-417a-8bc1-65c8d471c621" providerId="ADAL" clId="{6AC26564-89E3-E046-BFB4-F80582D7E17B}" dt="2020-01-13T13:43:29.420" v="22"/>
        <pc:sldMkLst>
          <pc:docMk/>
          <pc:sldMk cId="2054265466" sldId="314"/>
        </pc:sldMkLst>
      </pc:sldChg>
      <pc:sldChg chg="add">
        <pc:chgData name="Long B Nguyen" userId="f59fb8f3-a021-417a-8bc1-65c8d471c621" providerId="ADAL" clId="{6AC26564-89E3-E046-BFB4-F80582D7E17B}" dt="2020-01-13T13:43:29.420" v="22"/>
        <pc:sldMkLst>
          <pc:docMk/>
          <pc:sldMk cId="917461937" sldId="315"/>
        </pc:sldMkLst>
      </pc:sldChg>
      <pc:sldChg chg="del">
        <pc:chgData name="Long B Nguyen" userId="f59fb8f3-a021-417a-8bc1-65c8d471c621" providerId="ADAL" clId="{6AC26564-89E3-E046-BFB4-F80582D7E17B}" dt="2020-01-13T13:43:17.195" v="13" actId="2696"/>
        <pc:sldMkLst>
          <pc:docMk/>
          <pc:sldMk cId="1452600724" sldId="316"/>
        </pc:sldMkLst>
      </pc:sldChg>
      <pc:sldChg chg="add">
        <pc:chgData name="Long B Nguyen" userId="f59fb8f3-a021-417a-8bc1-65c8d471c621" providerId="ADAL" clId="{6AC26564-89E3-E046-BFB4-F80582D7E17B}" dt="2020-01-13T13:43:29.420" v="22"/>
        <pc:sldMkLst>
          <pc:docMk/>
          <pc:sldMk cId="3266234076" sldId="316"/>
        </pc:sldMkLst>
      </pc:sldChg>
      <pc:sldChg chg="add">
        <pc:chgData name="Long B Nguyen" userId="f59fb8f3-a021-417a-8bc1-65c8d471c621" providerId="ADAL" clId="{6AC26564-89E3-E046-BFB4-F80582D7E17B}" dt="2020-01-13T13:43:29.420" v="22"/>
        <pc:sldMkLst>
          <pc:docMk/>
          <pc:sldMk cId="2886319738" sldId="317"/>
        </pc:sldMkLst>
      </pc:sldChg>
      <pc:sldChg chg="del">
        <pc:chgData name="Long B Nguyen" userId="f59fb8f3-a021-417a-8bc1-65c8d471c621" providerId="ADAL" clId="{6AC26564-89E3-E046-BFB4-F80582D7E17B}" dt="2020-01-13T13:43:16.993" v="0" actId="2696"/>
        <pc:sldMkLst>
          <pc:docMk/>
          <pc:sldMk cId="924617162" sldId="319"/>
        </pc:sldMkLst>
      </pc:sldChg>
      <pc:sldChg chg="add">
        <pc:chgData name="Long B Nguyen" userId="f59fb8f3-a021-417a-8bc1-65c8d471c621" providerId="ADAL" clId="{6AC26564-89E3-E046-BFB4-F80582D7E17B}" dt="2020-01-13T13:43:29.420" v="22"/>
        <pc:sldMkLst>
          <pc:docMk/>
          <pc:sldMk cId="3906700287" sldId="319"/>
        </pc:sldMkLst>
      </pc:sldChg>
      <pc:sldChg chg="add">
        <pc:chgData name="Long B Nguyen" userId="f59fb8f3-a021-417a-8bc1-65c8d471c621" providerId="ADAL" clId="{6AC26564-89E3-E046-BFB4-F80582D7E17B}" dt="2020-01-13T13:43:29.420" v="22"/>
        <pc:sldMkLst>
          <pc:docMk/>
          <pc:sldMk cId="1810541734" sldId="320"/>
        </pc:sldMkLst>
      </pc:sldChg>
      <pc:sldChg chg="del">
        <pc:chgData name="Long B Nguyen" userId="f59fb8f3-a021-417a-8bc1-65c8d471c621" providerId="ADAL" clId="{6AC26564-89E3-E046-BFB4-F80582D7E17B}" dt="2020-01-13T13:43:17.009" v="1" actId="2696"/>
        <pc:sldMkLst>
          <pc:docMk/>
          <pc:sldMk cId="3758830494" sldId="320"/>
        </pc:sldMkLst>
      </pc:sldChg>
      <pc:sldChg chg="del">
        <pc:chgData name="Long B Nguyen" userId="f59fb8f3-a021-417a-8bc1-65c8d471c621" providerId="ADAL" clId="{6AC26564-89E3-E046-BFB4-F80582D7E17B}" dt="2020-01-13T13:43:17.029" v="2" actId="2696"/>
        <pc:sldMkLst>
          <pc:docMk/>
          <pc:sldMk cId="1022945305" sldId="321"/>
        </pc:sldMkLst>
      </pc:sldChg>
      <pc:sldChg chg="add">
        <pc:chgData name="Long B Nguyen" userId="f59fb8f3-a021-417a-8bc1-65c8d471c621" providerId="ADAL" clId="{6AC26564-89E3-E046-BFB4-F80582D7E17B}" dt="2020-01-13T13:43:29.420" v="22"/>
        <pc:sldMkLst>
          <pc:docMk/>
          <pc:sldMk cId="1359731776" sldId="321"/>
        </pc:sldMkLst>
      </pc:sldChg>
      <pc:sldChg chg="del">
        <pc:chgData name="Long B Nguyen" userId="f59fb8f3-a021-417a-8bc1-65c8d471c621" providerId="ADAL" clId="{6AC26564-89E3-E046-BFB4-F80582D7E17B}" dt="2020-01-13T13:43:17.080" v="5" actId="2696"/>
        <pc:sldMkLst>
          <pc:docMk/>
          <pc:sldMk cId="3456840474" sldId="322"/>
        </pc:sldMkLst>
      </pc:sldChg>
      <pc:sldChg chg="add">
        <pc:chgData name="Long B Nguyen" userId="f59fb8f3-a021-417a-8bc1-65c8d471c621" providerId="ADAL" clId="{6AC26564-89E3-E046-BFB4-F80582D7E17B}" dt="2020-01-13T13:43:29.420" v="22"/>
        <pc:sldMkLst>
          <pc:docMk/>
          <pc:sldMk cId="3651577480" sldId="322"/>
        </pc:sldMkLst>
      </pc:sldChg>
      <pc:sldChg chg="del">
        <pc:chgData name="Long B Nguyen" userId="f59fb8f3-a021-417a-8bc1-65c8d471c621" providerId="ADAL" clId="{6AC26564-89E3-E046-BFB4-F80582D7E17B}" dt="2020-01-13T13:43:17.097" v="6" actId="2696"/>
        <pc:sldMkLst>
          <pc:docMk/>
          <pc:sldMk cId="1062075874" sldId="323"/>
        </pc:sldMkLst>
      </pc:sldChg>
      <pc:sldChg chg="add">
        <pc:chgData name="Long B Nguyen" userId="f59fb8f3-a021-417a-8bc1-65c8d471c621" providerId="ADAL" clId="{6AC26564-89E3-E046-BFB4-F80582D7E17B}" dt="2020-01-13T13:43:29.420" v="22"/>
        <pc:sldMkLst>
          <pc:docMk/>
          <pc:sldMk cId="1496564367" sldId="323"/>
        </pc:sldMkLst>
      </pc:sldChg>
      <pc:sldChg chg="add">
        <pc:chgData name="Long B Nguyen" userId="f59fb8f3-a021-417a-8bc1-65c8d471c621" providerId="ADAL" clId="{6AC26564-89E3-E046-BFB4-F80582D7E17B}" dt="2020-01-13T13:46:19.952" v="88"/>
        <pc:sldMkLst>
          <pc:docMk/>
          <pc:sldMk cId="771866096" sldId="324"/>
        </pc:sldMkLst>
      </pc:sldChg>
      <pc:sldChg chg="del">
        <pc:chgData name="Long B Nguyen" userId="f59fb8f3-a021-417a-8bc1-65c8d471c621" providerId="ADAL" clId="{6AC26564-89E3-E046-BFB4-F80582D7E17B}" dt="2020-01-13T13:43:17.152" v="9" actId="2696"/>
        <pc:sldMkLst>
          <pc:docMk/>
          <pc:sldMk cId="1310010799" sldId="324"/>
        </pc:sldMkLst>
      </pc:sldChg>
      <pc:sldChg chg="add del">
        <pc:chgData name="Long B Nguyen" userId="f59fb8f3-a021-417a-8bc1-65c8d471c621" providerId="ADAL" clId="{6AC26564-89E3-E046-BFB4-F80582D7E17B}" dt="2020-01-13T13:46:07.690" v="87" actId="2696"/>
        <pc:sldMkLst>
          <pc:docMk/>
          <pc:sldMk cId="3999804732" sldId="324"/>
        </pc:sldMkLst>
      </pc:sldChg>
      <pc:sldChg chg="add">
        <pc:chgData name="Long B Nguyen" userId="f59fb8f3-a021-417a-8bc1-65c8d471c621" providerId="ADAL" clId="{6AC26564-89E3-E046-BFB4-F80582D7E17B}" dt="2020-01-13T13:43:29.420" v="22"/>
        <pc:sldMkLst>
          <pc:docMk/>
          <pc:sldMk cId="1025355635" sldId="325"/>
        </pc:sldMkLst>
      </pc:sldChg>
      <pc:sldChg chg="del">
        <pc:chgData name="Long B Nguyen" userId="f59fb8f3-a021-417a-8bc1-65c8d471c621" providerId="ADAL" clId="{6AC26564-89E3-E046-BFB4-F80582D7E17B}" dt="2020-01-13T13:43:17.177" v="11" actId="2696"/>
        <pc:sldMkLst>
          <pc:docMk/>
          <pc:sldMk cId="3314372952" sldId="325"/>
        </pc:sldMkLst>
      </pc:sldChg>
      <pc:sldChg chg="del">
        <pc:chgData name="Long B Nguyen" userId="f59fb8f3-a021-417a-8bc1-65c8d471c621" providerId="ADAL" clId="{6AC26564-89E3-E046-BFB4-F80582D7E17B}" dt="2020-01-13T13:43:17.116" v="7" actId="2696"/>
        <pc:sldMkLst>
          <pc:docMk/>
          <pc:sldMk cId="1724104636" sldId="327"/>
        </pc:sldMkLst>
      </pc:sldChg>
      <pc:sldChg chg="add">
        <pc:chgData name="Long B Nguyen" userId="f59fb8f3-a021-417a-8bc1-65c8d471c621" providerId="ADAL" clId="{6AC26564-89E3-E046-BFB4-F80582D7E17B}" dt="2020-01-13T13:43:29.420" v="22"/>
        <pc:sldMkLst>
          <pc:docMk/>
          <pc:sldMk cId="4174920299" sldId="327"/>
        </pc:sldMkLst>
      </pc:sldChg>
      <pc:sldChg chg="add">
        <pc:chgData name="Long B Nguyen" userId="f59fb8f3-a021-417a-8bc1-65c8d471c621" providerId="ADAL" clId="{6AC26564-89E3-E046-BFB4-F80582D7E17B}" dt="2020-01-13T13:43:29.420" v="22"/>
        <pc:sldMkLst>
          <pc:docMk/>
          <pc:sldMk cId="2756462650" sldId="328"/>
        </pc:sldMkLst>
      </pc:sldChg>
      <pc:sldChg chg="del">
        <pc:chgData name="Long B Nguyen" userId="f59fb8f3-a021-417a-8bc1-65c8d471c621" providerId="ADAL" clId="{6AC26564-89E3-E046-BFB4-F80582D7E17B}" dt="2020-01-13T13:43:17.045" v="3" actId="2696"/>
        <pc:sldMkLst>
          <pc:docMk/>
          <pc:sldMk cId="3894299887" sldId="328"/>
        </pc:sldMkLst>
      </pc:sldChg>
      <pc:sldChg chg="add">
        <pc:chgData name="Long B Nguyen" userId="f59fb8f3-a021-417a-8bc1-65c8d471c621" providerId="ADAL" clId="{6AC26564-89E3-E046-BFB4-F80582D7E17B}" dt="2020-01-13T13:43:29.420" v="22"/>
        <pc:sldMkLst>
          <pc:docMk/>
          <pc:sldMk cId="3080714931" sldId="329"/>
        </pc:sldMkLst>
      </pc:sldChg>
      <pc:sldChg chg="del">
        <pc:chgData name="Long B Nguyen" userId="f59fb8f3-a021-417a-8bc1-65c8d471c621" providerId="ADAL" clId="{6AC26564-89E3-E046-BFB4-F80582D7E17B}" dt="2020-01-13T13:43:17.064" v="4" actId="2696"/>
        <pc:sldMkLst>
          <pc:docMk/>
          <pc:sldMk cId="4294143140" sldId="329"/>
        </pc:sldMkLst>
      </pc:sldChg>
      <pc:sldChg chg="add">
        <pc:chgData name="Long B Nguyen" userId="f59fb8f3-a021-417a-8bc1-65c8d471c621" providerId="ADAL" clId="{6AC26564-89E3-E046-BFB4-F80582D7E17B}" dt="2020-01-13T13:43:29.420" v="22"/>
        <pc:sldMkLst>
          <pc:docMk/>
          <pc:sldMk cId="532184546" sldId="330"/>
        </pc:sldMkLst>
      </pc:sldChg>
      <pc:sldChg chg="del">
        <pc:chgData name="Long B Nguyen" userId="f59fb8f3-a021-417a-8bc1-65c8d471c621" providerId="ADAL" clId="{6AC26564-89E3-E046-BFB4-F80582D7E17B}" dt="2020-01-13T13:43:17.136" v="8" actId="2696"/>
        <pc:sldMkLst>
          <pc:docMk/>
          <pc:sldMk cId="3594730708" sldId="330"/>
        </pc:sldMkLst>
      </pc:sldChg>
      <pc:sldChg chg="add">
        <pc:chgData name="Long B Nguyen" userId="f59fb8f3-a021-417a-8bc1-65c8d471c621" providerId="ADAL" clId="{6AC26564-89E3-E046-BFB4-F80582D7E17B}" dt="2020-01-13T13:43:29.420" v="22"/>
        <pc:sldMkLst>
          <pc:docMk/>
          <pc:sldMk cId="3264629021" sldId="331"/>
        </pc:sldMkLst>
      </pc:sldChg>
      <pc:sldChg chg="del">
        <pc:chgData name="Long B Nguyen" userId="f59fb8f3-a021-417a-8bc1-65c8d471c621" providerId="ADAL" clId="{6AC26564-89E3-E046-BFB4-F80582D7E17B}" dt="2020-01-13T13:43:17.188" v="12" actId="2696"/>
        <pc:sldMkLst>
          <pc:docMk/>
          <pc:sldMk cId="3870816631" sldId="331"/>
        </pc:sldMkLst>
      </pc:sldChg>
      <pc:sldChg chg="del">
        <pc:chgData name="Long B Nguyen" userId="f59fb8f3-a021-417a-8bc1-65c8d471c621" providerId="ADAL" clId="{6AC26564-89E3-E046-BFB4-F80582D7E17B}" dt="2020-01-13T13:43:17.163" v="10" actId="2696"/>
        <pc:sldMkLst>
          <pc:docMk/>
          <pc:sldMk cId="3124353102" sldId="332"/>
        </pc:sldMkLst>
      </pc:sldChg>
      <pc:sldChg chg="add">
        <pc:chgData name="Long B Nguyen" userId="f59fb8f3-a021-417a-8bc1-65c8d471c621" providerId="ADAL" clId="{6AC26564-89E3-E046-BFB4-F80582D7E17B}" dt="2020-01-13T13:43:29.420" v="22"/>
        <pc:sldMkLst>
          <pc:docMk/>
          <pc:sldMk cId="4022722016" sldId="332"/>
        </pc:sldMkLst>
      </pc:sldChg>
      <pc:sldChg chg="add">
        <pc:chgData name="Long B Nguyen" userId="f59fb8f3-a021-417a-8bc1-65c8d471c621" providerId="ADAL" clId="{6AC26564-89E3-E046-BFB4-F80582D7E17B}" dt="2020-01-13T13:43:29.420" v="22"/>
        <pc:sldMkLst>
          <pc:docMk/>
          <pc:sldMk cId="1710208723" sldId="333"/>
        </pc:sldMkLst>
      </pc:sldChg>
      <pc:sldChg chg="add">
        <pc:chgData name="Long B Nguyen" userId="f59fb8f3-a021-417a-8bc1-65c8d471c621" providerId="ADAL" clId="{6AC26564-89E3-E046-BFB4-F80582D7E17B}" dt="2020-01-13T13:43:29.420" v="22"/>
        <pc:sldMkLst>
          <pc:docMk/>
          <pc:sldMk cId="3404583044" sldId="334"/>
        </pc:sldMkLst>
      </pc:sldChg>
      <pc:sldChg chg="add">
        <pc:chgData name="Long B Nguyen" userId="f59fb8f3-a021-417a-8bc1-65c8d471c621" providerId="ADAL" clId="{6AC26564-89E3-E046-BFB4-F80582D7E17B}" dt="2020-01-13T13:43:29.420" v="22"/>
        <pc:sldMkLst>
          <pc:docMk/>
          <pc:sldMk cId="3866550465" sldId="335"/>
        </pc:sldMkLst>
      </pc:sldChg>
      <pc:sldChg chg="add">
        <pc:chgData name="Long B Nguyen" userId="f59fb8f3-a021-417a-8bc1-65c8d471c621" providerId="ADAL" clId="{6AC26564-89E3-E046-BFB4-F80582D7E17B}" dt="2020-01-13T13:43:29.420" v="22"/>
        <pc:sldMkLst>
          <pc:docMk/>
          <pc:sldMk cId="3749436800" sldId="336"/>
        </pc:sldMkLst>
      </pc:sldChg>
      <pc:sldChg chg="add">
        <pc:chgData name="Long B Nguyen" userId="f59fb8f3-a021-417a-8bc1-65c8d471c621" providerId="ADAL" clId="{6AC26564-89E3-E046-BFB4-F80582D7E17B}" dt="2020-01-13T13:43:29.420" v="22"/>
        <pc:sldMkLst>
          <pc:docMk/>
          <pc:sldMk cId="461704868" sldId="337"/>
        </pc:sldMkLst>
      </pc:sldChg>
      <pc:sldChg chg="add">
        <pc:chgData name="Long B Nguyen" userId="f59fb8f3-a021-417a-8bc1-65c8d471c621" providerId="ADAL" clId="{6AC26564-89E3-E046-BFB4-F80582D7E17B}" dt="2020-01-13T13:43:29.420" v="22"/>
        <pc:sldMkLst>
          <pc:docMk/>
          <pc:sldMk cId="545386500" sldId="338"/>
        </pc:sldMkLst>
      </pc:sldChg>
      <pc:sldChg chg="add">
        <pc:chgData name="Long B Nguyen" userId="f59fb8f3-a021-417a-8bc1-65c8d471c621" providerId="ADAL" clId="{6AC26564-89E3-E046-BFB4-F80582D7E17B}" dt="2020-01-13T13:43:29.420" v="22"/>
        <pc:sldMkLst>
          <pc:docMk/>
          <pc:sldMk cId="1791361008" sldId="339"/>
        </pc:sldMkLst>
      </pc:sldChg>
      <pc:sldChg chg="add">
        <pc:chgData name="Long B Nguyen" userId="f59fb8f3-a021-417a-8bc1-65c8d471c621" providerId="ADAL" clId="{6AC26564-89E3-E046-BFB4-F80582D7E17B}" dt="2020-01-13T13:43:29.420" v="22"/>
        <pc:sldMkLst>
          <pc:docMk/>
          <pc:sldMk cId="678299524" sldId="340"/>
        </pc:sldMkLst>
      </pc:sldChg>
      <pc:sldChg chg="add">
        <pc:chgData name="Long B Nguyen" userId="f59fb8f3-a021-417a-8bc1-65c8d471c621" providerId="ADAL" clId="{6AC26564-89E3-E046-BFB4-F80582D7E17B}" dt="2020-01-13T13:43:29.420" v="22"/>
        <pc:sldMkLst>
          <pc:docMk/>
          <pc:sldMk cId="225127645" sldId="341"/>
        </pc:sldMkLst>
      </pc:sldChg>
      <pc:sldChg chg="add">
        <pc:chgData name="Long B Nguyen" userId="f59fb8f3-a021-417a-8bc1-65c8d471c621" providerId="ADAL" clId="{6AC26564-89E3-E046-BFB4-F80582D7E17B}" dt="2020-01-13T13:43:29.420" v="22"/>
        <pc:sldMkLst>
          <pc:docMk/>
          <pc:sldMk cId="2214326257" sldId="342"/>
        </pc:sldMkLst>
      </pc:sldChg>
      <pc:sldChg chg="add">
        <pc:chgData name="Long B Nguyen" userId="f59fb8f3-a021-417a-8bc1-65c8d471c621" providerId="ADAL" clId="{6AC26564-89E3-E046-BFB4-F80582D7E17B}" dt="2020-01-13T13:43:29.420" v="22"/>
        <pc:sldMkLst>
          <pc:docMk/>
          <pc:sldMk cId="1356056044" sldId="343"/>
        </pc:sldMkLst>
      </pc:sldChg>
      <pc:sldChg chg="add">
        <pc:chgData name="Long B Nguyen" userId="f59fb8f3-a021-417a-8bc1-65c8d471c621" providerId="ADAL" clId="{6AC26564-89E3-E046-BFB4-F80582D7E17B}" dt="2020-01-13T13:43:29.420" v="22"/>
        <pc:sldMkLst>
          <pc:docMk/>
          <pc:sldMk cId="1270247652" sldId="344"/>
        </pc:sldMkLst>
      </pc:sldChg>
      <pc:sldChg chg="add">
        <pc:chgData name="Long B Nguyen" userId="f59fb8f3-a021-417a-8bc1-65c8d471c621" providerId="ADAL" clId="{6AC26564-89E3-E046-BFB4-F80582D7E17B}" dt="2020-01-13T13:43:29.420" v="22"/>
        <pc:sldMkLst>
          <pc:docMk/>
          <pc:sldMk cId="902308803" sldId="345"/>
        </pc:sldMkLst>
      </pc:sldChg>
      <pc:sldChg chg="add">
        <pc:chgData name="Long B Nguyen" userId="f59fb8f3-a021-417a-8bc1-65c8d471c621" providerId="ADAL" clId="{6AC26564-89E3-E046-BFB4-F80582D7E17B}" dt="2020-01-13T13:43:29.420" v="22"/>
        <pc:sldMkLst>
          <pc:docMk/>
          <pc:sldMk cId="2271372051" sldId="346"/>
        </pc:sldMkLst>
      </pc:sldChg>
      <pc:sldChg chg="add">
        <pc:chgData name="Long B Nguyen" userId="f59fb8f3-a021-417a-8bc1-65c8d471c621" providerId="ADAL" clId="{6AC26564-89E3-E046-BFB4-F80582D7E17B}" dt="2020-01-13T13:43:29.420" v="22"/>
        <pc:sldMkLst>
          <pc:docMk/>
          <pc:sldMk cId="198078322" sldId="347"/>
        </pc:sldMkLst>
      </pc:sldChg>
    </pc:docChg>
  </pc:docChgLst>
  <pc:docChgLst>
    <pc:chgData name="Long B Nguyen" userId="f59fb8f3-a021-417a-8bc1-65c8d471c621" providerId="ADAL" clId="{CC9C9D9A-5149-2947-86C0-576F501F60DC}"/>
    <pc:docChg chg="addSld modSld">
      <pc:chgData name="Long B Nguyen" userId="f59fb8f3-a021-417a-8bc1-65c8d471c621" providerId="ADAL" clId="{CC9C9D9A-5149-2947-86C0-576F501F60DC}" dt="2020-01-05T21:59:55.597" v="2392" actId="14100"/>
      <pc:docMkLst>
        <pc:docMk/>
      </pc:docMkLst>
      <pc:sldChg chg="modSp add modAnim">
        <pc:chgData name="Long B Nguyen" userId="f59fb8f3-a021-417a-8bc1-65c8d471c621" providerId="ADAL" clId="{CC9C9D9A-5149-2947-86C0-576F501F60DC}" dt="2020-01-04T15:49:37.373" v="563" actId="20577"/>
        <pc:sldMkLst>
          <pc:docMk/>
          <pc:sldMk cId="924617162" sldId="319"/>
        </pc:sldMkLst>
      </pc:sldChg>
      <pc:sldChg chg="modSp add">
        <pc:chgData name="Long B Nguyen" userId="f59fb8f3-a021-417a-8bc1-65c8d471c621" providerId="ADAL" clId="{CC9C9D9A-5149-2947-86C0-576F501F60DC}" dt="2020-01-04T15:57:55.835" v="789" actId="14100"/>
        <pc:sldMkLst>
          <pc:docMk/>
          <pc:sldMk cId="3758830494" sldId="320"/>
        </pc:sldMkLst>
      </pc:sldChg>
      <pc:sldChg chg="modSp add">
        <pc:chgData name="Long B Nguyen" userId="f59fb8f3-a021-417a-8bc1-65c8d471c621" providerId="ADAL" clId="{CC9C9D9A-5149-2947-86C0-576F501F60DC}" dt="2020-01-05T21:51:37.442" v="2325" actId="20577"/>
        <pc:sldMkLst>
          <pc:docMk/>
          <pc:sldMk cId="1022945305" sldId="321"/>
        </pc:sldMkLst>
      </pc:sldChg>
      <pc:sldChg chg="modSp add">
        <pc:chgData name="Long B Nguyen" userId="f59fb8f3-a021-417a-8bc1-65c8d471c621" providerId="ADAL" clId="{CC9C9D9A-5149-2947-86C0-576F501F60DC}" dt="2020-01-04T17:41:57.489" v="1203" actId="20577"/>
        <pc:sldMkLst>
          <pc:docMk/>
          <pc:sldMk cId="3456840474" sldId="322"/>
        </pc:sldMkLst>
      </pc:sldChg>
      <pc:sldChg chg="modSp add">
        <pc:chgData name="Long B Nguyen" userId="f59fb8f3-a021-417a-8bc1-65c8d471c621" providerId="ADAL" clId="{CC9C9D9A-5149-2947-86C0-576F501F60DC}" dt="2020-01-04T18:38:26.241" v="1214" actId="113"/>
        <pc:sldMkLst>
          <pc:docMk/>
          <pc:sldMk cId="1062075874" sldId="323"/>
        </pc:sldMkLst>
      </pc:sldChg>
      <pc:sldChg chg="modSp add">
        <pc:chgData name="Long B Nguyen" userId="f59fb8f3-a021-417a-8bc1-65c8d471c621" providerId="ADAL" clId="{CC9C9D9A-5149-2947-86C0-576F501F60DC}" dt="2020-01-04T20:58:36.932" v="1972" actId="20577"/>
        <pc:sldMkLst>
          <pc:docMk/>
          <pc:sldMk cId="1310010799" sldId="324"/>
        </pc:sldMkLst>
      </pc:sldChg>
      <pc:sldChg chg="modSp add">
        <pc:chgData name="Long B Nguyen" userId="f59fb8f3-a021-417a-8bc1-65c8d471c621" providerId="ADAL" clId="{CC9C9D9A-5149-2947-86C0-576F501F60DC}" dt="2020-01-05T21:27:04.952" v="2119" actId="20577"/>
        <pc:sldMkLst>
          <pc:docMk/>
          <pc:sldMk cId="3314372952" sldId="325"/>
        </pc:sldMkLst>
      </pc:sldChg>
      <pc:sldChg chg="modSp add">
        <pc:chgData name="Long B Nguyen" userId="f59fb8f3-a021-417a-8bc1-65c8d471c621" providerId="ADAL" clId="{CC9C9D9A-5149-2947-86C0-576F501F60DC}" dt="2020-01-05T21:29:58.563" v="2178" actId="20577"/>
        <pc:sldMkLst>
          <pc:docMk/>
          <pc:sldMk cId="3117943122" sldId="326"/>
        </pc:sldMkLst>
      </pc:sldChg>
      <pc:sldChg chg="modSp add">
        <pc:chgData name="Long B Nguyen" userId="f59fb8f3-a021-417a-8bc1-65c8d471c621" providerId="ADAL" clId="{CC9C9D9A-5149-2947-86C0-576F501F60DC}" dt="2020-01-05T21:59:55.597" v="2392" actId="14100"/>
        <pc:sldMkLst>
          <pc:docMk/>
          <pc:sldMk cId="1025618360" sldId="327"/>
        </pc:sldMkLst>
      </pc:sldChg>
      <pc:sldChg chg="modSp add">
        <pc:chgData name="Long B Nguyen" userId="f59fb8f3-a021-417a-8bc1-65c8d471c621" providerId="ADAL" clId="{CC9C9D9A-5149-2947-86C0-576F501F60DC}" dt="2020-01-05T21:54:47.081" v="2356" actId="2711"/>
        <pc:sldMkLst>
          <pc:docMk/>
          <pc:sldMk cId="3894299887" sldId="328"/>
        </pc:sldMkLst>
      </pc:sldChg>
      <pc:sldChg chg="add">
        <pc:chgData name="Long B Nguyen" userId="f59fb8f3-a021-417a-8bc1-65c8d471c621" providerId="ADAL" clId="{CC9C9D9A-5149-2947-86C0-576F501F60DC}" dt="2020-01-05T21:57:38.736" v="2357"/>
        <pc:sldMkLst>
          <pc:docMk/>
          <pc:sldMk cId="4294143140" sldId="329"/>
        </pc:sldMkLst>
      </pc:sldChg>
    </pc:docChg>
  </pc:docChgLst>
  <pc:docChgLst>
    <pc:chgData name="Long B Nguyen" userId="f59fb8f3-a021-417a-8bc1-65c8d471c621" providerId="ADAL" clId="{93BE87BA-F8CA-5C1F-82FF-B4CAB5F485A1}"/>
    <pc:docChg chg="addSld modSld">
      <pc:chgData name="Long B Nguyen" userId="f59fb8f3-a021-417a-8bc1-65c8d471c621" providerId="ADAL" clId="{93BE87BA-F8CA-5C1F-82FF-B4CAB5F485A1}" dt="2025-12-09T08:30:11.827" v="236" actId="20577"/>
      <pc:docMkLst>
        <pc:docMk/>
      </pc:docMkLst>
      <pc:sldChg chg="modSp new mod">
        <pc:chgData name="Long B Nguyen" userId="f59fb8f3-a021-417a-8bc1-65c8d471c621" providerId="ADAL" clId="{93BE87BA-F8CA-5C1F-82FF-B4CAB5F485A1}" dt="2025-12-09T08:30:11.827" v="236" actId="20577"/>
        <pc:sldMkLst>
          <pc:docMk/>
          <pc:sldMk cId="3565829419" sldId="630"/>
        </pc:sldMkLst>
        <pc:spChg chg="mod">
          <ac:chgData name="Long B Nguyen" userId="f59fb8f3-a021-417a-8bc1-65c8d471c621" providerId="ADAL" clId="{93BE87BA-F8CA-5C1F-82FF-B4CAB5F485A1}" dt="2025-12-09T08:30:11.827" v="236" actId="20577"/>
          <ac:spMkLst>
            <pc:docMk/>
            <pc:sldMk cId="3565829419" sldId="630"/>
            <ac:spMk id="3" creationId="{0606BD56-2FFA-692C-9541-70C23E1CABB0}"/>
          </ac:spMkLst>
        </pc:spChg>
      </pc:sldChg>
    </pc:docChg>
  </pc:docChgLst>
  <pc:docChgLst>
    <pc:chgData name="Long B Nguyen" userId="f59fb8f3-a021-417a-8bc1-65c8d471c621" providerId="ADAL" clId="{D8E0FF47-5D02-BE42-82DB-1C73A03F4240}"/>
    <pc:docChg chg="custSel addSld delSld modSld">
      <pc:chgData name="Long B Nguyen" userId="f59fb8f3-a021-417a-8bc1-65c8d471c621" providerId="ADAL" clId="{D8E0FF47-5D02-BE42-82DB-1C73A03F4240}" dt="2021-06-10T13:08:25.817" v="23" actId="2696"/>
      <pc:docMkLst>
        <pc:docMk/>
      </pc:docMkLst>
      <pc:sldChg chg="modSp mod modAnim">
        <pc:chgData name="Long B Nguyen" userId="f59fb8f3-a021-417a-8bc1-65c8d471c621" providerId="ADAL" clId="{D8E0FF47-5D02-BE42-82DB-1C73A03F4240}" dt="2021-06-10T13:08:01.279" v="20" actId="20577"/>
        <pc:sldMkLst>
          <pc:docMk/>
          <pc:sldMk cId="2431525960" sldId="557"/>
        </pc:sldMkLst>
      </pc:sldChg>
      <pc:sldChg chg="modSp add del modAnim">
        <pc:chgData name="Long B Nguyen" userId="f59fb8f3-a021-417a-8bc1-65c8d471c621" providerId="ADAL" clId="{D8E0FF47-5D02-BE42-82DB-1C73A03F4240}" dt="2021-06-10T13:08:25.817" v="23" actId="2696"/>
        <pc:sldMkLst>
          <pc:docMk/>
          <pc:sldMk cId="2545936015" sldId="626"/>
        </pc:sldMkLst>
      </pc:sldChg>
    </pc:docChg>
  </pc:docChgLst>
  <pc:docChgLst>
    <pc:chgData name="Long B Nguyen" userId="f59fb8f3-a021-417a-8bc1-65c8d471c621" providerId="ADAL" clId="{AA9102B5-DACA-D841-B260-AEEBF90FC60A}"/>
    <pc:docChg chg="custSel addSld delSld modSld">
      <pc:chgData name="Long B Nguyen" userId="f59fb8f3-a021-417a-8bc1-65c8d471c621" providerId="ADAL" clId="{AA9102B5-DACA-D841-B260-AEEBF90FC60A}" dt="2020-01-06T17:07:10.515" v="1519" actId="2711"/>
      <pc:docMkLst>
        <pc:docMk/>
      </pc:docMkLst>
      <pc:sldChg chg="modSp">
        <pc:chgData name="Long B Nguyen" userId="f59fb8f3-a021-417a-8bc1-65c8d471c621" providerId="ADAL" clId="{AA9102B5-DACA-D841-B260-AEEBF90FC60A}" dt="2020-01-05T22:05:23.536" v="23" actId="20577"/>
        <pc:sldMkLst>
          <pc:docMk/>
          <pc:sldMk cId="4247104139" sldId="256"/>
        </pc:sldMkLst>
      </pc:sldChg>
      <pc:sldChg chg="del">
        <pc:chgData name="Long B Nguyen" userId="f59fb8f3-a021-417a-8bc1-65c8d471c621" providerId="ADAL" clId="{AA9102B5-DACA-D841-B260-AEEBF90FC60A}" dt="2020-01-05T22:05:52.483" v="41" actId="2696"/>
        <pc:sldMkLst>
          <pc:docMk/>
          <pc:sldMk cId="1438711869" sldId="284"/>
        </pc:sldMkLst>
      </pc:sldChg>
      <pc:sldChg chg="del">
        <pc:chgData name="Long B Nguyen" userId="f59fb8f3-a021-417a-8bc1-65c8d471c621" providerId="ADAL" clId="{AA9102B5-DACA-D841-B260-AEEBF90FC60A}" dt="2020-01-05T22:05:52.199" v="24" actId="2696"/>
        <pc:sldMkLst>
          <pc:docMk/>
          <pc:sldMk cId="131840209" sldId="286"/>
        </pc:sldMkLst>
      </pc:sldChg>
      <pc:sldChg chg="del">
        <pc:chgData name="Long B Nguyen" userId="f59fb8f3-a021-417a-8bc1-65c8d471c621" providerId="ADAL" clId="{AA9102B5-DACA-D841-B260-AEEBF90FC60A}" dt="2020-01-05T22:05:52.214" v="25" actId="2696"/>
        <pc:sldMkLst>
          <pc:docMk/>
          <pc:sldMk cId="1816941262" sldId="295"/>
        </pc:sldMkLst>
      </pc:sldChg>
      <pc:sldChg chg="del">
        <pc:chgData name="Long B Nguyen" userId="f59fb8f3-a021-417a-8bc1-65c8d471c621" providerId="ADAL" clId="{AA9102B5-DACA-D841-B260-AEEBF90FC60A}" dt="2020-01-05T22:05:52.246" v="27" actId="2696"/>
        <pc:sldMkLst>
          <pc:docMk/>
          <pc:sldMk cId="553003360" sldId="296"/>
        </pc:sldMkLst>
      </pc:sldChg>
      <pc:sldChg chg="del">
        <pc:chgData name="Long B Nguyen" userId="f59fb8f3-a021-417a-8bc1-65c8d471c621" providerId="ADAL" clId="{AA9102B5-DACA-D841-B260-AEEBF90FC60A}" dt="2020-01-05T22:05:52.268" v="28" actId="2696"/>
        <pc:sldMkLst>
          <pc:docMk/>
          <pc:sldMk cId="3006175481" sldId="297"/>
        </pc:sldMkLst>
      </pc:sldChg>
      <pc:sldChg chg="del">
        <pc:chgData name="Long B Nguyen" userId="f59fb8f3-a021-417a-8bc1-65c8d471c621" providerId="ADAL" clId="{AA9102B5-DACA-D841-B260-AEEBF90FC60A}" dt="2020-01-05T22:05:52.287" v="29" actId="2696"/>
        <pc:sldMkLst>
          <pc:docMk/>
          <pc:sldMk cId="3150557076" sldId="298"/>
        </pc:sldMkLst>
      </pc:sldChg>
      <pc:sldChg chg="del">
        <pc:chgData name="Long B Nguyen" userId="f59fb8f3-a021-417a-8bc1-65c8d471c621" providerId="ADAL" clId="{AA9102B5-DACA-D841-B260-AEEBF90FC60A}" dt="2020-01-05T22:05:52.442" v="38" actId="2696"/>
        <pc:sldMkLst>
          <pc:docMk/>
          <pc:sldMk cId="128704095" sldId="302"/>
        </pc:sldMkLst>
      </pc:sldChg>
      <pc:sldChg chg="del">
        <pc:chgData name="Long B Nguyen" userId="f59fb8f3-a021-417a-8bc1-65c8d471c621" providerId="ADAL" clId="{AA9102B5-DACA-D841-B260-AEEBF90FC60A}" dt="2020-01-05T22:05:52.305" v="30" actId="2696"/>
        <pc:sldMkLst>
          <pc:docMk/>
          <pc:sldMk cId="3275945509" sldId="303"/>
        </pc:sldMkLst>
      </pc:sldChg>
      <pc:sldChg chg="del">
        <pc:chgData name="Long B Nguyen" userId="f59fb8f3-a021-417a-8bc1-65c8d471c621" providerId="ADAL" clId="{AA9102B5-DACA-D841-B260-AEEBF90FC60A}" dt="2020-01-05T22:05:52.321" v="31" actId="2696"/>
        <pc:sldMkLst>
          <pc:docMk/>
          <pc:sldMk cId="406772024" sldId="304"/>
        </pc:sldMkLst>
      </pc:sldChg>
      <pc:sldChg chg="del">
        <pc:chgData name="Long B Nguyen" userId="f59fb8f3-a021-417a-8bc1-65c8d471c621" providerId="ADAL" clId="{AA9102B5-DACA-D841-B260-AEEBF90FC60A}" dt="2020-01-05T22:05:52.334" v="32" actId="2696"/>
        <pc:sldMkLst>
          <pc:docMk/>
          <pc:sldMk cId="1703902501" sldId="305"/>
        </pc:sldMkLst>
      </pc:sldChg>
      <pc:sldChg chg="del">
        <pc:chgData name="Long B Nguyen" userId="f59fb8f3-a021-417a-8bc1-65c8d471c621" providerId="ADAL" clId="{AA9102B5-DACA-D841-B260-AEEBF90FC60A}" dt="2020-01-05T22:05:52.461" v="39" actId="2696"/>
        <pc:sldMkLst>
          <pc:docMk/>
          <pc:sldMk cId="3614829039" sldId="306"/>
        </pc:sldMkLst>
      </pc:sldChg>
      <pc:sldChg chg="del">
        <pc:chgData name="Long B Nguyen" userId="f59fb8f3-a021-417a-8bc1-65c8d471c621" providerId="ADAL" clId="{AA9102B5-DACA-D841-B260-AEEBF90FC60A}" dt="2020-01-05T22:05:52.471" v="40" actId="2696"/>
        <pc:sldMkLst>
          <pc:docMk/>
          <pc:sldMk cId="295911327" sldId="307"/>
        </pc:sldMkLst>
      </pc:sldChg>
      <pc:sldChg chg="del">
        <pc:chgData name="Long B Nguyen" userId="f59fb8f3-a021-417a-8bc1-65c8d471c621" providerId="ADAL" clId="{AA9102B5-DACA-D841-B260-AEEBF90FC60A}" dt="2020-01-05T22:05:52.353" v="33" actId="2696"/>
        <pc:sldMkLst>
          <pc:docMk/>
          <pc:sldMk cId="67957925" sldId="308"/>
        </pc:sldMkLst>
      </pc:sldChg>
      <pc:sldChg chg="del">
        <pc:chgData name="Long B Nguyen" userId="f59fb8f3-a021-417a-8bc1-65c8d471c621" providerId="ADAL" clId="{AA9102B5-DACA-D841-B260-AEEBF90FC60A}" dt="2020-01-05T22:05:52.365" v="34" actId="2696"/>
        <pc:sldMkLst>
          <pc:docMk/>
          <pc:sldMk cId="1872435103" sldId="309"/>
        </pc:sldMkLst>
      </pc:sldChg>
      <pc:sldChg chg="del">
        <pc:chgData name="Long B Nguyen" userId="f59fb8f3-a021-417a-8bc1-65c8d471c621" providerId="ADAL" clId="{AA9102B5-DACA-D841-B260-AEEBF90FC60A}" dt="2020-01-05T22:05:52.385" v="35" actId="2696"/>
        <pc:sldMkLst>
          <pc:docMk/>
          <pc:sldMk cId="4088965571" sldId="310"/>
        </pc:sldMkLst>
      </pc:sldChg>
      <pc:sldChg chg="del">
        <pc:chgData name="Long B Nguyen" userId="f59fb8f3-a021-417a-8bc1-65c8d471c621" providerId="ADAL" clId="{AA9102B5-DACA-D841-B260-AEEBF90FC60A}" dt="2020-01-05T22:05:52.404" v="36" actId="2696"/>
        <pc:sldMkLst>
          <pc:docMk/>
          <pc:sldMk cId="2255846137" sldId="311"/>
        </pc:sldMkLst>
      </pc:sldChg>
      <pc:sldChg chg="del">
        <pc:chgData name="Long B Nguyen" userId="f59fb8f3-a021-417a-8bc1-65c8d471c621" providerId="ADAL" clId="{AA9102B5-DACA-D841-B260-AEEBF90FC60A}" dt="2020-01-05T22:05:52.423" v="37" actId="2696"/>
        <pc:sldMkLst>
          <pc:docMk/>
          <pc:sldMk cId="1513627164" sldId="312"/>
        </pc:sldMkLst>
      </pc:sldChg>
      <pc:sldChg chg="del">
        <pc:chgData name="Long B Nguyen" userId="f59fb8f3-a021-417a-8bc1-65c8d471c621" providerId="ADAL" clId="{AA9102B5-DACA-D841-B260-AEEBF90FC60A}" dt="2020-01-05T22:05:52.231" v="26" actId="2696"/>
        <pc:sldMkLst>
          <pc:docMk/>
          <pc:sldMk cId="2097059918" sldId="313"/>
        </pc:sldMkLst>
      </pc:sldChg>
      <pc:sldChg chg="modSp">
        <pc:chgData name="Long B Nguyen" userId="f59fb8f3-a021-417a-8bc1-65c8d471c621" providerId="ADAL" clId="{AA9102B5-DACA-D841-B260-AEEBF90FC60A}" dt="2020-01-06T15:37:30.346" v="948" actId="20577"/>
        <pc:sldMkLst>
          <pc:docMk/>
          <pc:sldMk cId="1452600724" sldId="316"/>
        </pc:sldMkLst>
      </pc:sldChg>
      <pc:sldChg chg="del">
        <pc:chgData name="Long B Nguyen" userId="f59fb8f3-a021-417a-8bc1-65c8d471c621" providerId="ADAL" clId="{AA9102B5-DACA-D841-B260-AEEBF90FC60A}" dt="2020-01-06T15:03:11.354" v="848" actId="2696"/>
        <pc:sldMkLst>
          <pc:docMk/>
          <pc:sldMk cId="1787114790" sldId="317"/>
        </pc:sldMkLst>
      </pc:sldChg>
      <pc:sldChg chg="del">
        <pc:chgData name="Long B Nguyen" userId="f59fb8f3-a021-417a-8bc1-65c8d471c621" providerId="ADAL" clId="{AA9102B5-DACA-D841-B260-AEEBF90FC60A}" dt="2020-01-05T22:06:12.101" v="42" actId="2696"/>
        <pc:sldMkLst>
          <pc:docMk/>
          <pc:sldMk cId="1215229427" sldId="318"/>
        </pc:sldMkLst>
      </pc:sldChg>
      <pc:sldChg chg="modSp">
        <pc:chgData name="Long B Nguyen" userId="f59fb8f3-a021-417a-8bc1-65c8d471c621" providerId="ADAL" clId="{AA9102B5-DACA-D841-B260-AEEBF90FC60A}" dt="2020-01-06T01:48:03.413" v="110" actId="20577"/>
        <pc:sldMkLst>
          <pc:docMk/>
          <pc:sldMk cId="924617162" sldId="319"/>
        </pc:sldMkLst>
      </pc:sldChg>
      <pc:sldChg chg="modSp">
        <pc:chgData name="Long B Nguyen" userId="f59fb8f3-a021-417a-8bc1-65c8d471c621" providerId="ADAL" clId="{AA9102B5-DACA-D841-B260-AEEBF90FC60A}" dt="2020-01-06T01:56:11.549" v="712" actId="1076"/>
        <pc:sldMkLst>
          <pc:docMk/>
          <pc:sldMk cId="1310010799" sldId="324"/>
        </pc:sldMkLst>
      </pc:sldChg>
      <pc:sldChg chg="modSp">
        <pc:chgData name="Long B Nguyen" userId="f59fb8f3-a021-417a-8bc1-65c8d471c621" providerId="ADAL" clId="{AA9102B5-DACA-D841-B260-AEEBF90FC60A}" dt="2020-01-06T15:35:11.658" v="853" actId="20577"/>
        <pc:sldMkLst>
          <pc:docMk/>
          <pc:sldMk cId="3314372952" sldId="325"/>
        </pc:sldMkLst>
      </pc:sldChg>
      <pc:sldChg chg="del">
        <pc:chgData name="Long B Nguyen" userId="f59fb8f3-a021-417a-8bc1-65c8d471c621" providerId="ADAL" clId="{AA9102B5-DACA-D841-B260-AEEBF90FC60A}" dt="2020-01-06T15:03:07.580" v="847" actId="2696"/>
        <pc:sldMkLst>
          <pc:docMk/>
          <pc:sldMk cId="3117943122" sldId="326"/>
        </pc:sldMkLst>
      </pc:sldChg>
      <pc:sldChg chg="del">
        <pc:chgData name="Long B Nguyen" userId="f59fb8f3-a021-417a-8bc1-65c8d471c621" providerId="ADAL" clId="{AA9102B5-DACA-D841-B260-AEEBF90FC60A}" dt="2020-01-06T01:49:27.456" v="111" actId="2696"/>
        <pc:sldMkLst>
          <pc:docMk/>
          <pc:sldMk cId="1025618360" sldId="327"/>
        </pc:sldMkLst>
      </pc:sldChg>
      <pc:sldChg chg="modSp add">
        <pc:chgData name="Long B Nguyen" userId="f59fb8f3-a021-417a-8bc1-65c8d471c621" providerId="ADAL" clId="{AA9102B5-DACA-D841-B260-AEEBF90FC60A}" dt="2020-01-06T15:00:48.763" v="818" actId="113"/>
        <pc:sldMkLst>
          <pc:docMk/>
          <pc:sldMk cId="1724104636" sldId="327"/>
        </pc:sldMkLst>
      </pc:sldChg>
      <pc:sldChg chg="modSp">
        <pc:chgData name="Long B Nguyen" userId="f59fb8f3-a021-417a-8bc1-65c8d471c621" providerId="ADAL" clId="{AA9102B5-DACA-D841-B260-AEEBF90FC60A}" dt="2020-01-06T01:55:34.369" v="708" actId="20577"/>
        <pc:sldMkLst>
          <pc:docMk/>
          <pc:sldMk cId="4294143140" sldId="329"/>
        </pc:sldMkLst>
      </pc:sldChg>
      <pc:sldChg chg="modSp add">
        <pc:chgData name="Long B Nguyen" userId="f59fb8f3-a021-417a-8bc1-65c8d471c621" providerId="ADAL" clId="{AA9102B5-DACA-D841-B260-AEEBF90FC60A}" dt="2020-01-06T15:01:01.638" v="819" actId="2711"/>
        <pc:sldMkLst>
          <pc:docMk/>
          <pc:sldMk cId="3594730708" sldId="330"/>
        </pc:sldMkLst>
      </pc:sldChg>
      <pc:sldChg chg="modSp add">
        <pc:chgData name="Long B Nguyen" userId="f59fb8f3-a021-417a-8bc1-65c8d471c621" providerId="ADAL" clId="{AA9102B5-DACA-D841-B260-AEEBF90FC60A}" dt="2020-01-06T02:00:17.493" v="815" actId="255"/>
        <pc:sldMkLst>
          <pc:docMk/>
          <pc:sldMk cId="3870816631" sldId="331"/>
        </pc:sldMkLst>
      </pc:sldChg>
      <pc:sldChg chg="modSp add">
        <pc:chgData name="Long B Nguyen" userId="f59fb8f3-a021-417a-8bc1-65c8d471c621" providerId="ADAL" clId="{AA9102B5-DACA-D841-B260-AEEBF90FC60A}" dt="2020-01-06T17:07:10.515" v="1519" actId="2711"/>
        <pc:sldMkLst>
          <pc:docMk/>
          <pc:sldMk cId="3124353102" sldId="332"/>
        </pc:sldMkLst>
      </pc:sldChg>
    </pc:docChg>
  </pc:docChgLst>
  <pc:docChgLst>
    <pc:chgData name="Long B Nguyen" userId="f59fb8f3-a021-417a-8bc1-65c8d471c621" providerId="ADAL" clId="{34A2CF11-652E-6345-AC5C-A89FACA07C4E}"/>
    <pc:docChg chg="custSel addSld delSld modSld">
      <pc:chgData name="Long B Nguyen" userId="f59fb8f3-a021-417a-8bc1-65c8d471c621" providerId="ADAL" clId="{34A2CF11-652E-6345-AC5C-A89FACA07C4E}" dt="2020-03-05T10:05:57.927" v="1422" actId="20577"/>
      <pc:docMkLst>
        <pc:docMk/>
      </pc:docMkLst>
      <pc:sldChg chg="del">
        <pc:chgData name="Long B Nguyen" userId="f59fb8f3-a021-417a-8bc1-65c8d471c621" providerId="ADAL" clId="{34A2CF11-652E-6345-AC5C-A89FACA07C4E}" dt="2020-02-25T16:20:06.450" v="1360" actId="2696"/>
        <pc:sldMkLst>
          <pc:docMk/>
          <pc:sldMk cId="623736032" sldId="485"/>
        </pc:sldMkLst>
      </pc:sldChg>
      <pc:sldChg chg="modSp modAnim">
        <pc:chgData name="Long B Nguyen" userId="f59fb8f3-a021-417a-8bc1-65c8d471c621" providerId="ADAL" clId="{34A2CF11-652E-6345-AC5C-A89FACA07C4E}" dt="2020-02-28T13:54:19.243" v="1410" actId="20577"/>
        <pc:sldMkLst>
          <pc:docMk/>
          <pc:sldMk cId="3813527744" sldId="527"/>
        </pc:sldMkLst>
      </pc:sldChg>
      <pc:sldChg chg="modSp">
        <pc:chgData name="Long B Nguyen" userId="f59fb8f3-a021-417a-8bc1-65c8d471c621" providerId="ADAL" clId="{34A2CF11-652E-6345-AC5C-A89FACA07C4E}" dt="2020-02-25T15:08:00.858" v="55" actId="255"/>
        <pc:sldMkLst>
          <pc:docMk/>
          <pc:sldMk cId="1445950413" sldId="528"/>
        </pc:sldMkLst>
      </pc:sldChg>
      <pc:sldChg chg="modSp modAnim">
        <pc:chgData name="Long B Nguyen" userId="f59fb8f3-a021-417a-8bc1-65c8d471c621" providerId="ADAL" clId="{34A2CF11-652E-6345-AC5C-A89FACA07C4E}" dt="2020-02-28T13:56:32.314" v="1412" actId="20577"/>
        <pc:sldMkLst>
          <pc:docMk/>
          <pc:sldMk cId="1720314276" sldId="566"/>
        </pc:sldMkLst>
      </pc:sldChg>
      <pc:sldChg chg="modSp modAnim">
        <pc:chgData name="Long B Nguyen" userId="f59fb8f3-a021-417a-8bc1-65c8d471c621" providerId="ADAL" clId="{34A2CF11-652E-6345-AC5C-A89FACA07C4E}" dt="2020-02-25T15:09:21.882" v="167" actId="20577"/>
        <pc:sldMkLst>
          <pc:docMk/>
          <pc:sldMk cId="198395083" sldId="567"/>
        </pc:sldMkLst>
      </pc:sldChg>
      <pc:sldChg chg="modSp">
        <pc:chgData name="Long B Nguyen" userId="f59fb8f3-a021-417a-8bc1-65c8d471c621" providerId="ADAL" clId="{34A2CF11-652E-6345-AC5C-A89FACA07C4E}" dt="2020-02-25T15:05:17.624" v="22" actId="1076"/>
        <pc:sldMkLst>
          <pc:docMk/>
          <pc:sldMk cId="1070622160" sldId="568"/>
        </pc:sldMkLst>
      </pc:sldChg>
      <pc:sldChg chg="modSp modAnim">
        <pc:chgData name="Long B Nguyen" userId="f59fb8f3-a021-417a-8bc1-65c8d471c621" providerId="ADAL" clId="{34A2CF11-652E-6345-AC5C-A89FACA07C4E}" dt="2020-02-25T15:11:25.959" v="181" actId="20577"/>
        <pc:sldMkLst>
          <pc:docMk/>
          <pc:sldMk cId="4001486838" sldId="570"/>
        </pc:sldMkLst>
      </pc:sldChg>
      <pc:sldChg chg="modSp">
        <pc:chgData name="Long B Nguyen" userId="f59fb8f3-a021-417a-8bc1-65c8d471c621" providerId="ADAL" clId="{34A2CF11-652E-6345-AC5C-A89FACA07C4E}" dt="2020-02-25T15:05:41.826" v="30" actId="5793"/>
        <pc:sldMkLst>
          <pc:docMk/>
          <pc:sldMk cId="2901569448" sldId="571"/>
        </pc:sldMkLst>
      </pc:sldChg>
      <pc:sldChg chg="modSp">
        <pc:chgData name="Long B Nguyen" userId="f59fb8f3-a021-417a-8bc1-65c8d471c621" providerId="ADAL" clId="{34A2CF11-652E-6345-AC5C-A89FACA07C4E}" dt="2020-02-25T15:10:25.707" v="172" actId="14100"/>
        <pc:sldMkLst>
          <pc:docMk/>
          <pc:sldMk cId="2135159274" sldId="573"/>
        </pc:sldMkLst>
      </pc:sldChg>
      <pc:sldChg chg="modSp">
        <pc:chgData name="Long B Nguyen" userId="f59fb8f3-a021-417a-8bc1-65c8d471c621" providerId="ADAL" clId="{34A2CF11-652E-6345-AC5C-A89FACA07C4E}" dt="2020-02-25T15:15:06.511" v="228" actId="1076"/>
        <pc:sldMkLst>
          <pc:docMk/>
          <pc:sldMk cId="3391101355" sldId="575"/>
        </pc:sldMkLst>
      </pc:sldChg>
      <pc:sldChg chg="modSp">
        <pc:chgData name="Long B Nguyen" userId="f59fb8f3-a021-417a-8bc1-65c8d471c621" providerId="ADAL" clId="{34A2CF11-652E-6345-AC5C-A89FACA07C4E}" dt="2020-02-25T15:13:13.689" v="198" actId="5793"/>
        <pc:sldMkLst>
          <pc:docMk/>
          <pc:sldMk cId="3275116272" sldId="576"/>
        </pc:sldMkLst>
      </pc:sldChg>
      <pc:sldChg chg="modSp modAnim">
        <pc:chgData name="Long B Nguyen" userId="f59fb8f3-a021-417a-8bc1-65c8d471c621" providerId="ADAL" clId="{34A2CF11-652E-6345-AC5C-A89FACA07C4E}" dt="2020-02-25T15:06:05.921" v="39" actId="20577"/>
        <pc:sldMkLst>
          <pc:docMk/>
          <pc:sldMk cId="1727266702" sldId="578"/>
        </pc:sldMkLst>
      </pc:sldChg>
      <pc:sldChg chg="modSp">
        <pc:chgData name="Long B Nguyen" userId="f59fb8f3-a021-417a-8bc1-65c8d471c621" providerId="ADAL" clId="{34A2CF11-652E-6345-AC5C-A89FACA07C4E}" dt="2020-02-25T15:10:09.921" v="168" actId="2711"/>
        <pc:sldMkLst>
          <pc:docMk/>
          <pc:sldMk cId="665490485" sldId="579"/>
        </pc:sldMkLst>
      </pc:sldChg>
      <pc:sldChg chg="addSp delSp modSp modAnim">
        <pc:chgData name="Long B Nguyen" userId="f59fb8f3-a021-417a-8bc1-65c8d471c621" providerId="ADAL" clId="{34A2CF11-652E-6345-AC5C-A89FACA07C4E}" dt="2020-02-28T14:46:23.469" v="1418" actId="113"/>
        <pc:sldMkLst>
          <pc:docMk/>
          <pc:sldMk cId="1237537268" sldId="583"/>
        </pc:sldMkLst>
      </pc:sldChg>
      <pc:sldChg chg="modSp">
        <pc:chgData name="Long B Nguyen" userId="f59fb8f3-a021-417a-8bc1-65c8d471c621" providerId="ADAL" clId="{34A2CF11-652E-6345-AC5C-A89FACA07C4E}" dt="2020-02-25T15:15:56.112" v="245" actId="20577"/>
        <pc:sldMkLst>
          <pc:docMk/>
          <pc:sldMk cId="4256317276" sldId="584"/>
        </pc:sldMkLst>
      </pc:sldChg>
      <pc:sldChg chg="modSp modAnim">
        <pc:chgData name="Long B Nguyen" userId="f59fb8f3-a021-417a-8bc1-65c8d471c621" providerId="ADAL" clId="{34A2CF11-652E-6345-AC5C-A89FACA07C4E}" dt="2020-02-25T15:23:21.337" v="341" actId="255"/>
        <pc:sldMkLst>
          <pc:docMk/>
          <pc:sldMk cId="3977893820" sldId="585"/>
        </pc:sldMkLst>
      </pc:sldChg>
      <pc:sldChg chg="modSp modAnim">
        <pc:chgData name="Long B Nguyen" userId="f59fb8f3-a021-417a-8bc1-65c8d471c621" providerId="ADAL" clId="{34A2CF11-652E-6345-AC5C-A89FACA07C4E}" dt="2020-02-25T15:47:51.312" v="428" actId="20577"/>
        <pc:sldMkLst>
          <pc:docMk/>
          <pc:sldMk cId="1319289224" sldId="586"/>
        </pc:sldMkLst>
      </pc:sldChg>
      <pc:sldChg chg="modSp">
        <pc:chgData name="Long B Nguyen" userId="f59fb8f3-a021-417a-8bc1-65c8d471c621" providerId="ADAL" clId="{34A2CF11-652E-6345-AC5C-A89FACA07C4E}" dt="2020-02-28T14:52:08.779" v="1420" actId="113"/>
        <pc:sldMkLst>
          <pc:docMk/>
          <pc:sldMk cId="2894020677" sldId="587"/>
        </pc:sldMkLst>
      </pc:sldChg>
      <pc:sldChg chg="modSp">
        <pc:chgData name="Long B Nguyen" userId="f59fb8f3-a021-417a-8bc1-65c8d471c621" providerId="ADAL" clId="{34A2CF11-652E-6345-AC5C-A89FACA07C4E}" dt="2020-02-25T15:15:28.597" v="236" actId="5793"/>
        <pc:sldMkLst>
          <pc:docMk/>
          <pc:sldMk cId="3609960584" sldId="588"/>
        </pc:sldMkLst>
      </pc:sldChg>
      <pc:sldChg chg="modSp">
        <pc:chgData name="Long B Nguyen" userId="f59fb8f3-a021-417a-8bc1-65c8d471c621" providerId="ADAL" clId="{34A2CF11-652E-6345-AC5C-A89FACA07C4E}" dt="2020-02-25T15:49:00.714" v="453" actId="20577"/>
        <pc:sldMkLst>
          <pc:docMk/>
          <pc:sldMk cId="2527578196" sldId="589"/>
        </pc:sldMkLst>
      </pc:sldChg>
      <pc:sldChg chg="modSp">
        <pc:chgData name="Long B Nguyen" userId="f59fb8f3-a021-417a-8bc1-65c8d471c621" providerId="ADAL" clId="{34A2CF11-652E-6345-AC5C-A89FACA07C4E}" dt="2020-02-25T15:49:55.314" v="492" actId="1076"/>
        <pc:sldMkLst>
          <pc:docMk/>
          <pc:sldMk cId="3609937493" sldId="590"/>
        </pc:sldMkLst>
      </pc:sldChg>
      <pc:sldChg chg="modSp">
        <pc:chgData name="Long B Nguyen" userId="f59fb8f3-a021-417a-8bc1-65c8d471c621" providerId="ADAL" clId="{34A2CF11-652E-6345-AC5C-A89FACA07C4E}" dt="2020-02-25T15:49:31.728" v="486" actId="1036"/>
        <pc:sldMkLst>
          <pc:docMk/>
          <pc:sldMk cId="4266553646" sldId="591"/>
        </pc:sldMkLst>
      </pc:sldChg>
      <pc:sldChg chg="delSp modSp del">
        <pc:chgData name="Long B Nguyen" userId="f59fb8f3-a021-417a-8bc1-65c8d471c621" providerId="ADAL" clId="{34A2CF11-652E-6345-AC5C-A89FACA07C4E}" dt="2020-02-28T14:52:21.453" v="1421" actId="2696"/>
        <pc:sldMkLst>
          <pc:docMk/>
          <pc:sldMk cId="4126212206" sldId="592"/>
        </pc:sldMkLst>
      </pc:sldChg>
      <pc:sldChg chg="del">
        <pc:chgData name="Long B Nguyen" userId="f59fb8f3-a021-417a-8bc1-65c8d471c621" providerId="ADAL" clId="{34A2CF11-652E-6345-AC5C-A89FACA07C4E}" dt="2020-02-25T15:53:20.954" v="511" actId="2696"/>
        <pc:sldMkLst>
          <pc:docMk/>
          <pc:sldMk cId="2279088232" sldId="595"/>
        </pc:sldMkLst>
      </pc:sldChg>
      <pc:sldChg chg="del">
        <pc:chgData name="Long B Nguyen" userId="f59fb8f3-a021-417a-8bc1-65c8d471c621" providerId="ADAL" clId="{34A2CF11-652E-6345-AC5C-A89FACA07C4E}" dt="2020-02-25T15:53:19.581" v="510" actId="2696"/>
        <pc:sldMkLst>
          <pc:docMk/>
          <pc:sldMk cId="1584709501" sldId="596"/>
        </pc:sldMkLst>
      </pc:sldChg>
      <pc:sldChg chg="modSp del modAnim">
        <pc:chgData name="Long B Nguyen" userId="f59fb8f3-a021-417a-8bc1-65c8d471c621" providerId="ADAL" clId="{34A2CF11-652E-6345-AC5C-A89FACA07C4E}" dt="2020-02-25T15:12:52.196" v="190" actId="2696"/>
        <pc:sldMkLst>
          <pc:docMk/>
          <pc:sldMk cId="3065633131" sldId="604"/>
        </pc:sldMkLst>
      </pc:sldChg>
      <pc:sldChg chg="modSp del">
        <pc:chgData name="Long B Nguyen" userId="f59fb8f3-a021-417a-8bc1-65c8d471c621" providerId="ADAL" clId="{34A2CF11-652E-6345-AC5C-A89FACA07C4E}" dt="2020-02-25T15:13:53.707" v="206" actId="2696"/>
        <pc:sldMkLst>
          <pc:docMk/>
          <pc:sldMk cId="2263416976" sldId="605"/>
        </pc:sldMkLst>
      </pc:sldChg>
      <pc:sldChg chg="modSp">
        <pc:chgData name="Long B Nguyen" userId="f59fb8f3-a021-417a-8bc1-65c8d471c621" providerId="ADAL" clId="{34A2CF11-652E-6345-AC5C-A89FACA07C4E}" dt="2020-02-25T16:21:01.033" v="1409"/>
        <pc:sldMkLst>
          <pc:docMk/>
          <pc:sldMk cId="2319263073" sldId="610"/>
        </pc:sldMkLst>
      </pc:sldChg>
      <pc:sldChg chg="modSp add modAnim">
        <pc:chgData name="Long B Nguyen" userId="f59fb8f3-a021-417a-8bc1-65c8d471c621" providerId="ADAL" clId="{34A2CF11-652E-6345-AC5C-A89FACA07C4E}" dt="2020-02-25T15:18:40.361" v="298" actId="20577"/>
        <pc:sldMkLst>
          <pc:docMk/>
          <pc:sldMk cId="1558241323" sldId="613"/>
        </pc:sldMkLst>
      </pc:sldChg>
      <pc:sldChg chg="modSp add del">
        <pc:chgData name="Long B Nguyen" userId="f59fb8f3-a021-417a-8bc1-65c8d471c621" providerId="ADAL" clId="{34A2CF11-652E-6345-AC5C-A89FACA07C4E}" dt="2020-02-25T15:19:10.925" v="318" actId="2696"/>
        <pc:sldMkLst>
          <pc:docMk/>
          <pc:sldMk cId="3595252648" sldId="614"/>
        </pc:sldMkLst>
      </pc:sldChg>
      <pc:sldChg chg="modSp add">
        <pc:chgData name="Long B Nguyen" userId="f59fb8f3-a021-417a-8bc1-65c8d471c621" providerId="ADAL" clId="{34A2CF11-652E-6345-AC5C-A89FACA07C4E}" dt="2020-02-25T15:21:23.981" v="339" actId="20577"/>
        <pc:sldMkLst>
          <pc:docMk/>
          <pc:sldMk cId="1678415157" sldId="615"/>
        </pc:sldMkLst>
      </pc:sldChg>
      <pc:sldChg chg="modSp add modAnim">
        <pc:chgData name="Long B Nguyen" userId="f59fb8f3-a021-417a-8bc1-65c8d471c621" providerId="ADAL" clId="{34A2CF11-652E-6345-AC5C-A89FACA07C4E}" dt="2020-02-25T15:26:12.917" v="395" actId="20577"/>
        <pc:sldMkLst>
          <pc:docMk/>
          <pc:sldMk cId="827202224" sldId="616"/>
        </pc:sldMkLst>
      </pc:sldChg>
      <pc:sldChg chg="modSp add del">
        <pc:chgData name="Long B Nguyen" userId="f59fb8f3-a021-417a-8bc1-65c8d471c621" providerId="ADAL" clId="{34A2CF11-652E-6345-AC5C-A89FACA07C4E}" dt="2020-02-25T15:24:04.912" v="356" actId="2696"/>
        <pc:sldMkLst>
          <pc:docMk/>
          <pc:sldMk cId="2019408601" sldId="616"/>
        </pc:sldMkLst>
      </pc:sldChg>
      <pc:sldChg chg="modSp add">
        <pc:chgData name="Long B Nguyen" userId="f59fb8f3-a021-417a-8bc1-65c8d471c621" providerId="ADAL" clId="{34A2CF11-652E-6345-AC5C-A89FACA07C4E}" dt="2020-02-25T15:28:05.754" v="418" actId="14100"/>
        <pc:sldMkLst>
          <pc:docMk/>
          <pc:sldMk cId="971732716" sldId="617"/>
        </pc:sldMkLst>
      </pc:sldChg>
      <pc:sldChg chg="addSp modSp add">
        <pc:chgData name="Long B Nguyen" userId="f59fb8f3-a021-417a-8bc1-65c8d471c621" providerId="ADAL" clId="{34A2CF11-652E-6345-AC5C-A89FACA07C4E}" dt="2020-02-25T16:13:27.291" v="1080" actId="692"/>
        <pc:sldMkLst>
          <pc:docMk/>
          <pc:sldMk cId="1047995035" sldId="618"/>
        </pc:sldMkLst>
      </pc:sldChg>
      <pc:sldChg chg="modSp add">
        <pc:chgData name="Long B Nguyen" userId="f59fb8f3-a021-417a-8bc1-65c8d471c621" providerId="ADAL" clId="{34A2CF11-652E-6345-AC5C-A89FACA07C4E}" dt="2020-03-05T10:05:57.927" v="1422" actId="20577"/>
        <pc:sldMkLst>
          <pc:docMk/>
          <pc:sldMk cId="1016158355" sldId="619"/>
        </pc:sldMkLst>
      </pc:sldChg>
      <pc:sldChg chg="modSp add">
        <pc:chgData name="Long B Nguyen" userId="f59fb8f3-a021-417a-8bc1-65c8d471c621" providerId="ADAL" clId="{34A2CF11-652E-6345-AC5C-A89FACA07C4E}" dt="2020-02-25T16:00:03.623" v="759" actId="20577"/>
        <pc:sldMkLst>
          <pc:docMk/>
          <pc:sldMk cId="4204323314" sldId="620"/>
        </pc:sldMkLst>
      </pc:sldChg>
      <pc:sldChg chg="modSp add">
        <pc:chgData name="Long B Nguyen" userId="f59fb8f3-a021-417a-8bc1-65c8d471c621" providerId="ADAL" clId="{34A2CF11-652E-6345-AC5C-A89FACA07C4E}" dt="2020-02-25T16:05:30.380" v="1035" actId="20577"/>
        <pc:sldMkLst>
          <pc:docMk/>
          <pc:sldMk cId="1162857972" sldId="621"/>
        </pc:sldMkLst>
      </pc:sldChg>
      <pc:sldChg chg="add del">
        <pc:chgData name="Long B Nguyen" userId="f59fb8f3-a021-417a-8bc1-65c8d471c621" providerId="ADAL" clId="{34A2CF11-652E-6345-AC5C-A89FACA07C4E}" dt="2020-02-25T16:03:03.964" v="864"/>
        <pc:sldMkLst>
          <pc:docMk/>
          <pc:sldMk cId="800137632" sldId="622"/>
        </pc:sldMkLst>
      </pc:sldChg>
      <pc:sldChg chg="add del">
        <pc:chgData name="Long B Nguyen" userId="f59fb8f3-a021-417a-8bc1-65c8d471c621" providerId="ADAL" clId="{34A2CF11-652E-6345-AC5C-A89FACA07C4E}" dt="2020-02-25T16:03:17.168" v="866"/>
        <pc:sldMkLst>
          <pc:docMk/>
          <pc:sldMk cId="2516517495" sldId="622"/>
        </pc:sldMkLst>
      </pc:sldChg>
      <pc:sldChg chg="delSp modSp add">
        <pc:chgData name="Long B Nguyen" userId="f59fb8f3-a021-417a-8bc1-65c8d471c621" providerId="ADAL" clId="{34A2CF11-652E-6345-AC5C-A89FACA07C4E}" dt="2020-02-25T16:19:48.413" v="1359" actId="20577"/>
        <pc:sldMkLst>
          <pc:docMk/>
          <pc:sldMk cId="2765543401" sldId="622"/>
        </pc:sldMkLst>
      </pc:sldChg>
      <pc:sldChg chg="modSp add">
        <pc:chgData name="Long B Nguyen" userId="f59fb8f3-a021-417a-8bc1-65c8d471c621" providerId="ADAL" clId="{34A2CF11-652E-6345-AC5C-A89FACA07C4E}" dt="2020-02-25T16:19:36.680" v="1349" actId="20577"/>
        <pc:sldMkLst>
          <pc:docMk/>
          <pc:sldMk cId="3553270583" sldId="623"/>
        </pc:sldMkLst>
      </pc:sldChg>
    </pc:docChg>
  </pc:docChgLst>
  <pc:docChgLst>
    <pc:chgData name="Long B Nguyen" userId="f59fb8f3-a021-417a-8bc1-65c8d471c621" providerId="ADAL" clId="{4BE6A6D3-80E1-E648-9A65-3053C53C3489}"/>
    <pc:docChg chg="addSld delSld modSld">
      <pc:chgData name="Long B Nguyen" userId="f59fb8f3-a021-417a-8bc1-65c8d471c621" providerId="ADAL" clId="{4BE6A6D3-80E1-E648-9A65-3053C53C3489}" dt="2020-01-13T13:50:20.439" v="74" actId="2696"/>
      <pc:docMkLst>
        <pc:docMk/>
      </pc:docMkLst>
      <pc:sldChg chg="modSp">
        <pc:chgData name="Long B Nguyen" userId="f59fb8f3-a021-417a-8bc1-65c8d471c621" providerId="ADAL" clId="{4BE6A6D3-80E1-E648-9A65-3053C53C3489}" dt="2020-01-13T13:50:08.533" v="40" actId="20577"/>
        <pc:sldMkLst>
          <pc:docMk/>
          <pc:sldMk cId="4247104139" sldId="256"/>
        </pc:sldMkLst>
      </pc:sldChg>
      <pc:sldChg chg="del">
        <pc:chgData name="Long B Nguyen" userId="f59fb8f3-a021-417a-8bc1-65c8d471c621" providerId="ADAL" clId="{4BE6A6D3-80E1-E648-9A65-3053C53C3489}" dt="2020-01-13T13:50:20.439" v="74" actId="2696"/>
        <pc:sldMkLst>
          <pc:docMk/>
          <pc:sldMk cId="1758448129" sldId="309"/>
        </pc:sldMkLst>
      </pc:sldChg>
      <pc:sldChg chg="del">
        <pc:chgData name="Long B Nguyen" userId="f59fb8f3-a021-417a-8bc1-65c8d471c621" providerId="ADAL" clId="{4BE6A6D3-80E1-E648-9A65-3053C53C3489}" dt="2020-01-13T13:50:12.196" v="42" actId="2696"/>
        <pc:sldMkLst>
          <pc:docMk/>
          <pc:sldMk cId="3947558204" sldId="313"/>
        </pc:sldMkLst>
      </pc:sldChg>
      <pc:sldChg chg="del">
        <pc:chgData name="Long B Nguyen" userId="f59fb8f3-a021-417a-8bc1-65c8d471c621" providerId="ADAL" clId="{4BE6A6D3-80E1-E648-9A65-3053C53C3489}" dt="2020-01-13T13:50:19.961" v="43" actId="2696"/>
        <pc:sldMkLst>
          <pc:docMk/>
          <pc:sldMk cId="2054265466" sldId="314"/>
        </pc:sldMkLst>
      </pc:sldChg>
      <pc:sldChg chg="del">
        <pc:chgData name="Long B Nguyen" userId="f59fb8f3-a021-417a-8bc1-65c8d471c621" providerId="ADAL" clId="{4BE6A6D3-80E1-E648-9A65-3053C53C3489}" dt="2020-01-13T13:50:19.999" v="45" actId="2696"/>
        <pc:sldMkLst>
          <pc:docMk/>
          <pc:sldMk cId="917461937" sldId="315"/>
        </pc:sldMkLst>
      </pc:sldChg>
      <pc:sldChg chg="del">
        <pc:chgData name="Long B Nguyen" userId="f59fb8f3-a021-417a-8bc1-65c8d471c621" providerId="ADAL" clId="{4BE6A6D3-80E1-E648-9A65-3053C53C3489}" dt="2020-01-13T13:50:20.011" v="46" actId="2696"/>
        <pc:sldMkLst>
          <pc:docMk/>
          <pc:sldMk cId="3266234076" sldId="316"/>
        </pc:sldMkLst>
      </pc:sldChg>
      <pc:sldChg chg="del">
        <pc:chgData name="Long B Nguyen" userId="f59fb8f3-a021-417a-8bc1-65c8d471c621" providerId="ADAL" clId="{4BE6A6D3-80E1-E648-9A65-3053C53C3489}" dt="2020-01-13T13:50:19.977" v="44" actId="2696"/>
        <pc:sldMkLst>
          <pc:docMk/>
          <pc:sldMk cId="2886319738" sldId="317"/>
        </pc:sldMkLst>
      </pc:sldChg>
      <pc:sldChg chg="del">
        <pc:chgData name="Long B Nguyen" userId="f59fb8f3-a021-417a-8bc1-65c8d471c621" providerId="ADAL" clId="{4BE6A6D3-80E1-E648-9A65-3053C53C3489}" dt="2020-01-13T13:50:20.047" v="48" actId="2696"/>
        <pc:sldMkLst>
          <pc:docMk/>
          <pc:sldMk cId="3906700287" sldId="319"/>
        </pc:sldMkLst>
      </pc:sldChg>
      <pc:sldChg chg="del">
        <pc:chgData name="Long B Nguyen" userId="f59fb8f3-a021-417a-8bc1-65c8d471c621" providerId="ADAL" clId="{4BE6A6D3-80E1-E648-9A65-3053C53C3489}" dt="2020-01-13T13:50:20.082" v="50" actId="2696"/>
        <pc:sldMkLst>
          <pc:docMk/>
          <pc:sldMk cId="1810541734" sldId="320"/>
        </pc:sldMkLst>
      </pc:sldChg>
      <pc:sldChg chg="del">
        <pc:chgData name="Long B Nguyen" userId="f59fb8f3-a021-417a-8bc1-65c8d471c621" providerId="ADAL" clId="{4BE6A6D3-80E1-E648-9A65-3053C53C3489}" dt="2020-01-13T13:50:20.093" v="51" actId="2696"/>
        <pc:sldMkLst>
          <pc:docMk/>
          <pc:sldMk cId="1359731776" sldId="321"/>
        </pc:sldMkLst>
      </pc:sldChg>
      <pc:sldChg chg="del">
        <pc:chgData name="Long B Nguyen" userId="f59fb8f3-a021-417a-8bc1-65c8d471c621" providerId="ADAL" clId="{4BE6A6D3-80E1-E648-9A65-3053C53C3489}" dt="2020-01-13T13:50:20.107" v="52" actId="2696"/>
        <pc:sldMkLst>
          <pc:docMk/>
          <pc:sldMk cId="3651577480" sldId="322"/>
        </pc:sldMkLst>
      </pc:sldChg>
      <pc:sldChg chg="del">
        <pc:chgData name="Long B Nguyen" userId="f59fb8f3-a021-417a-8bc1-65c8d471c621" providerId="ADAL" clId="{4BE6A6D3-80E1-E648-9A65-3053C53C3489}" dt="2020-01-13T13:50:20.069" v="49" actId="2696"/>
        <pc:sldMkLst>
          <pc:docMk/>
          <pc:sldMk cId="1496564367" sldId="323"/>
        </pc:sldMkLst>
      </pc:sldChg>
      <pc:sldChg chg="del">
        <pc:chgData name="Long B Nguyen" userId="f59fb8f3-a021-417a-8bc1-65c8d471c621" providerId="ADAL" clId="{4BE6A6D3-80E1-E648-9A65-3053C53C3489}" dt="2020-01-13T13:50:20.420" v="73" actId="2696"/>
        <pc:sldMkLst>
          <pc:docMk/>
          <pc:sldMk cId="771866096" sldId="324"/>
        </pc:sldMkLst>
      </pc:sldChg>
      <pc:sldChg chg="del">
        <pc:chgData name="Long B Nguyen" userId="f59fb8f3-a021-417a-8bc1-65c8d471c621" providerId="ADAL" clId="{4BE6A6D3-80E1-E648-9A65-3053C53C3489}" dt="2020-01-13T13:50:20.162" v="56" actId="2696"/>
        <pc:sldMkLst>
          <pc:docMk/>
          <pc:sldMk cId="1025355635" sldId="325"/>
        </pc:sldMkLst>
      </pc:sldChg>
      <pc:sldChg chg="del">
        <pc:chgData name="Long B Nguyen" userId="f59fb8f3-a021-417a-8bc1-65c8d471c621" providerId="ADAL" clId="{4BE6A6D3-80E1-E648-9A65-3053C53C3489}" dt="2020-01-13T13:50:20.149" v="55" actId="2696"/>
        <pc:sldMkLst>
          <pc:docMk/>
          <pc:sldMk cId="4174920299" sldId="327"/>
        </pc:sldMkLst>
      </pc:sldChg>
      <pc:sldChg chg="del">
        <pc:chgData name="Long B Nguyen" userId="f59fb8f3-a021-417a-8bc1-65c8d471c621" providerId="ADAL" clId="{4BE6A6D3-80E1-E648-9A65-3053C53C3489}" dt="2020-01-13T13:50:20.176" v="57" actId="2696"/>
        <pc:sldMkLst>
          <pc:docMk/>
          <pc:sldMk cId="2756462650" sldId="328"/>
        </pc:sldMkLst>
      </pc:sldChg>
      <pc:sldChg chg="del">
        <pc:chgData name="Long B Nguyen" userId="f59fb8f3-a021-417a-8bc1-65c8d471c621" providerId="ADAL" clId="{4BE6A6D3-80E1-E648-9A65-3053C53C3489}" dt="2020-01-13T13:50:20.191" v="58" actId="2696"/>
        <pc:sldMkLst>
          <pc:docMk/>
          <pc:sldMk cId="3080714931" sldId="329"/>
        </pc:sldMkLst>
      </pc:sldChg>
      <pc:sldChg chg="del">
        <pc:chgData name="Long B Nguyen" userId="f59fb8f3-a021-417a-8bc1-65c8d471c621" providerId="ADAL" clId="{4BE6A6D3-80E1-E648-9A65-3053C53C3489}" dt="2020-01-13T13:50:20.204" v="59" actId="2696"/>
        <pc:sldMkLst>
          <pc:docMk/>
          <pc:sldMk cId="532184546" sldId="330"/>
        </pc:sldMkLst>
      </pc:sldChg>
      <pc:sldChg chg="del">
        <pc:chgData name="Long B Nguyen" userId="f59fb8f3-a021-417a-8bc1-65c8d471c621" providerId="ADAL" clId="{4BE6A6D3-80E1-E648-9A65-3053C53C3489}" dt="2020-01-13T13:50:20.219" v="60" actId="2696"/>
        <pc:sldMkLst>
          <pc:docMk/>
          <pc:sldMk cId="3264629021" sldId="331"/>
        </pc:sldMkLst>
      </pc:sldChg>
      <pc:sldChg chg="del">
        <pc:chgData name="Long B Nguyen" userId="f59fb8f3-a021-417a-8bc1-65c8d471c621" providerId="ADAL" clId="{4BE6A6D3-80E1-E648-9A65-3053C53C3489}" dt="2020-01-13T13:50:20.261" v="63" actId="2696"/>
        <pc:sldMkLst>
          <pc:docMk/>
          <pc:sldMk cId="4022722016" sldId="332"/>
        </pc:sldMkLst>
      </pc:sldChg>
      <pc:sldChg chg="del">
        <pc:chgData name="Long B Nguyen" userId="f59fb8f3-a021-417a-8bc1-65c8d471c621" providerId="ADAL" clId="{4BE6A6D3-80E1-E648-9A65-3053C53C3489}" dt="2020-01-13T13:50:20.283" v="64" actId="2696"/>
        <pc:sldMkLst>
          <pc:docMk/>
          <pc:sldMk cId="1710208723" sldId="333"/>
        </pc:sldMkLst>
      </pc:sldChg>
      <pc:sldChg chg="del">
        <pc:chgData name="Long B Nguyen" userId="f59fb8f3-a021-417a-8bc1-65c8d471c621" providerId="ADAL" clId="{4BE6A6D3-80E1-E648-9A65-3053C53C3489}" dt="2020-01-13T13:50:20.251" v="62" actId="2696"/>
        <pc:sldMkLst>
          <pc:docMk/>
          <pc:sldMk cId="3404583044" sldId="334"/>
        </pc:sldMkLst>
      </pc:sldChg>
      <pc:sldChg chg="del">
        <pc:chgData name="Long B Nguyen" userId="f59fb8f3-a021-417a-8bc1-65c8d471c621" providerId="ADAL" clId="{4BE6A6D3-80E1-E648-9A65-3053C53C3489}" dt="2020-01-13T13:50:20.304" v="65" actId="2696"/>
        <pc:sldMkLst>
          <pc:docMk/>
          <pc:sldMk cId="3866550465" sldId="335"/>
        </pc:sldMkLst>
      </pc:sldChg>
      <pc:sldChg chg="del">
        <pc:chgData name="Long B Nguyen" userId="f59fb8f3-a021-417a-8bc1-65c8d471c621" providerId="ADAL" clId="{4BE6A6D3-80E1-E648-9A65-3053C53C3489}" dt="2020-01-13T13:50:20.324" v="66" actId="2696"/>
        <pc:sldMkLst>
          <pc:docMk/>
          <pc:sldMk cId="3749436800" sldId="336"/>
        </pc:sldMkLst>
      </pc:sldChg>
      <pc:sldChg chg="del">
        <pc:chgData name="Long B Nguyen" userId="f59fb8f3-a021-417a-8bc1-65c8d471c621" providerId="ADAL" clId="{4BE6A6D3-80E1-E648-9A65-3053C53C3489}" dt="2020-01-13T13:50:20.336" v="67" actId="2696"/>
        <pc:sldMkLst>
          <pc:docMk/>
          <pc:sldMk cId="461704868" sldId="337"/>
        </pc:sldMkLst>
      </pc:sldChg>
      <pc:sldChg chg="del">
        <pc:chgData name="Long B Nguyen" userId="f59fb8f3-a021-417a-8bc1-65c8d471c621" providerId="ADAL" clId="{4BE6A6D3-80E1-E648-9A65-3053C53C3489}" dt="2020-01-13T13:50:20.351" v="68" actId="2696"/>
        <pc:sldMkLst>
          <pc:docMk/>
          <pc:sldMk cId="545386500" sldId="338"/>
        </pc:sldMkLst>
      </pc:sldChg>
      <pc:sldChg chg="del">
        <pc:chgData name="Long B Nguyen" userId="f59fb8f3-a021-417a-8bc1-65c8d471c621" providerId="ADAL" clId="{4BE6A6D3-80E1-E648-9A65-3053C53C3489}" dt="2020-01-13T13:50:20.380" v="70" actId="2696"/>
        <pc:sldMkLst>
          <pc:docMk/>
          <pc:sldMk cId="1791361008" sldId="339"/>
        </pc:sldMkLst>
      </pc:sldChg>
      <pc:sldChg chg="del">
        <pc:chgData name="Long B Nguyen" userId="f59fb8f3-a021-417a-8bc1-65c8d471c621" providerId="ADAL" clId="{4BE6A6D3-80E1-E648-9A65-3053C53C3489}" dt="2020-01-13T13:50:20.367" v="69" actId="2696"/>
        <pc:sldMkLst>
          <pc:docMk/>
          <pc:sldMk cId="678299524" sldId="340"/>
        </pc:sldMkLst>
      </pc:sldChg>
      <pc:sldChg chg="del">
        <pc:chgData name="Long B Nguyen" userId="f59fb8f3-a021-417a-8bc1-65c8d471c621" providerId="ADAL" clId="{4BE6A6D3-80E1-E648-9A65-3053C53C3489}" dt="2020-01-13T13:50:20.393" v="71" actId="2696"/>
        <pc:sldMkLst>
          <pc:docMk/>
          <pc:sldMk cId="225127645" sldId="341"/>
        </pc:sldMkLst>
      </pc:sldChg>
      <pc:sldChg chg="del">
        <pc:chgData name="Long B Nguyen" userId="f59fb8f3-a021-417a-8bc1-65c8d471c621" providerId="ADAL" clId="{4BE6A6D3-80E1-E648-9A65-3053C53C3489}" dt="2020-01-13T13:50:20.133" v="54" actId="2696"/>
        <pc:sldMkLst>
          <pc:docMk/>
          <pc:sldMk cId="2214326257" sldId="342"/>
        </pc:sldMkLst>
      </pc:sldChg>
      <pc:sldChg chg="del">
        <pc:chgData name="Long B Nguyen" userId="f59fb8f3-a021-417a-8bc1-65c8d471c621" providerId="ADAL" clId="{4BE6A6D3-80E1-E648-9A65-3053C53C3489}" dt="2020-01-13T13:50:20.121" v="53" actId="2696"/>
        <pc:sldMkLst>
          <pc:docMk/>
          <pc:sldMk cId="1356056044" sldId="343"/>
        </pc:sldMkLst>
      </pc:sldChg>
      <pc:sldChg chg="del">
        <pc:chgData name="Long B Nguyen" userId="f59fb8f3-a021-417a-8bc1-65c8d471c621" providerId="ADAL" clId="{4BE6A6D3-80E1-E648-9A65-3053C53C3489}" dt="2020-01-13T13:50:20.028" v="47" actId="2696"/>
        <pc:sldMkLst>
          <pc:docMk/>
          <pc:sldMk cId="902308803" sldId="345"/>
        </pc:sldMkLst>
      </pc:sldChg>
      <pc:sldChg chg="del">
        <pc:chgData name="Long B Nguyen" userId="f59fb8f3-a021-417a-8bc1-65c8d471c621" providerId="ADAL" clId="{4BE6A6D3-80E1-E648-9A65-3053C53C3489}" dt="2020-01-13T13:50:20.235" v="61" actId="2696"/>
        <pc:sldMkLst>
          <pc:docMk/>
          <pc:sldMk cId="2271372051" sldId="346"/>
        </pc:sldMkLst>
      </pc:sldChg>
      <pc:sldChg chg="del">
        <pc:chgData name="Long B Nguyen" userId="f59fb8f3-a021-417a-8bc1-65c8d471c621" providerId="ADAL" clId="{4BE6A6D3-80E1-E648-9A65-3053C53C3489}" dt="2020-01-13T13:50:20.403" v="72" actId="2696"/>
        <pc:sldMkLst>
          <pc:docMk/>
          <pc:sldMk cId="198078322" sldId="347"/>
        </pc:sldMkLst>
      </pc:sldChg>
      <pc:sldChg chg="add">
        <pc:chgData name="Long B Nguyen" userId="f59fb8f3-a021-417a-8bc1-65c8d471c621" providerId="ADAL" clId="{4BE6A6D3-80E1-E648-9A65-3053C53C3489}" dt="2020-01-13T13:50:10.483" v="41"/>
        <pc:sldMkLst>
          <pc:docMk/>
          <pc:sldMk cId="2218591065" sldId="348"/>
        </pc:sldMkLst>
      </pc:sldChg>
      <pc:sldChg chg="add">
        <pc:chgData name="Long B Nguyen" userId="f59fb8f3-a021-417a-8bc1-65c8d471c621" providerId="ADAL" clId="{4BE6A6D3-80E1-E648-9A65-3053C53C3489}" dt="2020-01-13T13:50:10.483" v="41"/>
        <pc:sldMkLst>
          <pc:docMk/>
          <pc:sldMk cId="2191981710" sldId="349"/>
        </pc:sldMkLst>
      </pc:sldChg>
    </pc:docChg>
  </pc:docChgLst>
  <pc:docChgLst>
    <pc:chgData name="Long B Nguyen" userId="f59fb8f3-a021-417a-8bc1-65c8d471c621" providerId="ADAL" clId="{A54A5039-9BC6-1548-AC61-7314DB675A9D}"/>
    <pc:docChg chg="undo custSel addSld delSld modSld">
      <pc:chgData name="Long B Nguyen" userId="f59fb8f3-a021-417a-8bc1-65c8d471c621" providerId="ADAL" clId="{A54A5039-9BC6-1548-AC61-7314DB675A9D}" dt="2019-09-25T14:26:33.714" v="2899" actId="20577"/>
      <pc:docMkLst>
        <pc:docMk/>
      </pc:docMkLst>
      <pc:sldChg chg="modSp">
        <pc:chgData name="Long B Nguyen" userId="f59fb8f3-a021-417a-8bc1-65c8d471c621" providerId="ADAL" clId="{A54A5039-9BC6-1548-AC61-7314DB675A9D}" dt="2019-09-25T14:17:33.020" v="2843" actId="20577"/>
        <pc:sldMkLst>
          <pc:docMk/>
          <pc:sldMk cId="4247104139" sldId="256"/>
        </pc:sldMkLst>
      </pc:sldChg>
      <pc:sldChg chg="modSp modAnim">
        <pc:chgData name="Long B Nguyen" userId="f59fb8f3-a021-417a-8bc1-65c8d471c621" providerId="ADAL" clId="{A54A5039-9BC6-1548-AC61-7314DB675A9D}" dt="2019-09-24T11:45:26.007" v="2185" actId="20577"/>
        <pc:sldMkLst>
          <pc:docMk/>
          <pc:sldMk cId="1438711869" sldId="284"/>
        </pc:sldMkLst>
      </pc:sldChg>
      <pc:sldChg chg="modSp">
        <pc:chgData name="Long B Nguyen" userId="f59fb8f3-a021-417a-8bc1-65c8d471c621" providerId="ADAL" clId="{A54A5039-9BC6-1548-AC61-7314DB675A9D}" dt="2019-09-19T14:18:56.959" v="28" actId="20577"/>
        <pc:sldMkLst>
          <pc:docMk/>
          <pc:sldMk cId="131840209" sldId="286"/>
        </pc:sldMkLst>
      </pc:sldChg>
      <pc:sldChg chg="modSp add del modAnim">
        <pc:chgData name="Long B Nguyen" userId="f59fb8f3-a021-417a-8bc1-65c8d471c621" providerId="ADAL" clId="{A54A5039-9BC6-1548-AC61-7314DB675A9D}" dt="2019-09-24T11:43:26.738" v="2146" actId="2696"/>
        <pc:sldMkLst>
          <pc:docMk/>
          <pc:sldMk cId="3439768680" sldId="294"/>
        </pc:sldMkLst>
      </pc:sldChg>
      <pc:sldChg chg="addSp modSp modAnim">
        <pc:chgData name="Long B Nguyen" userId="f59fb8f3-a021-417a-8bc1-65c8d471c621" providerId="ADAL" clId="{A54A5039-9BC6-1548-AC61-7314DB675A9D}" dt="2019-09-23T12:04:10.373" v="1911"/>
        <pc:sldMkLst>
          <pc:docMk/>
          <pc:sldMk cId="1816941262" sldId="295"/>
        </pc:sldMkLst>
      </pc:sldChg>
      <pc:sldChg chg="modSp modAnim">
        <pc:chgData name="Long B Nguyen" userId="f59fb8f3-a021-417a-8bc1-65c8d471c621" providerId="ADAL" clId="{A54A5039-9BC6-1548-AC61-7314DB675A9D}" dt="2019-09-23T11:59:17.508" v="1794"/>
        <pc:sldMkLst>
          <pc:docMk/>
          <pc:sldMk cId="553003360" sldId="296"/>
        </pc:sldMkLst>
      </pc:sldChg>
      <pc:sldChg chg="modSp modAnim">
        <pc:chgData name="Long B Nguyen" userId="f59fb8f3-a021-417a-8bc1-65c8d471c621" providerId="ADAL" clId="{A54A5039-9BC6-1548-AC61-7314DB675A9D}" dt="2019-09-23T11:59:34.632" v="1798"/>
        <pc:sldMkLst>
          <pc:docMk/>
          <pc:sldMk cId="3006175481" sldId="297"/>
        </pc:sldMkLst>
      </pc:sldChg>
      <pc:sldChg chg="modSp modAnim">
        <pc:chgData name="Long B Nguyen" userId="f59fb8f3-a021-417a-8bc1-65c8d471c621" providerId="ADAL" clId="{A54A5039-9BC6-1548-AC61-7314DB675A9D}" dt="2019-09-23T12:06:41.861" v="1992"/>
        <pc:sldMkLst>
          <pc:docMk/>
          <pc:sldMk cId="3150557076" sldId="298"/>
        </pc:sldMkLst>
      </pc:sldChg>
      <pc:sldChg chg="addSp delSp modSp modAnim">
        <pc:chgData name="Long B Nguyen" userId="f59fb8f3-a021-417a-8bc1-65c8d471c621" providerId="ADAL" clId="{A54A5039-9BC6-1548-AC61-7314DB675A9D}" dt="2019-09-23T12:01:44.436" v="1840"/>
        <pc:sldMkLst>
          <pc:docMk/>
          <pc:sldMk cId="128704095" sldId="302"/>
        </pc:sldMkLst>
      </pc:sldChg>
      <pc:sldChg chg="modSp add modAnim">
        <pc:chgData name="Long B Nguyen" userId="f59fb8f3-a021-417a-8bc1-65c8d471c621" providerId="ADAL" clId="{A54A5039-9BC6-1548-AC61-7314DB675A9D}" dt="2019-09-23T12:00:26.516" v="1826" actId="20577"/>
        <pc:sldMkLst>
          <pc:docMk/>
          <pc:sldMk cId="3275945509" sldId="303"/>
        </pc:sldMkLst>
      </pc:sldChg>
      <pc:sldChg chg="modSp add modAnim">
        <pc:chgData name="Long B Nguyen" userId="f59fb8f3-a021-417a-8bc1-65c8d471c621" providerId="ADAL" clId="{A54A5039-9BC6-1548-AC61-7314DB675A9D}" dt="2019-09-23T12:00:38.314" v="1827"/>
        <pc:sldMkLst>
          <pc:docMk/>
          <pc:sldMk cId="406772024" sldId="304"/>
        </pc:sldMkLst>
      </pc:sldChg>
      <pc:sldChg chg="modSp add modAnim">
        <pc:chgData name="Long B Nguyen" userId="f59fb8f3-a021-417a-8bc1-65c8d471c621" providerId="ADAL" clId="{A54A5039-9BC6-1548-AC61-7314DB675A9D}" dt="2019-09-23T13:27:58.707" v="2000" actId="20577"/>
        <pc:sldMkLst>
          <pc:docMk/>
          <pc:sldMk cId="1703902501" sldId="305"/>
        </pc:sldMkLst>
      </pc:sldChg>
      <pc:sldChg chg="modSp add modAnim">
        <pc:chgData name="Long B Nguyen" userId="f59fb8f3-a021-417a-8bc1-65c8d471c621" providerId="ADAL" clId="{A54A5039-9BC6-1548-AC61-7314DB675A9D}" dt="2019-09-23T12:01:58.728" v="1843"/>
        <pc:sldMkLst>
          <pc:docMk/>
          <pc:sldMk cId="3614829039" sldId="306"/>
        </pc:sldMkLst>
      </pc:sldChg>
      <pc:sldChg chg="modSp add modAnim">
        <pc:chgData name="Long B Nguyen" userId="f59fb8f3-a021-417a-8bc1-65c8d471c621" providerId="ADAL" clId="{A54A5039-9BC6-1548-AC61-7314DB675A9D}" dt="2019-09-23T12:02:15.154" v="1846"/>
        <pc:sldMkLst>
          <pc:docMk/>
          <pc:sldMk cId="295911327" sldId="307"/>
        </pc:sldMkLst>
      </pc:sldChg>
      <pc:sldChg chg="modSp add modAnim">
        <pc:chgData name="Long B Nguyen" userId="f59fb8f3-a021-417a-8bc1-65c8d471c621" providerId="ADAL" clId="{A54A5039-9BC6-1548-AC61-7314DB675A9D}" dt="2019-09-23T12:01:05.311" v="1832"/>
        <pc:sldMkLst>
          <pc:docMk/>
          <pc:sldMk cId="67957925" sldId="308"/>
        </pc:sldMkLst>
      </pc:sldChg>
      <pc:sldChg chg="modSp add modAnim">
        <pc:chgData name="Long B Nguyen" userId="f59fb8f3-a021-417a-8bc1-65c8d471c621" providerId="ADAL" clId="{A54A5039-9BC6-1548-AC61-7314DB675A9D}" dt="2019-09-23T12:01:18.117" v="1835"/>
        <pc:sldMkLst>
          <pc:docMk/>
          <pc:sldMk cId="1872435103" sldId="309"/>
        </pc:sldMkLst>
      </pc:sldChg>
      <pc:sldChg chg="modSp add">
        <pc:chgData name="Long B Nguyen" userId="f59fb8f3-a021-417a-8bc1-65c8d471c621" providerId="ADAL" clId="{A54A5039-9BC6-1548-AC61-7314DB675A9D}" dt="2019-09-20T12:40:48.118" v="1409" actId="20577"/>
        <pc:sldMkLst>
          <pc:docMk/>
          <pc:sldMk cId="4088965571" sldId="310"/>
        </pc:sldMkLst>
      </pc:sldChg>
      <pc:sldChg chg="modSp add modAnim">
        <pc:chgData name="Long B Nguyen" userId="f59fb8f3-a021-417a-8bc1-65c8d471c621" providerId="ADAL" clId="{A54A5039-9BC6-1548-AC61-7314DB675A9D}" dt="2019-09-23T12:01:26.997" v="1836"/>
        <pc:sldMkLst>
          <pc:docMk/>
          <pc:sldMk cId="2255846137" sldId="311"/>
        </pc:sldMkLst>
      </pc:sldChg>
      <pc:sldChg chg="modSp add">
        <pc:chgData name="Long B Nguyen" userId="f59fb8f3-a021-417a-8bc1-65c8d471c621" providerId="ADAL" clId="{A54A5039-9BC6-1548-AC61-7314DB675A9D}" dt="2019-09-23T11:49:40.764" v="1759" actId="20577"/>
        <pc:sldMkLst>
          <pc:docMk/>
          <pc:sldMk cId="1513627164" sldId="312"/>
        </pc:sldMkLst>
      </pc:sldChg>
      <pc:sldChg chg="modSp add modAnim">
        <pc:chgData name="Long B Nguyen" userId="f59fb8f3-a021-417a-8bc1-65c8d471c621" providerId="ADAL" clId="{A54A5039-9BC6-1548-AC61-7314DB675A9D}" dt="2019-09-23T11:58:57.499" v="1789"/>
        <pc:sldMkLst>
          <pc:docMk/>
          <pc:sldMk cId="2097059918" sldId="313"/>
        </pc:sldMkLst>
      </pc:sldChg>
      <pc:sldChg chg="modSp add del">
        <pc:chgData name="Long B Nguyen" userId="f59fb8f3-a021-417a-8bc1-65c8d471c621" providerId="ADAL" clId="{A54A5039-9BC6-1548-AC61-7314DB675A9D}" dt="2019-09-24T11:43:27.284" v="2147" actId="2696"/>
        <pc:sldMkLst>
          <pc:docMk/>
          <pc:sldMk cId="3916896519" sldId="314"/>
        </pc:sldMkLst>
      </pc:sldChg>
      <pc:sldChg chg="modSp add del">
        <pc:chgData name="Long B Nguyen" userId="f59fb8f3-a021-417a-8bc1-65c8d471c621" providerId="ADAL" clId="{A54A5039-9BC6-1548-AC61-7314DB675A9D}" dt="2019-09-24T14:05:24.942" v="2839" actId="2696"/>
        <pc:sldMkLst>
          <pc:docMk/>
          <pc:sldMk cId="2798321153" sldId="315"/>
        </pc:sldMkLst>
      </pc:sldChg>
      <pc:sldChg chg="add">
        <pc:chgData name="Long B Nguyen" userId="f59fb8f3-a021-417a-8bc1-65c8d471c621" providerId="ADAL" clId="{A54A5039-9BC6-1548-AC61-7314DB675A9D}" dt="2019-09-24T11:47:01.081" v="2186"/>
        <pc:sldMkLst>
          <pc:docMk/>
          <pc:sldMk cId="1452600724" sldId="316"/>
        </pc:sldMkLst>
      </pc:sldChg>
      <pc:sldChg chg="modSp add">
        <pc:chgData name="Long B Nguyen" userId="f59fb8f3-a021-417a-8bc1-65c8d471c621" providerId="ADAL" clId="{A54A5039-9BC6-1548-AC61-7314DB675A9D}" dt="2019-09-25T14:26:33.714" v="2899" actId="20577"/>
        <pc:sldMkLst>
          <pc:docMk/>
          <pc:sldMk cId="1787114790" sldId="317"/>
        </pc:sldMkLst>
      </pc:sldChg>
      <pc:sldChg chg="modSp add">
        <pc:chgData name="Long B Nguyen" userId="f59fb8f3-a021-417a-8bc1-65c8d471c621" providerId="ADAL" clId="{A54A5039-9BC6-1548-AC61-7314DB675A9D}" dt="2019-09-24T13:44:10.963" v="2838" actId="20577"/>
        <pc:sldMkLst>
          <pc:docMk/>
          <pc:sldMk cId="1215229427" sldId="318"/>
        </pc:sldMkLst>
      </pc:sldChg>
    </pc:docChg>
  </pc:docChgLst>
  <pc:docChgLst>
    <pc:chgData name="Long Nguyen" userId="f59fb8f3-a021-417a-8bc1-65c8d471c621" providerId="ADAL" clId="{41F97D0F-9B80-C04B-A6BA-DF33B437D3D1}"/>
    <pc:docChg chg="undo addSld delSld modSld">
      <pc:chgData name="Long Nguyen" userId="f59fb8f3-a021-417a-8bc1-65c8d471c621" providerId="ADAL" clId="{41F97D0F-9B80-C04B-A6BA-DF33B437D3D1}" dt="2023-01-21T16:35:10.043" v="58" actId="20577"/>
      <pc:docMkLst>
        <pc:docMk/>
      </pc:docMkLst>
      <pc:sldChg chg="add del">
        <pc:chgData name="Long Nguyen" userId="f59fb8f3-a021-417a-8bc1-65c8d471c621" providerId="ADAL" clId="{41F97D0F-9B80-C04B-A6BA-DF33B437D3D1}" dt="2023-01-19T17:40:02.921" v="34" actId="2696"/>
        <pc:sldMkLst>
          <pc:docMk/>
          <pc:sldMk cId="2431525960" sldId="557"/>
        </pc:sldMkLst>
      </pc:sldChg>
      <pc:sldChg chg="modSp mod">
        <pc:chgData name="Long Nguyen" userId="f59fb8f3-a021-417a-8bc1-65c8d471c621" providerId="ADAL" clId="{41F97D0F-9B80-C04B-A6BA-DF33B437D3D1}" dt="2023-01-19T17:38:56.696" v="21" actId="20577"/>
        <pc:sldMkLst>
          <pc:docMk/>
          <pc:sldMk cId="2892160896" sldId="609"/>
        </pc:sldMkLst>
      </pc:sldChg>
      <pc:sldChg chg="modSp mod">
        <pc:chgData name="Long Nguyen" userId="f59fb8f3-a021-417a-8bc1-65c8d471c621" providerId="ADAL" clId="{41F97D0F-9B80-C04B-A6BA-DF33B437D3D1}" dt="2023-01-19T17:39:11.343" v="31" actId="20577"/>
        <pc:sldMkLst>
          <pc:docMk/>
          <pc:sldMk cId="1241156272" sldId="613"/>
        </pc:sldMkLst>
      </pc:sldChg>
      <pc:sldChg chg="modSp add mod">
        <pc:chgData name="Long Nguyen" userId="f59fb8f3-a021-417a-8bc1-65c8d471c621" providerId="ADAL" clId="{41F97D0F-9B80-C04B-A6BA-DF33B437D3D1}" dt="2023-01-21T16:35:10.043" v="58" actId="20577"/>
        <pc:sldMkLst>
          <pc:docMk/>
          <pc:sldMk cId="628729618" sldId="625"/>
        </pc:sldMkLst>
      </pc:sldChg>
      <pc:sldChg chg="del">
        <pc:chgData name="Long Nguyen" userId="f59fb8f3-a021-417a-8bc1-65c8d471c621" providerId="ADAL" clId="{41F97D0F-9B80-C04B-A6BA-DF33B437D3D1}" dt="2023-01-19T17:42:11.280" v="36" actId="2696"/>
        <pc:sldMkLst>
          <pc:docMk/>
          <pc:sldMk cId="2393647287" sldId="625"/>
        </pc:sldMkLst>
      </pc:sldChg>
      <pc:sldChg chg="add">
        <pc:chgData name="Long Nguyen" userId="f59fb8f3-a021-417a-8bc1-65c8d471c621" providerId="ADAL" clId="{41F97D0F-9B80-C04B-A6BA-DF33B437D3D1}" dt="2023-01-19T17:42:24.843" v="37"/>
        <pc:sldMkLst>
          <pc:docMk/>
          <pc:sldMk cId="151427428" sldId="627"/>
        </pc:sldMkLst>
      </pc:sldChg>
      <pc:sldChg chg="add del">
        <pc:chgData name="Long Nguyen" userId="f59fb8f3-a021-417a-8bc1-65c8d471c621" providerId="ADAL" clId="{41F97D0F-9B80-C04B-A6BA-DF33B437D3D1}" dt="2023-01-19T17:42:11.280" v="36" actId="2696"/>
        <pc:sldMkLst>
          <pc:docMk/>
          <pc:sldMk cId="930683078" sldId="627"/>
        </pc:sldMkLst>
      </pc:sldChg>
    </pc:docChg>
  </pc:docChgLst>
  <pc:docChgLst>
    <pc:chgData name="Long B Nguyen" userId="f59fb8f3-a021-417a-8bc1-65c8d471c621" providerId="ADAL" clId="{4147FC6E-99C4-2241-9195-7A95286B3603}"/>
    <pc:docChg chg="undo custSel addSld modSld">
      <pc:chgData name="Long B Nguyen" userId="f59fb8f3-a021-417a-8bc1-65c8d471c621" providerId="ADAL" clId="{4147FC6E-99C4-2241-9195-7A95286B3603}" dt="2022-01-05T14:19:47.965" v="2007" actId="20577"/>
      <pc:docMkLst>
        <pc:docMk/>
      </pc:docMkLst>
      <pc:sldChg chg="modSp mod">
        <pc:chgData name="Long B Nguyen" userId="f59fb8f3-a021-417a-8bc1-65c8d471c621" providerId="ADAL" clId="{4147FC6E-99C4-2241-9195-7A95286B3603}" dt="2022-01-04T17:57:39.329" v="67" actId="20577"/>
        <pc:sldMkLst>
          <pc:docMk/>
          <pc:sldMk cId="3124746191" sldId="588"/>
        </pc:sldMkLst>
      </pc:sldChg>
      <pc:sldChg chg="modSp mod">
        <pc:chgData name="Long B Nguyen" userId="f59fb8f3-a021-417a-8bc1-65c8d471c621" providerId="ADAL" clId="{4147FC6E-99C4-2241-9195-7A95286B3603}" dt="2022-01-04T17:57:44.791" v="83" actId="20577"/>
        <pc:sldMkLst>
          <pc:docMk/>
          <pc:sldMk cId="2267031669" sldId="589"/>
        </pc:sldMkLst>
      </pc:sldChg>
      <pc:sldChg chg="modSp modAnim">
        <pc:chgData name="Long B Nguyen" userId="f59fb8f3-a021-417a-8bc1-65c8d471c621" providerId="ADAL" clId="{4147FC6E-99C4-2241-9195-7A95286B3603}" dt="2022-01-04T18:06:08.114" v="491" actId="20577"/>
        <pc:sldMkLst>
          <pc:docMk/>
          <pc:sldMk cId="3182606397" sldId="600"/>
        </pc:sldMkLst>
      </pc:sldChg>
      <pc:sldChg chg="addSp delSp modSp mod">
        <pc:chgData name="Long B Nguyen" userId="f59fb8f3-a021-417a-8bc1-65c8d471c621" providerId="ADAL" clId="{4147FC6E-99C4-2241-9195-7A95286B3603}" dt="2022-01-04T17:57:32.097" v="49" actId="20577"/>
        <pc:sldMkLst>
          <pc:docMk/>
          <pc:sldMk cId="1311847592" sldId="601"/>
        </pc:sldMkLst>
      </pc:sldChg>
      <pc:sldChg chg="modSp mod">
        <pc:chgData name="Long B Nguyen" userId="f59fb8f3-a021-417a-8bc1-65c8d471c621" providerId="ADAL" clId="{4147FC6E-99C4-2241-9195-7A95286B3603}" dt="2022-01-05T12:33:23.043" v="1864" actId="20577"/>
        <pc:sldMkLst>
          <pc:docMk/>
          <pc:sldMk cId="2892160896" sldId="609"/>
        </pc:sldMkLst>
      </pc:sldChg>
      <pc:sldChg chg="modSp mod">
        <pc:chgData name="Long B Nguyen" userId="f59fb8f3-a021-417a-8bc1-65c8d471c621" providerId="ADAL" clId="{4147FC6E-99C4-2241-9195-7A95286B3603}" dt="2022-01-05T14:18:06.710" v="1875" actId="20577"/>
        <pc:sldMkLst>
          <pc:docMk/>
          <pc:sldMk cId="1241156272" sldId="613"/>
        </pc:sldMkLst>
      </pc:sldChg>
      <pc:sldChg chg="modSp mod">
        <pc:chgData name="Long B Nguyen" userId="f59fb8f3-a021-417a-8bc1-65c8d471c621" providerId="ADAL" clId="{4147FC6E-99C4-2241-9195-7A95286B3603}" dt="2022-01-04T17:39:27.089" v="17" actId="1076"/>
        <pc:sldMkLst>
          <pc:docMk/>
          <pc:sldMk cId="4014748011" sldId="615"/>
        </pc:sldMkLst>
      </pc:sldChg>
      <pc:sldChg chg="addSp delSp modSp mod">
        <pc:chgData name="Long B Nguyen" userId="f59fb8f3-a021-417a-8bc1-65c8d471c621" providerId="ADAL" clId="{4147FC6E-99C4-2241-9195-7A95286B3603}" dt="2022-01-04T17:39:37.558" v="20"/>
        <pc:sldMkLst>
          <pc:docMk/>
          <pc:sldMk cId="445830501" sldId="616"/>
        </pc:sldMkLst>
      </pc:sldChg>
      <pc:sldChg chg="addSp delSp modSp mod">
        <pc:chgData name="Long B Nguyen" userId="f59fb8f3-a021-417a-8bc1-65c8d471c621" providerId="ADAL" clId="{4147FC6E-99C4-2241-9195-7A95286B3603}" dt="2022-01-04T17:39:46.931" v="26"/>
        <pc:sldMkLst>
          <pc:docMk/>
          <pc:sldMk cId="3966117082" sldId="617"/>
        </pc:sldMkLst>
      </pc:sldChg>
      <pc:sldChg chg="modSp mod">
        <pc:chgData name="Long B Nguyen" userId="f59fb8f3-a021-417a-8bc1-65c8d471c621" providerId="ADAL" clId="{4147FC6E-99C4-2241-9195-7A95286B3603}" dt="2022-01-05T14:19:47.965" v="2007" actId="20577"/>
        <pc:sldMkLst>
          <pc:docMk/>
          <pc:sldMk cId="1946329213" sldId="618"/>
        </pc:sldMkLst>
      </pc:sldChg>
      <pc:sldChg chg="modSp mod">
        <pc:chgData name="Long B Nguyen" userId="f59fb8f3-a021-417a-8bc1-65c8d471c621" providerId="ADAL" clId="{4147FC6E-99C4-2241-9195-7A95286B3603}" dt="2022-01-04T18:10:24.422" v="619" actId="20577"/>
        <pc:sldMkLst>
          <pc:docMk/>
          <pc:sldMk cId="2393647287" sldId="625"/>
        </pc:sldMkLst>
      </pc:sldChg>
      <pc:sldChg chg="modSp add mod modAnim">
        <pc:chgData name="Long B Nguyen" userId="f59fb8f3-a021-417a-8bc1-65c8d471c621" providerId="ADAL" clId="{4147FC6E-99C4-2241-9195-7A95286B3603}" dt="2022-01-04T18:24:48.991" v="1460" actId="20577"/>
        <pc:sldMkLst>
          <pc:docMk/>
          <pc:sldMk cId="1656957266" sldId="626"/>
        </pc:sldMkLst>
      </pc:sldChg>
    </pc:docChg>
  </pc:docChgLst>
  <pc:docChgLst>
    <pc:chgData name="Long B Nguyen" userId="f59fb8f3-a021-417a-8bc1-65c8d471c621" providerId="ADAL" clId="{0E2AE9A0-AA60-BB4A-B160-C870111F23F3}"/>
    <pc:docChg chg="undo custSel addSld delSld modSld">
      <pc:chgData name="Long B Nguyen" userId="f59fb8f3-a021-417a-8bc1-65c8d471c621" providerId="ADAL" clId="{0E2AE9A0-AA60-BB4A-B160-C870111F23F3}" dt="2021-05-21T12:24:06.436" v="7279" actId="20577"/>
      <pc:docMkLst>
        <pc:docMk/>
      </pc:docMkLst>
      <pc:sldChg chg="modSp mod">
        <pc:chgData name="Long B Nguyen" userId="f59fb8f3-a021-417a-8bc1-65c8d471c621" providerId="ADAL" clId="{0E2AE9A0-AA60-BB4A-B160-C870111F23F3}" dt="2021-05-04T16:19:17.537" v="15" actId="20577"/>
        <pc:sldMkLst>
          <pc:docMk/>
          <pc:sldMk cId="4247104139" sldId="256"/>
        </pc:sldMkLst>
      </pc:sldChg>
      <pc:sldChg chg="addSp delSp modSp add mod delAnim">
        <pc:chgData name="Long B Nguyen" userId="f59fb8f3-a021-417a-8bc1-65c8d471c621" providerId="ADAL" clId="{0E2AE9A0-AA60-BB4A-B160-C870111F23F3}" dt="2021-05-07T13:50:56.834" v="6615" actId="1038"/>
        <pc:sldMkLst>
          <pc:docMk/>
          <pc:sldMk cId="1088193638" sldId="302"/>
        </pc:sldMkLst>
      </pc:sldChg>
      <pc:sldChg chg="addSp delSp modSp add del mod delAnim modAnim">
        <pc:chgData name="Long B Nguyen" userId="f59fb8f3-a021-417a-8bc1-65c8d471c621" providerId="ADAL" clId="{0E2AE9A0-AA60-BB4A-B160-C870111F23F3}" dt="2021-05-04T20:42:24.107" v="1126" actId="2696"/>
        <pc:sldMkLst>
          <pc:docMk/>
          <pc:sldMk cId="3391067489" sldId="317"/>
        </pc:sldMkLst>
      </pc:sldChg>
      <pc:sldChg chg="add del">
        <pc:chgData name="Long B Nguyen" userId="f59fb8f3-a021-417a-8bc1-65c8d471c621" providerId="ADAL" clId="{0E2AE9A0-AA60-BB4A-B160-C870111F23F3}" dt="2021-05-04T22:27:25.910" v="1174" actId="2696"/>
        <pc:sldMkLst>
          <pc:docMk/>
          <pc:sldMk cId="661658842" sldId="372"/>
        </pc:sldMkLst>
      </pc:sldChg>
      <pc:sldChg chg="add del">
        <pc:chgData name="Long B Nguyen" userId="f59fb8f3-a021-417a-8bc1-65c8d471c621" providerId="ADAL" clId="{0E2AE9A0-AA60-BB4A-B160-C870111F23F3}" dt="2021-05-04T22:27:25.910" v="1174" actId="2696"/>
        <pc:sldMkLst>
          <pc:docMk/>
          <pc:sldMk cId="4175075890" sldId="374"/>
        </pc:sldMkLst>
      </pc:sldChg>
      <pc:sldChg chg="add del">
        <pc:chgData name="Long B Nguyen" userId="f59fb8f3-a021-417a-8bc1-65c8d471c621" providerId="ADAL" clId="{0E2AE9A0-AA60-BB4A-B160-C870111F23F3}" dt="2021-05-04T22:27:25.910" v="1174" actId="2696"/>
        <pc:sldMkLst>
          <pc:docMk/>
          <pc:sldMk cId="2154343632" sldId="375"/>
        </pc:sldMkLst>
      </pc:sldChg>
      <pc:sldChg chg="add del">
        <pc:chgData name="Long B Nguyen" userId="f59fb8f3-a021-417a-8bc1-65c8d471c621" providerId="ADAL" clId="{0E2AE9A0-AA60-BB4A-B160-C870111F23F3}" dt="2021-05-04T22:27:25.910" v="1174" actId="2696"/>
        <pc:sldMkLst>
          <pc:docMk/>
          <pc:sldMk cId="3197895650" sldId="376"/>
        </pc:sldMkLst>
      </pc:sldChg>
      <pc:sldChg chg="add del">
        <pc:chgData name="Long B Nguyen" userId="f59fb8f3-a021-417a-8bc1-65c8d471c621" providerId="ADAL" clId="{0E2AE9A0-AA60-BB4A-B160-C870111F23F3}" dt="2021-05-04T22:27:25.910" v="1174" actId="2696"/>
        <pc:sldMkLst>
          <pc:docMk/>
          <pc:sldMk cId="2087436691" sldId="377"/>
        </pc:sldMkLst>
      </pc:sldChg>
      <pc:sldChg chg="add del">
        <pc:chgData name="Long B Nguyen" userId="f59fb8f3-a021-417a-8bc1-65c8d471c621" providerId="ADAL" clId="{0E2AE9A0-AA60-BB4A-B160-C870111F23F3}" dt="2021-05-04T22:27:25.910" v="1174" actId="2696"/>
        <pc:sldMkLst>
          <pc:docMk/>
          <pc:sldMk cId="2728668299" sldId="379"/>
        </pc:sldMkLst>
      </pc:sldChg>
      <pc:sldChg chg="del">
        <pc:chgData name="Long B Nguyen" userId="f59fb8f3-a021-417a-8bc1-65c8d471c621" providerId="ADAL" clId="{0E2AE9A0-AA60-BB4A-B160-C870111F23F3}" dt="2021-05-04T16:19:25.283" v="16" actId="2696"/>
        <pc:sldMkLst>
          <pc:docMk/>
          <pc:sldMk cId="3533528898" sldId="485"/>
        </pc:sldMkLst>
      </pc:sldChg>
      <pc:sldChg chg="del">
        <pc:chgData name="Long B Nguyen" userId="f59fb8f3-a021-417a-8bc1-65c8d471c621" providerId="ADAL" clId="{0E2AE9A0-AA60-BB4A-B160-C870111F23F3}" dt="2021-05-04T16:19:25.283" v="16" actId="2696"/>
        <pc:sldMkLst>
          <pc:docMk/>
          <pc:sldMk cId="3162068906" sldId="527"/>
        </pc:sldMkLst>
      </pc:sldChg>
      <pc:sldChg chg="del">
        <pc:chgData name="Long B Nguyen" userId="f59fb8f3-a021-417a-8bc1-65c8d471c621" providerId="ADAL" clId="{0E2AE9A0-AA60-BB4A-B160-C870111F23F3}" dt="2021-05-04T16:19:25.283" v="16" actId="2696"/>
        <pc:sldMkLst>
          <pc:docMk/>
          <pc:sldMk cId="3102825031" sldId="528"/>
        </pc:sldMkLst>
      </pc:sldChg>
      <pc:sldChg chg="del">
        <pc:chgData name="Long B Nguyen" userId="f59fb8f3-a021-417a-8bc1-65c8d471c621" providerId="ADAL" clId="{0E2AE9A0-AA60-BB4A-B160-C870111F23F3}" dt="2021-05-04T16:19:25.283" v="16" actId="2696"/>
        <pc:sldMkLst>
          <pc:docMk/>
          <pc:sldMk cId="4057016805" sldId="529"/>
        </pc:sldMkLst>
      </pc:sldChg>
      <pc:sldChg chg="add del">
        <pc:chgData name="Long B Nguyen" userId="f59fb8f3-a021-417a-8bc1-65c8d471c621" providerId="ADAL" clId="{0E2AE9A0-AA60-BB4A-B160-C870111F23F3}" dt="2021-05-04T16:22:28.929" v="59" actId="2696"/>
        <pc:sldMkLst>
          <pc:docMk/>
          <pc:sldMk cId="1650994070" sldId="540"/>
        </pc:sldMkLst>
      </pc:sldChg>
      <pc:sldChg chg="addSp modSp add mod modAnim">
        <pc:chgData name="Long B Nguyen" userId="f59fb8f3-a021-417a-8bc1-65c8d471c621" providerId="ADAL" clId="{0E2AE9A0-AA60-BB4A-B160-C870111F23F3}" dt="2021-05-06T04:39:59.717" v="5760"/>
        <pc:sldMkLst>
          <pc:docMk/>
          <pc:sldMk cId="1844406166" sldId="540"/>
        </pc:sldMkLst>
      </pc:sldChg>
      <pc:sldChg chg="add del">
        <pc:chgData name="Long B Nguyen" userId="f59fb8f3-a021-417a-8bc1-65c8d471c621" providerId="ADAL" clId="{0E2AE9A0-AA60-BB4A-B160-C870111F23F3}" dt="2021-05-04T16:46:58.729" v="1122" actId="2696"/>
        <pc:sldMkLst>
          <pc:docMk/>
          <pc:sldMk cId="1534853267" sldId="541"/>
        </pc:sldMkLst>
      </pc:sldChg>
      <pc:sldChg chg="add del">
        <pc:chgData name="Long B Nguyen" userId="f59fb8f3-a021-417a-8bc1-65c8d471c621" providerId="ADAL" clId="{0E2AE9A0-AA60-BB4A-B160-C870111F23F3}" dt="2021-05-04T22:27:25.910" v="1174" actId="2696"/>
        <pc:sldMkLst>
          <pc:docMk/>
          <pc:sldMk cId="3737473332" sldId="542"/>
        </pc:sldMkLst>
      </pc:sldChg>
      <pc:sldChg chg="add del">
        <pc:chgData name="Long B Nguyen" userId="f59fb8f3-a021-417a-8bc1-65c8d471c621" providerId="ADAL" clId="{0E2AE9A0-AA60-BB4A-B160-C870111F23F3}" dt="2021-05-04T22:27:25.910" v="1174" actId="2696"/>
        <pc:sldMkLst>
          <pc:docMk/>
          <pc:sldMk cId="906339742" sldId="543"/>
        </pc:sldMkLst>
      </pc:sldChg>
      <pc:sldChg chg="add del">
        <pc:chgData name="Long B Nguyen" userId="f59fb8f3-a021-417a-8bc1-65c8d471c621" providerId="ADAL" clId="{0E2AE9A0-AA60-BB4A-B160-C870111F23F3}" dt="2021-05-04T22:27:25.910" v="1174" actId="2696"/>
        <pc:sldMkLst>
          <pc:docMk/>
          <pc:sldMk cId="3145498210" sldId="549"/>
        </pc:sldMkLst>
      </pc:sldChg>
      <pc:sldChg chg="add del">
        <pc:chgData name="Long B Nguyen" userId="f59fb8f3-a021-417a-8bc1-65c8d471c621" providerId="ADAL" clId="{0E2AE9A0-AA60-BB4A-B160-C870111F23F3}" dt="2021-05-04T16:43:16.606" v="865" actId="2696"/>
        <pc:sldMkLst>
          <pc:docMk/>
          <pc:sldMk cId="3284391586" sldId="550"/>
        </pc:sldMkLst>
      </pc:sldChg>
      <pc:sldChg chg="addSp modSp add mod modAnim">
        <pc:chgData name="Long B Nguyen" userId="f59fb8f3-a021-417a-8bc1-65c8d471c621" providerId="ADAL" clId="{0E2AE9A0-AA60-BB4A-B160-C870111F23F3}" dt="2021-05-07T12:04:44.914" v="6588" actId="20577"/>
        <pc:sldMkLst>
          <pc:docMk/>
          <pc:sldMk cId="1466770109" sldId="551"/>
        </pc:sldMkLst>
      </pc:sldChg>
      <pc:sldChg chg="addSp modSp add del mod modAnim">
        <pc:chgData name="Long B Nguyen" userId="f59fb8f3-a021-417a-8bc1-65c8d471c621" providerId="ADAL" clId="{0E2AE9A0-AA60-BB4A-B160-C870111F23F3}" dt="2021-05-07T11:56:35.417" v="6391" actId="2696"/>
        <pc:sldMkLst>
          <pc:docMk/>
          <pc:sldMk cId="2853411292" sldId="552"/>
        </pc:sldMkLst>
      </pc:sldChg>
      <pc:sldChg chg="add">
        <pc:chgData name="Long B Nguyen" userId="f59fb8f3-a021-417a-8bc1-65c8d471c621" providerId="ADAL" clId="{0E2AE9A0-AA60-BB4A-B160-C870111F23F3}" dt="2021-05-07T11:56:39.185" v="6392"/>
        <pc:sldMkLst>
          <pc:docMk/>
          <pc:sldMk cId="3614929084" sldId="552"/>
        </pc:sldMkLst>
      </pc:sldChg>
      <pc:sldChg chg="addSp modSp add mod modAnim">
        <pc:chgData name="Long B Nguyen" userId="f59fb8f3-a021-417a-8bc1-65c8d471c621" providerId="ADAL" clId="{0E2AE9A0-AA60-BB4A-B160-C870111F23F3}" dt="2021-05-07T12:01:25.594" v="6545"/>
        <pc:sldMkLst>
          <pc:docMk/>
          <pc:sldMk cId="3802582321" sldId="553"/>
        </pc:sldMkLst>
      </pc:sldChg>
      <pc:sldChg chg="add">
        <pc:chgData name="Long B Nguyen" userId="f59fb8f3-a021-417a-8bc1-65c8d471c621" providerId="ADAL" clId="{0E2AE9A0-AA60-BB4A-B160-C870111F23F3}" dt="2021-05-07T13:34:46.957" v="6596"/>
        <pc:sldMkLst>
          <pc:docMk/>
          <pc:sldMk cId="394221605" sldId="554"/>
        </pc:sldMkLst>
      </pc:sldChg>
      <pc:sldChg chg="addSp delSp modSp add del mod modAnim">
        <pc:chgData name="Long B Nguyen" userId="f59fb8f3-a021-417a-8bc1-65c8d471c621" providerId="ADAL" clId="{0E2AE9A0-AA60-BB4A-B160-C870111F23F3}" dt="2021-05-07T13:34:31.161" v="6589" actId="2696"/>
        <pc:sldMkLst>
          <pc:docMk/>
          <pc:sldMk cId="2716603920" sldId="554"/>
        </pc:sldMkLst>
      </pc:sldChg>
      <pc:sldChg chg="new del">
        <pc:chgData name="Long B Nguyen" userId="f59fb8f3-a021-417a-8bc1-65c8d471c621" providerId="ADAL" clId="{0E2AE9A0-AA60-BB4A-B160-C870111F23F3}" dt="2021-05-05T22:24:48.929" v="5448" actId="2696"/>
        <pc:sldMkLst>
          <pc:docMk/>
          <pc:sldMk cId="1079926079" sldId="555"/>
        </pc:sldMkLst>
      </pc:sldChg>
      <pc:sldChg chg="addSp modSp add del mod modAnim">
        <pc:chgData name="Long B Nguyen" userId="f59fb8f3-a021-417a-8bc1-65c8d471c621" providerId="ADAL" clId="{0E2AE9A0-AA60-BB4A-B160-C870111F23F3}" dt="2021-05-07T13:34:31.259" v="6593" actId="2696"/>
        <pc:sldMkLst>
          <pc:docMk/>
          <pc:sldMk cId="63885118" sldId="556"/>
        </pc:sldMkLst>
      </pc:sldChg>
      <pc:sldChg chg="del">
        <pc:chgData name="Long B Nguyen" userId="f59fb8f3-a021-417a-8bc1-65c8d471c621" providerId="ADAL" clId="{0E2AE9A0-AA60-BB4A-B160-C870111F23F3}" dt="2021-05-04T16:19:25.283" v="16" actId="2696"/>
        <pc:sldMkLst>
          <pc:docMk/>
          <pc:sldMk cId="1925924244" sldId="556"/>
        </pc:sldMkLst>
      </pc:sldChg>
      <pc:sldChg chg="add">
        <pc:chgData name="Long B Nguyen" userId="f59fb8f3-a021-417a-8bc1-65c8d471c621" providerId="ADAL" clId="{0E2AE9A0-AA60-BB4A-B160-C870111F23F3}" dt="2021-05-07T13:34:46.957" v="6596"/>
        <pc:sldMkLst>
          <pc:docMk/>
          <pc:sldMk cId="2114242178" sldId="556"/>
        </pc:sldMkLst>
      </pc:sldChg>
      <pc:sldChg chg="addSp modSp add del mod modAnim">
        <pc:chgData name="Long B Nguyen" userId="f59fb8f3-a021-417a-8bc1-65c8d471c621" providerId="ADAL" clId="{0E2AE9A0-AA60-BB4A-B160-C870111F23F3}" dt="2021-05-07T13:34:31.183" v="6590" actId="2696"/>
        <pc:sldMkLst>
          <pc:docMk/>
          <pc:sldMk cId="1296694967" sldId="557"/>
        </pc:sldMkLst>
      </pc:sldChg>
      <pc:sldChg chg="add">
        <pc:chgData name="Long B Nguyen" userId="f59fb8f3-a021-417a-8bc1-65c8d471c621" providerId="ADAL" clId="{0E2AE9A0-AA60-BB4A-B160-C870111F23F3}" dt="2021-05-07T13:34:46.957" v="6596"/>
        <pc:sldMkLst>
          <pc:docMk/>
          <pc:sldMk cId="2431525960" sldId="557"/>
        </pc:sldMkLst>
      </pc:sldChg>
      <pc:sldChg chg="modSp add del mod">
        <pc:chgData name="Long B Nguyen" userId="f59fb8f3-a021-417a-8bc1-65c8d471c621" providerId="ADAL" clId="{0E2AE9A0-AA60-BB4A-B160-C870111F23F3}" dt="2021-05-05T21:33:32.440" v="3641" actId="2696"/>
        <pc:sldMkLst>
          <pc:docMk/>
          <pc:sldMk cId="2441755984" sldId="558"/>
        </pc:sldMkLst>
      </pc:sldChg>
      <pc:sldChg chg="del">
        <pc:chgData name="Long B Nguyen" userId="f59fb8f3-a021-417a-8bc1-65c8d471c621" providerId="ADAL" clId="{0E2AE9A0-AA60-BB4A-B160-C870111F23F3}" dt="2021-05-04T16:19:25.283" v="16" actId="2696"/>
        <pc:sldMkLst>
          <pc:docMk/>
          <pc:sldMk cId="748879865" sldId="559"/>
        </pc:sldMkLst>
      </pc:sldChg>
      <pc:sldChg chg="add">
        <pc:chgData name="Long B Nguyen" userId="f59fb8f3-a021-417a-8bc1-65c8d471c621" providerId="ADAL" clId="{0E2AE9A0-AA60-BB4A-B160-C870111F23F3}" dt="2021-05-07T13:34:46.957" v="6596"/>
        <pc:sldMkLst>
          <pc:docMk/>
          <pc:sldMk cId="1567828261" sldId="559"/>
        </pc:sldMkLst>
      </pc:sldChg>
      <pc:sldChg chg="addSp modSp add del mod modAnim">
        <pc:chgData name="Long B Nguyen" userId="f59fb8f3-a021-417a-8bc1-65c8d471c621" providerId="ADAL" clId="{0E2AE9A0-AA60-BB4A-B160-C870111F23F3}" dt="2021-05-07T13:34:31.201" v="6591" actId="2696"/>
        <pc:sldMkLst>
          <pc:docMk/>
          <pc:sldMk cId="2856452792" sldId="559"/>
        </pc:sldMkLst>
      </pc:sldChg>
      <pc:sldChg chg="addSp delSp modSp add del mod modAnim">
        <pc:chgData name="Long B Nguyen" userId="f59fb8f3-a021-417a-8bc1-65c8d471c621" providerId="ADAL" clId="{0E2AE9A0-AA60-BB4A-B160-C870111F23F3}" dt="2021-05-07T13:34:31.303" v="6594" actId="2696"/>
        <pc:sldMkLst>
          <pc:docMk/>
          <pc:sldMk cId="1421442645" sldId="560"/>
        </pc:sldMkLst>
      </pc:sldChg>
      <pc:sldChg chg="add">
        <pc:chgData name="Long B Nguyen" userId="f59fb8f3-a021-417a-8bc1-65c8d471c621" providerId="ADAL" clId="{0E2AE9A0-AA60-BB4A-B160-C870111F23F3}" dt="2021-05-07T13:34:46.957" v="6596"/>
        <pc:sldMkLst>
          <pc:docMk/>
          <pc:sldMk cId="2659410340" sldId="560"/>
        </pc:sldMkLst>
      </pc:sldChg>
      <pc:sldChg chg="del">
        <pc:chgData name="Long B Nguyen" userId="f59fb8f3-a021-417a-8bc1-65c8d471c621" providerId="ADAL" clId="{0E2AE9A0-AA60-BB4A-B160-C870111F23F3}" dt="2021-05-04T16:19:25.283" v="16" actId="2696"/>
        <pc:sldMkLst>
          <pc:docMk/>
          <pc:sldMk cId="3841479407" sldId="560"/>
        </pc:sldMkLst>
      </pc:sldChg>
      <pc:sldChg chg="del">
        <pc:chgData name="Long B Nguyen" userId="f59fb8f3-a021-417a-8bc1-65c8d471c621" providerId="ADAL" clId="{0E2AE9A0-AA60-BB4A-B160-C870111F23F3}" dt="2021-05-04T16:19:25.283" v="16" actId="2696"/>
        <pc:sldMkLst>
          <pc:docMk/>
          <pc:sldMk cId="558292674" sldId="561"/>
        </pc:sldMkLst>
      </pc:sldChg>
      <pc:sldChg chg="add">
        <pc:chgData name="Long B Nguyen" userId="f59fb8f3-a021-417a-8bc1-65c8d471c621" providerId="ADAL" clId="{0E2AE9A0-AA60-BB4A-B160-C870111F23F3}" dt="2021-05-07T13:34:46.957" v="6596"/>
        <pc:sldMkLst>
          <pc:docMk/>
          <pc:sldMk cId="1610208212" sldId="561"/>
        </pc:sldMkLst>
      </pc:sldChg>
      <pc:sldChg chg="addSp modSp add del mod modAnim">
        <pc:chgData name="Long B Nguyen" userId="f59fb8f3-a021-417a-8bc1-65c8d471c621" providerId="ADAL" clId="{0E2AE9A0-AA60-BB4A-B160-C870111F23F3}" dt="2021-05-07T13:34:31.330" v="6595" actId="2696"/>
        <pc:sldMkLst>
          <pc:docMk/>
          <pc:sldMk cId="4162457998" sldId="561"/>
        </pc:sldMkLst>
      </pc:sldChg>
      <pc:sldChg chg="del">
        <pc:chgData name="Long B Nguyen" userId="f59fb8f3-a021-417a-8bc1-65c8d471c621" providerId="ADAL" clId="{0E2AE9A0-AA60-BB4A-B160-C870111F23F3}" dt="2021-05-04T16:19:25.283" v="16" actId="2696"/>
        <pc:sldMkLst>
          <pc:docMk/>
          <pc:sldMk cId="3239512120" sldId="562"/>
        </pc:sldMkLst>
      </pc:sldChg>
      <pc:sldChg chg="del">
        <pc:chgData name="Long B Nguyen" userId="f59fb8f3-a021-417a-8bc1-65c8d471c621" providerId="ADAL" clId="{0E2AE9A0-AA60-BB4A-B160-C870111F23F3}" dt="2021-05-04T16:19:25.283" v="16" actId="2696"/>
        <pc:sldMkLst>
          <pc:docMk/>
          <pc:sldMk cId="62561003" sldId="564"/>
        </pc:sldMkLst>
      </pc:sldChg>
      <pc:sldChg chg="del">
        <pc:chgData name="Long B Nguyen" userId="f59fb8f3-a021-417a-8bc1-65c8d471c621" providerId="ADAL" clId="{0E2AE9A0-AA60-BB4A-B160-C870111F23F3}" dt="2021-05-04T16:19:25.283" v="16" actId="2696"/>
        <pc:sldMkLst>
          <pc:docMk/>
          <pc:sldMk cId="1496186937" sldId="565"/>
        </pc:sldMkLst>
      </pc:sldChg>
      <pc:sldChg chg="del">
        <pc:chgData name="Long B Nguyen" userId="f59fb8f3-a021-417a-8bc1-65c8d471c621" providerId="ADAL" clId="{0E2AE9A0-AA60-BB4A-B160-C870111F23F3}" dt="2021-05-04T16:19:25.283" v="16" actId="2696"/>
        <pc:sldMkLst>
          <pc:docMk/>
          <pc:sldMk cId="1123629102" sldId="566"/>
        </pc:sldMkLst>
      </pc:sldChg>
      <pc:sldChg chg="del">
        <pc:chgData name="Long B Nguyen" userId="f59fb8f3-a021-417a-8bc1-65c8d471c621" providerId="ADAL" clId="{0E2AE9A0-AA60-BB4A-B160-C870111F23F3}" dt="2021-05-04T16:19:25.283" v="16" actId="2696"/>
        <pc:sldMkLst>
          <pc:docMk/>
          <pc:sldMk cId="3949497385" sldId="567"/>
        </pc:sldMkLst>
      </pc:sldChg>
      <pc:sldChg chg="del">
        <pc:chgData name="Long B Nguyen" userId="f59fb8f3-a021-417a-8bc1-65c8d471c621" providerId="ADAL" clId="{0E2AE9A0-AA60-BB4A-B160-C870111F23F3}" dt="2021-05-04T16:19:25.283" v="16" actId="2696"/>
        <pc:sldMkLst>
          <pc:docMk/>
          <pc:sldMk cId="3008892020" sldId="569"/>
        </pc:sldMkLst>
      </pc:sldChg>
      <pc:sldChg chg="del">
        <pc:chgData name="Long B Nguyen" userId="f59fb8f3-a021-417a-8bc1-65c8d471c621" providerId="ADAL" clId="{0E2AE9A0-AA60-BB4A-B160-C870111F23F3}" dt="2021-05-04T16:19:25.283" v="16" actId="2696"/>
        <pc:sldMkLst>
          <pc:docMk/>
          <pc:sldMk cId="2526255488" sldId="570"/>
        </pc:sldMkLst>
      </pc:sldChg>
      <pc:sldChg chg="del">
        <pc:chgData name="Long B Nguyen" userId="f59fb8f3-a021-417a-8bc1-65c8d471c621" providerId="ADAL" clId="{0E2AE9A0-AA60-BB4A-B160-C870111F23F3}" dt="2021-05-04T16:19:25.283" v="16" actId="2696"/>
        <pc:sldMkLst>
          <pc:docMk/>
          <pc:sldMk cId="4110945301" sldId="574"/>
        </pc:sldMkLst>
      </pc:sldChg>
      <pc:sldChg chg="del">
        <pc:chgData name="Long B Nguyen" userId="f59fb8f3-a021-417a-8bc1-65c8d471c621" providerId="ADAL" clId="{0E2AE9A0-AA60-BB4A-B160-C870111F23F3}" dt="2021-05-04T16:19:25.283" v="16" actId="2696"/>
        <pc:sldMkLst>
          <pc:docMk/>
          <pc:sldMk cId="2954573052" sldId="576"/>
        </pc:sldMkLst>
      </pc:sldChg>
      <pc:sldChg chg="del">
        <pc:chgData name="Long B Nguyen" userId="f59fb8f3-a021-417a-8bc1-65c8d471c621" providerId="ADAL" clId="{0E2AE9A0-AA60-BB4A-B160-C870111F23F3}" dt="2021-05-04T16:19:25.283" v="16" actId="2696"/>
        <pc:sldMkLst>
          <pc:docMk/>
          <pc:sldMk cId="1547101256" sldId="577"/>
        </pc:sldMkLst>
      </pc:sldChg>
      <pc:sldChg chg="del">
        <pc:chgData name="Long B Nguyen" userId="f59fb8f3-a021-417a-8bc1-65c8d471c621" providerId="ADAL" clId="{0E2AE9A0-AA60-BB4A-B160-C870111F23F3}" dt="2021-05-04T16:19:25.283" v="16" actId="2696"/>
        <pc:sldMkLst>
          <pc:docMk/>
          <pc:sldMk cId="891751900" sldId="579"/>
        </pc:sldMkLst>
      </pc:sldChg>
      <pc:sldChg chg="del">
        <pc:chgData name="Long B Nguyen" userId="f59fb8f3-a021-417a-8bc1-65c8d471c621" providerId="ADAL" clId="{0E2AE9A0-AA60-BB4A-B160-C870111F23F3}" dt="2021-05-04T16:19:25.283" v="16" actId="2696"/>
        <pc:sldMkLst>
          <pc:docMk/>
          <pc:sldMk cId="2483610180" sldId="580"/>
        </pc:sldMkLst>
      </pc:sldChg>
      <pc:sldChg chg="del">
        <pc:chgData name="Long B Nguyen" userId="f59fb8f3-a021-417a-8bc1-65c8d471c621" providerId="ADAL" clId="{0E2AE9A0-AA60-BB4A-B160-C870111F23F3}" dt="2021-05-04T16:19:25.283" v="16" actId="2696"/>
        <pc:sldMkLst>
          <pc:docMk/>
          <pc:sldMk cId="830544632" sldId="581"/>
        </pc:sldMkLst>
      </pc:sldChg>
      <pc:sldChg chg="del">
        <pc:chgData name="Long B Nguyen" userId="f59fb8f3-a021-417a-8bc1-65c8d471c621" providerId="ADAL" clId="{0E2AE9A0-AA60-BB4A-B160-C870111F23F3}" dt="2021-05-04T16:19:25.283" v="16" actId="2696"/>
        <pc:sldMkLst>
          <pc:docMk/>
          <pc:sldMk cId="1603111093" sldId="582"/>
        </pc:sldMkLst>
      </pc:sldChg>
      <pc:sldChg chg="del">
        <pc:chgData name="Long B Nguyen" userId="f59fb8f3-a021-417a-8bc1-65c8d471c621" providerId="ADAL" clId="{0E2AE9A0-AA60-BB4A-B160-C870111F23F3}" dt="2021-05-04T16:19:25.283" v="16" actId="2696"/>
        <pc:sldMkLst>
          <pc:docMk/>
          <pc:sldMk cId="788052383" sldId="583"/>
        </pc:sldMkLst>
      </pc:sldChg>
      <pc:sldChg chg="del">
        <pc:chgData name="Long B Nguyen" userId="f59fb8f3-a021-417a-8bc1-65c8d471c621" providerId="ADAL" clId="{0E2AE9A0-AA60-BB4A-B160-C870111F23F3}" dt="2021-05-04T16:19:25.283" v="16" actId="2696"/>
        <pc:sldMkLst>
          <pc:docMk/>
          <pc:sldMk cId="865366439" sldId="584"/>
        </pc:sldMkLst>
      </pc:sldChg>
      <pc:sldChg chg="del">
        <pc:chgData name="Long B Nguyen" userId="f59fb8f3-a021-417a-8bc1-65c8d471c621" providerId="ADAL" clId="{0E2AE9A0-AA60-BB4A-B160-C870111F23F3}" dt="2021-05-04T16:19:25.283" v="16" actId="2696"/>
        <pc:sldMkLst>
          <pc:docMk/>
          <pc:sldMk cId="1535655186" sldId="585"/>
        </pc:sldMkLst>
      </pc:sldChg>
      <pc:sldChg chg="del">
        <pc:chgData name="Long B Nguyen" userId="f59fb8f3-a021-417a-8bc1-65c8d471c621" providerId="ADAL" clId="{0E2AE9A0-AA60-BB4A-B160-C870111F23F3}" dt="2021-05-04T16:19:25.283" v="16" actId="2696"/>
        <pc:sldMkLst>
          <pc:docMk/>
          <pc:sldMk cId="976775625" sldId="586"/>
        </pc:sldMkLst>
      </pc:sldChg>
      <pc:sldChg chg="del">
        <pc:chgData name="Long B Nguyen" userId="f59fb8f3-a021-417a-8bc1-65c8d471c621" providerId="ADAL" clId="{0E2AE9A0-AA60-BB4A-B160-C870111F23F3}" dt="2021-05-04T16:19:25.283" v="16" actId="2696"/>
        <pc:sldMkLst>
          <pc:docMk/>
          <pc:sldMk cId="419832948" sldId="587"/>
        </pc:sldMkLst>
      </pc:sldChg>
      <pc:sldChg chg="addSp modSp add mod">
        <pc:chgData name="Long B Nguyen" userId="f59fb8f3-a021-417a-8bc1-65c8d471c621" providerId="ADAL" clId="{0E2AE9A0-AA60-BB4A-B160-C870111F23F3}" dt="2021-05-06T04:39:59.717" v="5760"/>
        <pc:sldMkLst>
          <pc:docMk/>
          <pc:sldMk cId="3124746191" sldId="588"/>
        </pc:sldMkLst>
      </pc:sldChg>
      <pc:sldChg chg="del">
        <pc:chgData name="Long B Nguyen" userId="f59fb8f3-a021-417a-8bc1-65c8d471c621" providerId="ADAL" clId="{0E2AE9A0-AA60-BB4A-B160-C870111F23F3}" dt="2021-05-04T16:19:25.283" v="16" actId="2696"/>
        <pc:sldMkLst>
          <pc:docMk/>
          <pc:sldMk cId="3142613135" sldId="588"/>
        </pc:sldMkLst>
      </pc:sldChg>
      <pc:sldChg chg="addSp delSp modSp add mod modAnim">
        <pc:chgData name="Long B Nguyen" userId="f59fb8f3-a021-417a-8bc1-65c8d471c621" providerId="ADAL" clId="{0E2AE9A0-AA60-BB4A-B160-C870111F23F3}" dt="2021-05-07T11:55:40.426" v="6390"/>
        <pc:sldMkLst>
          <pc:docMk/>
          <pc:sldMk cId="2267031669" sldId="589"/>
        </pc:sldMkLst>
      </pc:sldChg>
      <pc:sldChg chg="del">
        <pc:chgData name="Long B Nguyen" userId="f59fb8f3-a021-417a-8bc1-65c8d471c621" providerId="ADAL" clId="{0E2AE9A0-AA60-BB4A-B160-C870111F23F3}" dt="2021-05-04T16:19:25.283" v="16" actId="2696"/>
        <pc:sldMkLst>
          <pc:docMk/>
          <pc:sldMk cId="2428880685" sldId="589"/>
        </pc:sldMkLst>
      </pc:sldChg>
      <pc:sldChg chg="del">
        <pc:chgData name="Long B Nguyen" userId="f59fb8f3-a021-417a-8bc1-65c8d471c621" providerId="ADAL" clId="{0E2AE9A0-AA60-BB4A-B160-C870111F23F3}" dt="2021-05-04T16:19:25.283" v="16" actId="2696"/>
        <pc:sldMkLst>
          <pc:docMk/>
          <pc:sldMk cId="1250769370" sldId="590"/>
        </pc:sldMkLst>
      </pc:sldChg>
      <pc:sldChg chg="del">
        <pc:chgData name="Long B Nguyen" userId="f59fb8f3-a021-417a-8bc1-65c8d471c621" providerId="ADAL" clId="{0E2AE9A0-AA60-BB4A-B160-C870111F23F3}" dt="2021-05-04T16:19:25.283" v="16" actId="2696"/>
        <pc:sldMkLst>
          <pc:docMk/>
          <pc:sldMk cId="4161194987" sldId="591"/>
        </pc:sldMkLst>
      </pc:sldChg>
      <pc:sldChg chg="del">
        <pc:chgData name="Long B Nguyen" userId="f59fb8f3-a021-417a-8bc1-65c8d471c621" providerId="ADAL" clId="{0E2AE9A0-AA60-BB4A-B160-C870111F23F3}" dt="2021-05-04T16:19:25.283" v="16" actId="2696"/>
        <pc:sldMkLst>
          <pc:docMk/>
          <pc:sldMk cId="3535386674" sldId="593"/>
        </pc:sldMkLst>
      </pc:sldChg>
      <pc:sldChg chg="del">
        <pc:chgData name="Long B Nguyen" userId="f59fb8f3-a021-417a-8bc1-65c8d471c621" providerId="ADAL" clId="{0E2AE9A0-AA60-BB4A-B160-C870111F23F3}" dt="2021-05-04T16:19:25.283" v="16" actId="2696"/>
        <pc:sldMkLst>
          <pc:docMk/>
          <pc:sldMk cId="1476079720" sldId="594"/>
        </pc:sldMkLst>
      </pc:sldChg>
      <pc:sldChg chg="addSp modSp add mod modAnim">
        <pc:chgData name="Long B Nguyen" userId="f59fb8f3-a021-417a-8bc1-65c8d471c621" providerId="ADAL" clId="{0E2AE9A0-AA60-BB4A-B160-C870111F23F3}" dt="2021-05-06T04:39:59.717" v="5760"/>
        <pc:sldMkLst>
          <pc:docMk/>
          <pc:sldMk cId="1028645906" sldId="598"/>
        </pc:sldMkLst>
      </pc:sldChg>
      <pc:sldChg chg="addSp modSp add mod modAnim">
        <pc:chgData name="Long B Nguyen" userId="f59fb8f3-a021-417a-8bc1-65c8d471c621" providerId="ADAL" clId="{0E2AE9A0-AA60-BB4A-B160-C870111F23F3}" dt="2021-05-06T16:55:40.477" v="5821" actId="255"/>
        <pc:sldMkLst>
          <pc:docMk/>
          <pc:sldMk cId="3182606397" sldId="600"/>
        </pc:sldMkLst>
      </pc:sldChg>
      <pc:sldChg chg="addSp modSp add mod">
        <pc:chgData name="Long B Nguyen" userId="f59fb8f3-a021-417a-8bc1-65c8d471c621" providerId="ADAL" clId="{0E2AE9A0-AA60-BB4A-B160-C870111F23F3}" dt="2021-05-07T11:53:49.995" v="6218" actId="20577"/>
        <pc:sldMkLst>
          <pc:docMk/>
          <pc:sldMk cId="1311847592" sldId="601"/>
        </pc:sldMkLst>
      </pc:sldChg>
      <pc:sldChg chg="addSp modSp add mod modAnim">
        <pc:chgData name="Long B Nguyen" userId="f59fb8f3-a021-417a-8bc1-65c8d471c621" providerId="ADAL" clId="{0E2AE9A0-AA60-BB4A-B160-C870111F23F3}" dt="2021-05-06T04:39:59.717" v="5760"/>
        <pc:sldMkLst>
          <pc:docMk/>
          <pc:sldMk cId="62773732" sldId="602"/>
        </pc:sldMkLst>
      </pc:sldChg>
      <pc:sldChg chg="modSp add del mod modAnim">
        <pc:chgData name="Long B Nguyen" userId="f59fb8f3-a021-417a-8bc1-65c8d471c621" providerId="ADAL" clId="{0E2AE9A0-AA60-BB4A-B160-C870111F23F3}" dt="2021-05-06T04:30:26.655" v="5754" actId="2696"/>
        <pc:sldMkLst>
          <pc:docMk/>
          <pc:sldMk cId="1303734712" sldId="603"/>
        </pc:sldMkLst>
      </pc:sldChg>
      <pc:sldChg chg="modSp add del mod">
        <pc:chgData name="Long B Nguyen" userId="f59fb8f3-a021-417a-8bc1-65c8d471c621" providerId="ADAL" clId="{0E2AE9A0-AA60-BB4A-B160-C870111F23F3}" dt="2021-05-06T04:30:26.655" v="5754" actId="2696"/>
        <pc:sldMkLst>
          <pc:docMk/>
          <pc:sldMk cId="3406913709" sldId="604"/>
        </pc:sldMkLst>
      </pc:sldChg>
      <pc:sldChg chg="modSp add del mod">
        <pc:chgData name="Long B Nguyen" userId="f59fb8f3-a021-417a-8bc1-65c8d471c621" providerId="ADAL" clId="{0E2AE9A0-AA60-BB4A-B160-C870111F23F3}" dt="2021-05-06T04:30:30.329" v="5755" actId="2696"/>
        <pc:sldMkLst>
          <pc:docMk/>
          <pc:sldMk cId="1178120386" sldId="605"/>
        </pc:sldMkLst>
      </pc:sldChg>
      <pc:sldChg chg="addSp modSp add mod modAnim">
        <pc:chgData name="Long B Nguyen" userId="f59fb8f3-a021-417a-8bc1-65c8d471c621" providerId="ADAL" clId="{0E2AE9A0-AA60-BB4A-B160-C870111F23F3}" dt="2021-05-06T04:39:59.717" v="5760"/>
        <pc:sldMkLst>
          <pc:docMk/>
          <pc:sldMk cId="51278377" sldId="608"/>
        </pc:sldMkLst>
      </pc:sldChg>
      <pc:sldChg chg="addSp modSp add mod modAnim">
        <pc:chgData name="Long B Nguyen" userId="f59fb8f3-a021-417a-8bc1-65c8d471c621" providerId="ADAL" clId="{0E2AE9A0-AA60-BB4A-B160-C870111F23F3}" dt="2021-05-06T04:39:59.717" v="5760"/>
        <pc:sldMkLst>
          <pc:docMk/>
          <pc:sldMk cId="2892160896" sldId="609"/>
        </pc:sldMkLst>
      </pc:sldChg>
      <pc:sldChg chg="modSp add del mod">
        <pc:chgData name="Long B Nguyen" userId="f59fb8f3-a021-417a-8bc1-65c8d471c621" providerId="ADAL" clId="{0E2AE9A0-AA60-BB4A-B160-C870111F23F3}" dt="2021-05-05T22:24:47.654" v="5447" actId="2696"/>
        <pc:sldMkLst>
          <pc:docMk/>
          <pc:sldMk cId="4265832579" sldId="611"/>
        </pc:sldMkLst>
      </pc:sldChg>
      <pc:sldChg chg="addSp modSp add modAnim">
        <pc:chgData name="Long B Nguyen" userId="f59fb8f3-a021-417a-8bc1-65c8d471c621" providerId="ADAL" clId="{0E2AE9A0-AA60-BB4A-B160-C870111F23F3}" dt="2021-05-06T04:39:59.717" v="5760"/>
        <pc:sldMkLst>
          <pc:docMk/>
          <pc:sldMk cId="892130114" sldId="612"/>
        </pc:sldMkLst>
      </pc:sldChg>
      <pc:sldChg chg="addSp modSp add mod modAnim">
        <pc:chgData name="Long B Nguyen" userId="f59fb8f3-a021-417a-8bc1-65c8d471c621" providerId="ADAL" clId="{0E2AE9A0-AA60-BB4A-B160-C870111F23F3}" dt="2021-05-06T04:39:59.717" v="5760"/>
        <pc:sldMkLst>
          <pc:docMk/>
          <pc:sldMk cId="1241156272" sldId="613"/>
        </pc:sldMkLst>
      </pc:sldChg>
      <pc:sldChg chg="addSp modSp new del">
        <pc:chgData name="Long B Nguyen" userId="f59fb8f3-a021-417a-8bc1-65c8d471c621" providerId="ADAL" clId="{0E2AE9A0-AA60-BB4A-B160-C870111F23F3}" dt="2021-05-06T04:11:03.423" v="5731" actId="2696"/>
        <pc:sldMkLst>
          <pc:docMk/>
          <pc:sldMk cId="4126330051" sldId="614"/>
        </pc:sldMkLst>
      </pc:sldChg>
      <pc:sldChg chg="addSp modSp new">
        <pc:chgData name="Long B Nguyen" userId="f59fb8f3-a021-417a-8bc1-65c8d471c621" providerId="ADAL" clId="{0E2AE9A0-AA60-BB4A-B160-C870111F23F3}" dt="2021-05-06T04:16:04.349" v="5736" actId="1076"/>
        <pc:sldMkLst>
          <pc:docMk/>
          <pc:sldMk cId="4014748011" sldId="615"/>
        </pc:sldMkLst>
      </pc:sldChg>
      <pc:sldChg chg="addSp modSp new">
        <pc:chgData name="Long B Nguyen" userId="f59fb8f3-a021-417a-8bc1-65c8d471c621" providerId="ADAL" clId="{0E2AE9A0-AA60-BB4A-B160-C870111F23F3}" dt="2021-05-06T04:10:02.295" v="5730" actId="14100"/>
        <pc:sldMkLst>
          <pc:docMk/>
          <pc:sldMk cId="445830501" sldId="616"/>
        </pc:sldMkLst>
      </pc:sldChg>
      <pc:sldChg chg="addSp modSp new">
        <pc:chgData name="Long B Nguyen" userId="f59fb8f3-a021-417a-8bc1-65c8d471c621" providerId="ADAL" clId="{0E2AE9A0-AA60-BB4A-B160-C870111F23F3}" dt="2021-05-06T04:15:59.768" v="5735" actId="1076"/>
        <pc:sldMkLst>
          <pc:docMk/>
          <pc:sldMk cId="3966117082" sldId="617"/>
        </pc:sldMkLst>
      </pc:sldChg>
      <pc:sldChg chg="modSp new mod">
        <pc:chgData name="Long B Nguyen" userId="f59fb8f3-a021-417a-8bc1-65c8d471c621" providerId="ADAL" clId="{0E2AE9A0-AA60-BB4A-B160-C870111F23F3}" dt="2021-05-06T04:19:32.208" v="5753" actId="20577"/>
        <pc:sldMkLst>
          <pc:docMk/>
          <pc:sldMk cId="1946329213" sldId="618"/>
        </pc:sldMkLst>
      </pc:sldChg>
      <pc:sldChg chg="modSp add del mod modAnim">
        <pc:chgData name="Long B Nguyen" userId="f59fb8f3-a021-417a-8bc1-65c8d471c621" providerId="ADAL" clId="{0E2AE9A0-AA60-BB4A-B160-C870111F23F3}" dt="2021-05-07T13:34:31.226" v="6592" actId="2696"/>
        <pc:sldMkLst>
          <pc:docMk/>
          <pc:sldMk cId="328759724" sldId="619"/>
        </pc:sldMkLst>
      </pc:sldChg>
      <pc:sldChg chg="add del">
        <pc:chgData name="Long B Nguyen" userId="f59fb8f3-a021-417a-8bc1-65c8d471c621" providerId="ADAL" clId="{0E2AE9A0-AA60-BB4A-B160-C870111F23F3}" dt="2021-05-07T15:45:52.264" v="6616" actId="2696"/>
        <pc:sldMkLst>
          <pc:docMk/>
          <pc:sldMk cId="3714703612" sldId="619"/>
        </pc:sldMkLst>
      </pc:sldChg>
      <pc:sldChg chg="modSp add mod modAnim">
        <pc:chgData name="Long B Nguyen" userId="f59fb8f3-a021-417a-8bc1-65c8d471c621" providerId="ADAL" clId="{0E2AE9A0-AA60-BB4A-B160-C870111F23F3}" dt="2021-05-07T12:02:33.220" v="6553"/>
        <pc:sldMkLst>
          <pc:docMk/>
          <pc:sldMk cId="2497825085" sldId="620"/>
        </pc:sldMkLst>
      </pc:sldChg>
      <pc:sldChg chg="modSp add mod modAnim">
        <pc:chgData name="Long B Nguyen" userId="f59fb8f3-a021-417a-8bc1-65c8d471c621" providerId="ADAL" clId="{0E2AE9A0-AA60-BB4A-B160-C870111F23F3}" dt="2021-05-07T12:04:21.599" v="6571" actId="14100"/>
        <pc:sldMkLst>
          <pc:docMk/>
          <pc:sldMk cId="5411246" sldId="621"/>
        </pc:sldMkLst>
      </pc:sldChg>
      <pc:sldChg chg="modSp add mod modAnim">
        <pc:chgData name="Long B Nguyen" userId="f59fb8f3-a021-417a-8bc1-65c8d471c621" providerId="ADAL" clId="{0E2AE9A0-AA60-BB4A-B160-C870111F23F3}" dt="2021-05-10T13:57:48.483" v="7080"/>
        <pc:sldMkLst>
          <pc:docMk/>
          <pc:sldMk cId="3215879385" sldId="622"/>
        </pc:sldMkLst>
      </pc:sldChg>
      <pc:sldChg chg="modSp add mod modAnim">
        <pc:chgData name="Long B Nguyen" userId="f59fb8f3-a021-417a-8bc1-65c8d471c621" providerId="ADAL" clId="{0E2AE9A0-AA60-BB4A-B160-C870111F23F3}" dt="2021-05-10T13:57:35.908" v="7078"/>
        <pc:sldMkLst>
          <pc:docMk/>
          <pc:sldMk cId="2484292394" sldId="623"/>
        </pc:sldMkLst>
      </pc:sldChg>
      <pc:sldChg chg="modSp add mod modAnim">
        <pc:chgData name="Long B Nguyen" userId="f59fb8f3-a021-417a-8bc1-65c8d471c621" providerId="ADAL" clId="{0E2AE9A0-AA60-BB4A-B160-C870111F23F3}" dt="2021-05-10T13:57:41.559" v="7079"/>
        <pc:sldMkLst>
          <pc:docMk/>
          <pc:sldMk cId="1444664834" sldId="624"/>
        </pc:sldMkLst>
      </pc:sldChg>
      <pc:sldChg chg="modSp add modAnim">
        <pc:chgData name="Long B Nguyen" userId="f59fb8f3-a021-417a-8bc1-65c8d471c621" providerId="ADAL" clId="{0E2AE9A0-AA60-BB4A-B160-C870111F23F3}" dt="2021-05-21T12:24:06.436" v="7279" actId="20577"/>
        <pc:sldMkLst>
          <pc:docMk/>
          <pc:sldMk cId="2393647287" sldId="625"/>
        </pc:sldMkLst>
      </pc:sldChg>
    </pc:docChg>
  </pc:docChgLst>
  <pc:docChgLst>
    <pc:chgData name="Long Nguyen" userId="f59fb8f3-a021-417a-8bc1-65c8d471c621" providerId="ADAL" clId="{45AA9E0C-347B-C74F-A8B4-9F303F2A81F0}"/>
    <pc:docChg chg="custSel addSld modSld">
      <pc:chgData name="Long Nguyen" userId="f59fb8f3-a021-417a-8bc1-65c8d471c621" providerId="ADAL" clId="{45AA9E0C-347B-C74F-A8B4-9F303F2A81F0}" dt="2023-02-17T14:24:48.667" v="45" actId="27636"/>
      <pc:docMkLst>
        <pc:docMk/>
      </pc:docMkLst>
      <pc:sldChg chg="modSp add mod modAnim">
        <pc:chgData name="Long Nguyen" userId="f59fb8f3-a021-417a-8bc1-65c8d471c621" providerId="ADAL" clId="{45AA9E0C-347B-C74F-A8B4-9F303F2A81F0}" dt="2023-02-17T14:24:39.648" v="43" actId="27636"/>
        <pc:sldMkLst>
          <pc:docMk/>
          <pc:sldMk cId="3840974351" sldId="628"/>
        </pc:sldMkLst>
      </pc:sldChg>
      <pc:sldChg chg="modSp add mod">
        <pc:chgData name="Long Nguyen" userId="f59fb8f3-a021-417a-8bc1-65c8d471c621" providerId="ADAL" clId="{45AA9E0C-347B-C74F-A8B4-9F303F2A81F0}" dt="2023-02-17T14:24:48.667" v="45" actId="27636"/>
        <pc:sldMkLst>
          <pc:docMk/>
          <pc:sldMk cId="3303101877" sldId="629"/>
        </pc:sldMkLst>
      </pc:sldChg>
    </pc:docChg>
  </pc:docChgLst>
  <pc:docChgLst>
    <pc:chgData name="Long B Nguyen" userId="f59fb8f3-a021-417a-8bc1-65c8d471c621" providerId="ADAL" clId="{B81BBD53-AC1D-D74E-8CB3-F09B139D79C3}"/>
    <pc:docChg chg="modSld">
      <pc:chgData name="Long B Nguyen" userId="f59fb8f3-a021-417a-8bc1-65c8d471c621" providerId="ADAL" clId="{B81BBD53-AC1D-D74E-8CB3-F09B139D79C3}" dt="2021-04-13T13:04:47.732" v="101" actId="20577"/>
      <pc:docMkLst>
        <pc:docMk/>
      </pc:docMkLst>
      <pc:sldChg chg="modSp modAnim">
        <pc:chgData name="Long B Nguyen" userId="f59fb8f3-a021-417a-8bc1-65c8d471c621" providerId="ADAL" clId="{B81BBD53-AC1D-D74E-8CB3-F09B139D79C3}" dt="2021-04-12T13:47:12.338" v="98" actId="20577"/>
        <pc:sldMkLst>
          <pc:docMk/>
          <pc:sldMk cId="1925924244" sldId="556"/>
        </pc:sldMkLst>
      </pc:sldChg>
      <pc:sldChg chg="modSp modAnim">
        <pc:chgData name="Long B Nguyen" userId="f59fb8f3-a021-417a-8bc1-65c8d471c621" providerId="ADAL" clId="{B81BBD53-AC1D-D74E-8CB3-F09B139D79C3}" dt="2021-04-12T13:20:37.684" v="94"/>
        <pc:sldMkLst>
          <pc:docMk/>
          <pc:sldMk cId="1603111093" sldId="582"/>
        </pc:sldMkLst>
      </pc:sldChg>
      <pc:sldChg chg="modSp">
        <pc:chgData name="Long B Nguyen" userId="f59fb8f3-a021-417a-8bc1-65c8d471c621" providerId="ADAL" clId="{B81BBD53-AC1D-D74E-8CB3-F09B139D79C3}" dt="2021-04-13T13:04:47.732" v="101" actId="20577"/>
        <pc:sldMkLst>
          <pc:docMk/>
          <pc:sldMk cId="3142613135" sldId="588"/>
        </pc:sldMkLst>
      </pc:sldChg>
      <pc:sldChg chg="modSp">
        <pc:chgData name="Long B Nguyen" userId="f59fb8f3-a021-417a-8bc1-65c8d471c621" providerId="ADAL" clId="{B81BBD53-AC1D-D74E-8CB3-F09B139D79C3}" dt="2021-04-13T12:30:31.024" v="99" actId="113"/>
        <pc:sldMkLst>
          <pc:docMk/>
          <pc:sldMk cId="3535386674" sldId="593"/>
        </pc:sldMkLst>
      </pc:sldChg>
    </pc:docChg>
  </pc:docChgLst>
  <pc:docChgLst>
    <pc:chgData name="Long B Nguyen" userId="f59fb8f3-a021-417a-8bc1-65c8d471c621" providerId="ADAL" clId="{0DD70757-F9C8-C84D-8AD6-11F473F39870}"/>
    <pc:docChg chg="custSel addSld delSld modSld">
      <pc:chgData name="Long B Nguyen" userId="f59fb8f3-a021-417a-8bc1-65c8d471c621" providerId="ADAL" clId="{0DD70757-F9C8-C84D-8AD6-11F473F39870}" dt="2021-04-12T13:18:36.349" v="3339"/>
      <pc:docMkLst>
        <pc:docMk/>
      </pc:docMkLst>
      <pc:sldChg chg="addSp modSp">
        <pc:chgData name="Long B Nguyen" userId="f59fb8f3-a021-417a-8bc1-65c8d471c621" providerId="ADAL" clId="{0DD70757-F9C8-C84D-8AD6-11F473F39870}" dt="2021-04-12T13:09:50.831" v="3243"/>
        <pc:sldMkLst>
          <pc:docMk/>
          <pc:sldMk cId="4247104139" sldId="256"/>
        </pc:sldMkLst>
      </pc:sldChg>
      <pc:sldChg chg="addSp modSp mod">
        <pc:chgData name="Long B Nguyen" userId="f59fb8f3-a021-417a-8bc1-65c8d471c621" providerId="ADAL" clId="{0DD70757-F9C8-C84D-8AD6-11F473F39870}" dt="2021-04-12T13:09:50.831" v="3243"/>
        <pc:sldMkLst>
          <pc:docMk/>
          <pc:sldMk cId="3533528898" sldId="485"/>
        </pc:sldMkLst>
      </pc:sldChg>
      <pc:sldChg chg="addSp modSp">
        <pc:chgData name="Long B Nguyen" userId="f59fb8f3-a021-417a-8bc1-65c8d471c621" providerId="ADAL" clId="{0DD70757-F9C8-C84D-8AD6-11F473F39870}" dt="2021-04-12T13:09:50.831" v="3243"/>
        <pc:sldMkLst>
          <pc:docMk/>
          <pc:sldMk cId="3162068906" sldId="527"/>
        </pc:sldMkLst>
      </pc:sldChg>
      <pc:sldChg chg="addSp modSp modNotes">
        <pc:chgData name="Long B Nguyen" userId="f59fb8f3-a021-417a-8bc1-65c8d471c621" providerId="ADAL" clId="{0DD70757-F9C8-C84D-8AD6-11F473F39870}" dt="2021-04-12T13:09:50.831" v="3243"/>
        <pc:sldMkLst>
          <pc:docMk/>
          <pc:sldMk cId="3102825031" sldId="528"/>
        </pc:sldMkLst>
      </pc:sldChg>
      <pc:sldChg chg="addSp modSp modAnim">
        <pc:chgData name="Long B Nguyen" userId="f59fb8f3-a021-417a-8bc1-65c8d471c621" providerId="ADAL" clId="{0DD70757-F9C8-C84D-8AD6-11F473F39870}" dt="2021-04-12T13:17:02.261" v="3324"/>
        <pc:sldMkLst>
          <pc:docMk/>
          <pc:sldMk cId="4057016805" sldId="529"/>
        </pc:sldMkLst>
      </pc:sldChg>
      <pc:sldChg chg="addSp modSp mod">
        <pc:chgData name="Long B Nguyen" userId="f59fb8f3-a021-417a-8bc1-65c8d471c621" providerId="ADAL" clId="{0DD70757-F9C8-C84D-8AD6-11F473F39870}" dt="2021-04-12T13:09:50.831" v="3243"/>
        <pc:sldMkLst>
          <pc:docMk/>
          <pc:sldMk cId="1925924244" sldId="556"/>
        </pc:sldMkLst>
      </pc:sldChg>
      <pc:sldChg chg="addSp modSp del modNotes">
        <pc:chgData name="Long B Nguyen" userId="f59fb8f3-a021-417a-8bc1-65c8d471c621" providerId="ADAL" clId="{0DD70757-F9C8-C84D-8AD6-11F473F39870}" dt="2021-04-12T13:10:53.389" v="3259" actId="2696"/>
        <pc:sldMkLst>
          <pc:docMk/>
          <pc:sldMk cId="1994733491" sldId="557"/>
        </pc:sldMkLst>
      </pc:sldChg>
      <pc:sldChg chg="addSp modSp">
        <pc:chgData name="Long B Nguyen" userId="f59fb8f3-a021-417a-8bc1-65c8d471c621" providerId="ADAL" clId="{0DD70757-F9C8-C84D-8AD6-11F473F39870}" dt="2021-04-12T13:09:50.831" v="3243"/>
        <pc:sldMkLst>
          <pc:docMk/>
          <pc:sldMk cId="748879865" sldId="559"/>
        </pc:sldMkLst>
      </pc:sldChg>
      <pc:sldChg chg="addSp modSp">
        <pc:chgData name="Long B Nguyen" userId="f59fb8f3-a021-417a-8bc1-65c8d471c621" providerId="ADAL" clId="{0DD70757-F9C8-C84D-8AD6-11F473F39870}" dt="2021-04-12T13:09:50.831" v="3243"/>
        <pc:sldMkLst>
          <pc:docMk/>
          <pc:sldMk cId="3841479407" sldId="560"/>
        </pc:sldMkLst>
      </pc:sldChg>
      <pc:sldChg chg="addSp modSp mod modAnim">
        <pc:chgData name="Long B Nguyen" userId="f59fb8f3-a021-417a-8bc1-65c8d471c621" providerId="ADAL" clId="{0DD70757-F9C8-C84D-8AD6-11F473F39870}" dt="2021-04-12T13:11:41.780" v="3269"/>
        <pc:sldMkLst>
          <pc:docMk/>
          <pc:sldMk cId="558292674" sldId="561"/>
        </pc:sldMkLst>
      </pc:sldChg>
      <pc:sldChg chg="addSp modSp mod">
        <pc:chgData name="Long B Nguyen" userId="f59fb8f3-a021-417a-8bc1-65c8d471c621" providerId="ADAL" clId="{0DD70757-F9C8-C84D-8AD6-11F473F39870}" dt="2021-04-12T13:09:50.831" v="3243"/>
        <pc:sldMkLst>
          <pc:docMk/>
          <pc:sldMk cId="3239512120" sldId="562"/>
        </pc:sldMkLst>
      </pc:sldChg>
      <pc:sldChg chg="addSp modSp">
        <pc:chgData name="Long B Nguyen" userId="f59fb8f3-a021-417a-8bc1-65c8d471c621" providerId="ADAL" clId="{0DD70757-F9C8-C84D-8AD6-11F473F39870}" dt="2021-04-12T13:09:50.831" v="3243"/>
        <pc:sldMkLst>
          <pc:docMk/>
          <pc:sldMk cId="62561003" sldId="564"/>
        </pc:sldMkLst>
      </pc:sldChg>
      <pc:sldChg chg="addSp modSp">
        <pc:chgData name="Long B Nguyen" userId="f59fb8f3-a021-417a-8bc1-65c8d471c621" providerId="ADAL" clId="{0DD70757-F9C8-C84D-8AD6-11F473F39870}" dt="2021-04-12T13:09:50.831" v="3243"/>
        <pc:sldMkLst>
          <pc:docMk/>
          <pc:sldMk cId="1496186937" sldId="565"/>
        </pc:sldMkLst>
      </pc:sldChg>
      <pc:sldChg chg="addSp modSp">
        <pc:chgData name="Long B Nguyen" userId="f59fb8f3-a021-417a-8bc1-65c8d471c621" providerId="ADAL" clId="{0DD70757-F9C8-C84D-8AD6-11F473F39870}" dt="2021-04-12T13:09:50.831" v="3243"/>
        <pc:sldMkLst>
          <pc:docMk/>
          <pc:sldMk cId="1123629102" sldId="566"/>
        </pc:sldMkLst>
      </pc:sldChg>
      <pc:sldChg chg="addSp modSp">
        <pc:chgData name="Long B Nguyen" userId="f59fb8f3-a021-417a-8bc1-65c8d471c621" providerId="ADAL" clId="{0DD70757-F9C8-C84D-8AD6-11F473F39870}" dt="2021-04-12T13:09:50.831" v="3243"/>
        <pc:sldMkLst>
          <pc:docMk/>
          <pc:sldMk cId="3949497385" sldId="567"/>
        </pc:sldMkLst>
      </pc:sldChg>
      <pc:sldChg chg="del">
        <pc:chgData name="Long B Nguyen" userId="f59fb8f3-a021-417a-8bc1-65c8d471c621" providerId="ADAL" clId="{0DD70757-F9C8-C84D-8AD6-11F473F39870}" dt="2021-04-12T12:40:04.715" v="1834" actId="2696"/>
        <pc:sldMkLst>
          <pc:docMk/>
          <pc:sldMk cId="2869642700" sldId="568"/>
        </pc:sldMkLst>
      </pc:sldChg>
      <pc:sldChg chg="addSp modSp add">
        <pc:chgData name="Long B Nguyen" userId="f59fb8f3-a021-417a-8bc1-65c8d471c621" providerId="ADAL" clId="{0DD70757-F9C8-C84D-8AD6-11F473F39870}" dt="2021-04-12T13:09:50.831" v="3243"/>
        <pc:sldMkLst>
          <pc:docMk/>
          <pc:sldMk cId="3008892020" sldId="569"/>
        </pc:sldMkLst>
      </pc:sldChg>
      <pc:sldChg chg="del">
        <pc:chgData name="Long B Nguyen" userId="f59fb8f3-a021-417a-8bc1-65c8d471c621" providerId="ADAL" clId="{0DD70757-F9C8-C84D-8AD6-11F473F39870}" dt="2021-04-12T12:40:55.891" v="1836" actId="2696"/>
        <pc:sldMkLst>
          <pc:docMk/>
          <pc:sldMk cId="3333082340" sldId="569"/>
        </pc:sldMkLst>
      </pc:sldChg>
      <pc:sldChg chg="addSp modSp mod modAnim">
        <pc:chgData name="Long B Nguyen" userId="f59fb8f3-a021-417a-8bc1-65c8d471c621" providerId="ADAL" clId="{0DD70757-F9C8-C84D-8AD6-11F473F39870}" dt="2021-04-12T13:11:06.939" v="3261"/>
        <pc:sldMkLst>
          <pc:docMk/>
          <pc:sldMk cId="2526255488" sldId="570"/>
        </pc:sldMkLst>
      </pc:sldChg>
      <pc:sldChg chg="addSp modSp del mod">
        <pc:chgData name="Long B Nguyen" userId="f59fb8f3-a021-417a-8bc1-65c8d471c621" providerId="ADAL" clId="{0DD70757-F9C8-C84D-8AD6-11F473F39870}" dt="2021-04-12T12:41:42.188" v="1840" actId="2696"/>
        <pc:sldMkLst>
          <pc:docMk/>
          <pc:sldMk cId="2952073042" sldId="571"/>
        </pc:sldMkLst>
      </pc:sldChg>
      <pc:sldChg chg="addSp modSp del mod">
        <pc:chgData name="Long B Nguyen" userId="f59fb8f3-a021-417a-8bc1-65c8d471c621" providerId="ADAL" clId="{0DD70757-F9C8-C84D-8AD6-11F473F39870}" dt="2021-04-12T12:41:42.188" v="1840" actId="2696"/>
        <pc:sldMkLst>
          <pc:docMk/>
          <pc:sldMk cId="270817839" sldId="572"/>
        </pc:sldMkLst>
      </pc:sldChg>
      <pc:sldChg chg="addSp modSp">
        <pc:chgData name="Long B Nguyen" userId="f59fb8f3-a021-417a-8bc1-65c8d471c621" providerId="ADAL" clId="{0DD70757-F9C8-C84D-8AD6-11F473F39870}" dt="2021-04-12T13:09:50.831" v="3243"/>
        <pc:sldMkLst>
          <pc:docMk/>
          <pc:sldMk cId="4110945301" sldId="574"/>
        </pc:sldMkLst>
      </pc:sldChg>
      <pc:sldChg chg="modSp del mod modAnim">
        <pc:chgData name="Long B Nguyen" userId="f59fb8f3-a021-417a-8bc1-65c8d471c621" providerId="ADAL" clId="{0DD70757-F9C8-C84D-8AD6-11F473F39870}" dt="2021-04-12T12:43:15.056" v="1881" actId="2696"/>
        <pc:sldMkLst>
          <pc:docMk/>
          <pc:sldMk cId="1553353509" sldId="575"/>
        </pc:sldMkLst>
      </pc:sldChg>
      <pc:sldChg chg="addSp modSp">
        <pc:chgData name="Long B Nguyen" userId="f59fb8f3-a021-417a-8bc1-65c8d471c621" providerId="ADAL" clId="{0DD70757-F9C8-C84D-8AD6-11F473F39870}" dt="2021-04-12T13:09:50.831" v="3243"/>
        <pc:sldMkLst>
          <pc:docMk/>
          <pc:sldMk cId="2954573052" sldId="576"/>
        </pc:sldMkLst>
      </pc:sldChg>
      <pc:sldChg chg="addSp modSp">
        <pc:chgData name="Long B Nguyen" userId="f59fb8f3-a021-417a-8bc1-65c8d471c621" providerId="ADAL" clId="{0DD70757-F9C8-C84D-8AD6-11F473F39870}" dt="2021-04-12T13:09:50.831" v="3243"/>
        <pc:sldMkLst>
          <pc:docMk/>
          <pc:sldMk cId="1547101256" sldId="577"/>
        </pc:sldMkLst>
      </pc:sldChg>
      <pc:sldChg chg="addSp modSp">
        <pc:chgData name="Long B Nguyen" userId="f59fb8f3-a021-417a-8bc1-65c8d471c621" providerId="ADAL" clId="{0DD70757-F9C8-C84D-8AD6-11F473F39870}" dt="2021-04-12T13:09:50.831" v="3243"/>
        <pc:sldMkLst>
          <pc:docMk/>
          <pc:sldMk cId="891751900" sldId="579"/>
        </pc:sldMkLst>
      </pc:sldChg>
      <pc:sldChg chg="addSp modSp mod modAnim">
        <pc:chgData name="Long B Nguyen" userId="f59fb8f3-a021-417a-8bc1-65c8d471c621" providerId="ADAL" clId="{0DD70757-F9C8-C84D-8AD6-11F473F39870}" dt="2021-04-12T13:09:50.831" v="3243"/>
        <pc:sldMkLst>
          <pc:docMk/>
          <pc:sldMk cId="2483610180" sldId="580"/>
        </pc:sldMkLst>
      </pc:sldChg>
      <pc:sldChg chg="addSp modSp mod modAnim">
        <pc:chgData name="Long B Nguyen" userId="f59fb8f3-a021-417a-8bc1-65c8d471c621" providerId="ADAL" clId="{0DD70757-F9C8-C84D-8AD6-11F473F39870}" dt="2021-04-12T13:14:50.290" v="3289"/>
        <pc:sldMkLst>
          <pc:docMk/>
          <pc:sldMk cId="830544632" sldId="581"/>
        </pc:sldMkLst>
      </pc:sldChg>
      <pc:sldChg chg="addSp modSp mod modAnim">
        <pc:chgData name="Long B Nguyen" userId="f59fb8f3-a021-417a-8bc1-65c8d471c621" providerId="ADAL" clId="{0DD70757-F9C8-C84D-8AD6-11F473F39870}" dt="2021-04-12T13:18:36.349" v="3339"/>
        <pc:sldMkLst>
          <pc:docMk/>
          <pc:sldMk cId="1603111093" sldId="582"/>
        </pc:sldMkLst>
      </pc:sldChg>
      <pc:sldChg chg="addSp modSp">
        <pc:chgData name="Long B Nguyen" userId="f59fb8f3-a021-417a-8bc1-65c8d471c621" providerId="ADAL" clId="{0DD70757-F9C8-C84D-8AD6-11F473F39870}" dt="2021-04-12T13:09:50.831" v="3243"/>
        <pc:sldMkLst>
          <pc:docMk/>
          <pc:sldMk cId="788052383" sldId="583"/>
        </pc:sldMkLst>
      </pc:sldChg>
      <pc:sldChg chg="addSp modSp new mod">
        <pc:chgData name="Long B Nguyen" userId="f59fb8f3-a021-417a-8bc1-65c8d471c621" providerId="ADAL" clId="{0DD70757-F9C8-C84D-8AD6-11F473F39870}" dt="2021-04-12T13:09:50.831" v="3243"/>
        <pc:sldMkLst>
          <pc:docMk/>
          <pc:sldMk cId="865366439" sldId="584"/>
        </pc:sldMkLst>
      </pc:sldChg>
      <pc:sldChg chg="addSp modSp add mod modAnim">
        <pc:chgData name="Long B Nguyen" userId="f59fb8f3-a021-417a-8bc1-65c8d471c621" providerId="ADAL" clId="{0DD70757-F9C8-C84D-8AD6-11F473F39870}" dt="2021-04-12T13:13:17.128" v="3277"/>
        <pc:sldMkLst>
          <pc:docMk/>
          <pc:sldMk cId="1535655186" sldId="585"/>
        </pc:sldMkLst>
      </pc:sldChg>
      <pc:sldChg chg="addSp modSp add mod modAnim">
        <pc:chgData name="Long B Nguyen" userId="f59fb8f3-a021-417a-8bc1-65c8d471c621" providerId="ADAL" clId="{0DD70757-F9C8-C84D-8AD6-11F473F39870}" dt="2021-04-12T13:14:26.674" v="3285"/>
        <pc:sldMkLst>
          <pc:docMk/>
          <pc:sldMk cId="976775625" sldId="586"/>
        </pc:sldMkLst>
      </pc:sldChg>
      <pc:sldChg chg="addSp delSp modSp new mod modAnim">
        <pc:chgData name="Long B Nguyen" userId="f59fb8f3-a021-417a-8bc1-65c8d471c621" providerId="ADAL" clId="{0DD70757-F9C8-C84D-8AD6-11F473F39870}" dt="2021-04-12T13:14:09.155" v="3282"/>
        <pc:sldMkLst>
          <pc:docMk/>
          <pc:sldMk cId="419832948" sldId="587"/>
        </pc:sldMkLst>
      </pc:sldChg>
      <pc:sldChg chg="addSp modSp add">
        <pc:chgData name="Long B Nguyen" userId="f59fb8f3-a021-417a-8bc1-65c8d471c621" providerId="ADAL" clId="{0DD70757-F9C8-C84D-8AD6-11F473F39870}" dt="2021-04-12T13:09:50.831" v="3243"/>
        <pc:sldMkLst>
          <pc:docMk/>
          <pc:sldMk cId="3142613135" sldId="588"/>
        </pc:sldMkLst>
      </pc:sldChg>
      <pc:sldChg chg="add del">
        <pc:chgData name="Long B Nguyen" userId="f59fb8f3-a021-417a-8bc1-65c8d471c621" providerId="ADAL" clId="{0DD70757-F9C8-C84D-8AD6-11F473F39870}" dt="2021-04-12T12:41:00.308" v="1838" actId="2696"/>
        <pc:sldMkLst>
          <pc:docMk/>
          <pc:sldMk cId="2270508343" sldId="589"/>
        </pc:sldMkLst>
      </pc:sldChg>
      <pc:sldChg chg="addSp modSp add modAnim">
        <pc:chgData name="Long B Nguyen" userId="f59fb8f3-a021-417a-8bc1-65c8d471c621" providerId="ADAL" clId="{0DD70757-F9C8-C84D-8AD6-11F473F39870}" dt="2021-04-12T13:12:13.667" v="3270"/>
        <pc:sldMkLst>
          <pc:docMk/>
          <pc:sldMk cId="2428880685" sldId="589"/>
        </pc:sldMkLst>
      </pc:sldChg>
      <pc:sldChg chg="addSp modSp add">
        <pc:chgData name="Long B Nguyen" userId="f59fb8f3-a021-417a-8bc1-65c8d471c621" providerId="ADAL" clId="{0DD70757-F9C8-C84D-8AD6-11F473F39870}" dt="2021-04-12T13:09:50.831" v="3243"/>
        <pc:sldMkLst>
          <pc:docMk/>
          <pc:sldMk cId="1250769370" sldId="590"/>
        </pc:sldMkLst>
      </pc:sldChg>
      <pc:sldChg chg="addSp modSp add mod modAnim">
        <pc:chgData name="Long B Nguyen" userId="f59fb8f3-a021-417a-8bc1-65c8d471c621" providerId="ADAL" clId="{0DD70757-F9C8-C84D-8AD6-11F473F39870}" dt="2021-04-12T13:09:50.831" v="3243"/>
        <pc:sldMkLst>
          <pc:docMk/>
          <pc:sldMk cId="4161194987" sldId="591"/>
        </pc:sldMkLst>
      </pc:sldChg>
      <pc:sldChg chg="delSp modSp add del modAnim">
        <pc:chgData name="Long B Nguyen" userId="f59fb8f3-a021-417a-8bc1-65c8d471c621" providerId="ADAL" clId="{0DD70757-F9C8-C84D-8AD6-11F473F39870}" dt="2021-04-12T13:04:40.175" v="3015" actId="2696"/>
        <pc:sldMkLst>
          <pc:docMk/>
          <pc:sldMk cId="2967768867" sldId="592"/>
        </pc:sldMkLst>
      </pc:sldChg>
      <pc:sldChg chg="addSp delSp modSp add mod modAnim">
        <pc:chgData name="Long B Nguyen" userId="f59fb8f3-a021-417a-8bc1-65c8d471c621" providerId="ADAL" clId="{0DD70757-F9C8-C84D-8AD6-11F473F39870}" dt="2021-04-12T13:15:48.100" v="3316"/>
        <pc:sldMkLst>
          <pc:docMk/>
          <pc:sldMk cId="3535386674" sldId="593"/>
        </pc:sldMkLst>
      </pc:sldChg>
      <pc:sldChg chg="addSp delSp modSp add mod delAnim modAnim">
        <pc:chgData name="Long B Nguyen" userId="f59fb8f3-a021-417a-8bc1-65c8d471c621" providerId="ADAL" clId="{0DD70757-F9C8-C84D-8AD6-11F473F39870}" dt="2021-04-12T13:18:08.562" v="3332"/>
        <pc:sldMkLst>
          <pc:docMk/>
          <pc:sldMk cId="1476079720" sldId="594"/>
        </pc:sldMkLst>
      </pc:sldChg>
    </pc:docChg>
  </pc:docChgLst>
  <pc:docChgLst>
    <pc:chgData name="Long B Nguyen" userId="f59fb8f3-a021-417a-8bc1-65c8d471c621" providerId="ADAL" clId="{B4BA3EDB-D74E-3B4D-B064-044502CD62D2}"/>
    <pc:docChg chg="undo custSel modSld">
      <pc:chgData name="Long B Nguyen" userId="f59fb8f3-a021-417a-8bc1-65c8d471c621" providerId="ADAL" clId="{B4BA3EDB-D74E-3B4D-B064-044502CD62D2}" dt="2024-01-18T18:28:43.193" v="180" actId="20577"/>
      <pc:docMkLst>
        <pc:docMk/>
      </pc:docMkLst>
      <pc:sldChg chg="modSp">
        <pc:chgData name="Long B Nguyen" userId="f59fb8f3-a021-417a-8bc1-65c8d471c621" providerId="ADAL" clId="{B4BA3EDB-D74E-3B4D-B064-044502CD62D2}" dt="2024-01-04T12:54:54.345" v="0" actId="20577"/>
        <pc:sldMkLst>
          <pc:docMk/>
          <pc:sldMk cId="3614929084" sldId="552"/>
        </pc:sldMkLst>
      </pc:sldChg>
      <pc:sldChg chg="modSp mod">
        <pc:chgData name="Long B Nguyen" userId="f59fb8f3-a021-417a-8bc1-65c8d471c621" providerId="ADAL" clId="{B4BA3EDB-D74E-3B4D-B064-044502CD62D2}" dt="2024-01-18T18:28:43.193" v="180" actId="20577"/>
        <pc:sldMkLst>
          <pc:docMk/>
          <pc:sldMk cId="3840974351" sldId="628"/>
        </pc:sldMkLst>
      </pc:sldChg>
      <pc:sldChg chg="modSp mod">
        <pc:chgData name="Long B Nguyen" userId="f59fb8f3-a021-417a-8bc1-65c8d471c621" providerId="ADAL" clId="{B4BA3EDB-D74E-3B4D-B064-044502CD62D2}" dt="2024-01-18T17:37:15.353" v="171"/>
        <pc:sldMkLst>
          <pc:docMk/>
          <pc:sldMk cId="3303101877" sldId="629"/>
        </pc:sldMkLst>
      </pc:sldChg>
    </pc:docChg>
  </pc:docChgLst>
  <pc:docChgLst>
    <pc:chgData name="Long Nguyen" userId="f59fb8f3-a021-417a-8bc1-65c8d471c621" providerId="ADAL" clId="{D771689A-171D-5A4D-9451-F2C4A9D1B70D}"/>
    <pc:docChg chg="custSel addSld delSld modSld">
      <pc:chgData name="Long Nguyen" userId="f59fb8f3-a021-417a-8bc1-65c8d471c621" providerId="ADAL" clId="{D771689A-171D-5A4D-9451-F2C4A9D1B70D}" dt="2022-01-19T12:53:56.344" v="350" actId="113"/>
      <pc:docMkLst>
        <pc:docMk/>
      </pc:docMkLst>
      <pc:sldChg chg="modSp">
        <pc:chgData name="Long Nguyen" userId="f59fb8f3-a021-417a-8bc1-65c8d471c621" providerId="ADAL" clId="{D771689A-171D-5A4D-9451-F2C4A9D1B70D}" dt="2022-01-12T12:40:57.406" v="134" actId="114"/>
        <pc:sldMkLst>
          <pc:docMk/>
          <pc:sldMk cId="1844406166" sldId="540"/>
        </pc:sldMkLst>
      </pc:sldChg>
      <pc:sldChg chg="del">
        <pc:chgData name="Long Nguyen" userId="f59fb8f3-a021-417a-8bc1-65c8d471c621" providerId="ADAL" clId="{D771689A-171D-5A4D-9451-F2C4A9D1B70D}" dt="2022-01-13T12:35:51.434" v="141" actId="2696"/>
        <pc:sldMkLst>
          <pc:docMk/>
          <pc:sldMk cId="2114242178" sldId="556"/>
        </pc:sldMkLst>
      </pc:sldChg>
      <pc:sldChg chg="modSp add mod">
        <pc:chgData name="Long Nguyen" userId="f59fb8f3-a021-417a-8bc1-65c8d471c621" providerId="ADAL" clId="{D771689A-171D-5A4D-9451-F2C4A9D1B70D}" dt="2022-01-13T12:37:01.869" v="172" actId="20577"/>
        <pc:sldMkLst>
          <pc:docMk/>
          <pc:sldMk cId="2722290652" sldId="556"/>
        </pc:sldMkLst>
      </pc:sldChg>
      <pc:sldChg chg="modSp add mod">
        <pc:chgData name="Long Nguyen" userId="f59fb8f3-a021-417a-8bc1-65c8d471c621" providerId="ADAL" clId="{D771689A-171D-5A4D-9451-F2C4A9D1B70D}" dt="2022-01-13T12:36:55.330" v="162" actId="20577"/>
        <pc:sldMkLst>
          <pc:docMk/>
          <pc:sldMk cId="258849706" sldId="559"/>
        </pc:sldMkLst>
      </pc:sldChg>
      <pc:sldChg chg="del">
        <pc:chgData name="Long Nguyen" userId="f59fb8f3-a021-417a-8bc1-65c8d471c621" providerId="ADAL" clId="{D771689A-171D-5A4D-9451-F2C4A9D1B70D}" dt="2022-01-13T12:36:42.838" v="143" actId="2696"/>
        <pc:sldMkLst>
          <pc:docMk/>
          <pc:sldMk cId="1567828261" sldId="559"/>
        </pc:sldMkLst>
      </pc:sldChg>
      <pc:sldChg chg="modSp add modAnim">
        <pc:chgData name="Long Nguyen" userId="f59fb8f3-a021-417a-8bc1-65c8d471c621" providerId="ADAL" clId="{D771689A-171D-5A4D-9451-F2C4A9D1B70D}" dt="2022-01-13T12:37:39.289" v="198" actId="255"/>
        <pc:sldMkLst>
          <pc:docMk/>
          <pc:sldMk cId="2633210752" sldId="560"/>
        </pc:sldMkLst>
      </pc:sldChg>
      <pc:sldChg chg="del">
        <pc:chgData name="Long Nguyen" userId="f59fb8f3-a021-417a-8bc1-65c8d471c621" providerId="ADAL" clId="{D771689A-171D-5A4D-9451-F2C4A9D1B70D}" dt="2022-01-13T12:35:51.434" v="141" actId="2696"/>
        <pc:sldMkLst>
          <pc:docMk/>
          <pc:sldMk cId="2659410340" sldId="560"/>
        </pc:sldMkLst>
      </pc:sldChg>
      <pc:sldChg chg="del">
        <pc:chgData name="Long Nguyen" userId="f59fb8f3-a021-417a-8bc1-65c8d471c621" providerId="ADAL" clId="{D771689A-171D-5A4D-9451-F2C4A9D1B70D}" dt="2022-01-13T12:35:51.434" v="141" actId="2696"/>
        <pc:sldMkLst>
          <pc:docMk/>
          <pc:sldMk cId="1610208212" sldId="561"/>
        </pc:sldMkLst>
      </pc:sldChg>
      <pc:sldChg chg="addSp modSp add mod">
        <pc:chgData name="Long Nguyen" userId="f59fb8f3-a021-417a-8bc1-65c8d471c621" providerId="ADAL" clId="{D771689A-171D-5A4D-9451-F2C4A9D1B70D}" dt="2022-01-13T12:37:52.962" v="202" actId="255"/>
        <pc:sldMkLst>
          <pc:docMk/>
          <pc:sldMk cId="2072460006" sldId="561"/>
        </pc:sldMkLst>
      </pc:sldChg>
      <pc:sldChg chg="modSp mod">
        <pc:chgData name="Long Nguyen" userId="f59fb8f3-a021-417a-8bc1-65c8d471c621" providerId="ADAL" clId="{D771689A-171D-5A4D-9451-F2C4A9D1B70D}" dt="2022-01-12T12:40:01.361" v="5" actId="27636"/>
        <pc:sldMkLst>
          <pc:docMk/>
          <pc:sldMk cId="1028645906" sldId="598"/>
        </pc:sldMkLst>
      </pc:sldChg>
      <pc:sldChg chg="modAnim">
        <pc:chgData name="Long Nguyen" userId="f59fb8f3-a021-417a-8bc1-65c8d471c621" providerId="ADAL" clId="{D771689A-171D-5A4D-9451-F2C4A9D1B70D}" dt="2022-01-13T12:34:44.745" v="140"/>
        <pc:sldMkLst>
          <pc:docMk/>
          <pc:sldMk cId="1311847592" sldId="601"/>
        </pc:sldMkLst>
      </pc:sldChg>
      <pc:sldChg chg="modSp">
        <pc:chgData name="Long Nguyen" userId="f59fb8f3-a021-417a-8bc1-65c8d471c621" providerId="ADAL" clId="{D771689A-171D-5A4D-9451-F2C4A9D1B70D}" dt="2022-01-19T12:53:56.344" v="350" actId="113"/>
        <pc:sldMkLst>
          <pc:docMk/>
          <pc:sldMk cId="51278377" sldId="608"/>
        </pc:sldMkLst>
      </pc:sldChg>
      <pc:sldChg chg="modSp mod">
        <pc:chgData name="Long Nguyen" userId="f59fb8f3-a021-417a-8bc1-65c8d471c621" providerId="ADAL" clId="{D771689A-171D-5A4D-9451-F2C4A9D1B70D}" dt="2022-01-13T12:43:46.035" v="349" actId="20577"/>
        <pc:sldMkLst>
          <pc:docMk/>
          <pc:sldMk cId="892130114" sldId="612"/>
        </pc:sldMkLst>
      </pc:sldChg>
      <pc:sldChg chg="modSp mod">
        <pc:chgData name="Long Nguyen" userId="f59fb8f3-a021-417a-8bc1-65c8d471c621" providerId="ADAL" clId="{D771689A-171D-5A4D-9451-F2C4A9D1B70D}" dt="2022-01-12T12:40:01.456" v="11" actId="27636"/>
        <pc:sldMkLst>
          <pc:docMk/>
          <pc:sldMk cId="1241156272" sldId="613"/>
        </pc:sldMkLst>
      </pc:sldChg>
      <pc:sldChg chg="modSp mod">
        <pc:chgData name="Long Nguyen" userId="f59fb8f3-a021-417a-8bc1-65c8d471c621" providerId="ADAL" clId="{D771689A-171D-5A4D-9451-F2C4A9D1B70D}" dt="2022-01-12T12:40:01.346" v="2" actId="27636"/>
        <pc:sldMkLst>
          <pc:docMk/>
          <pc:sldMk cId="4014748011" sldId="615"/>
        </pc:sldMkLst>
      </pc:sldChg>
      <pc:sldChg chg="modSp mod">
        <pc:chgData name="Long Nguyen" userId="f59fb8f3-a021-417a-8bc1-65c8d471c621" providerId="ADAL" clId="{D771689A-171D-5A4D-9451-F2C4A9D1B70D}" dt="2022-01-12T12:40:01.350" v="3" actId="27636"/>
        <pc:sldMkLst>
          <pc:docMk/>
          <pc:sldMk cId="445830501" sldId="616"/>
        </pc:sldMkLst>
      </pc:sldChg>
      <pc:sldChg chg="modSp mod">
        <pc:chgData name="Long Nguyen" userId="f59fb8f3-a021-417a-8bc1-65c8d471c621" providerId="ADAL" clId="{D771689A-171D-5A4D-9451-F2C4A9D1B70D}" dt="2022-01-12T12:40:01.353" v="4" actId="27636"/>
        <pc:sldMkLst>
          <pc:docMk/>
          <pc:sldMk cId="3966117082" sldId="617"/>
        </pc:sldMkLst>
      </pc:sldChg>
      <pc:sldChg chg="modSp mod">
        <pc:chgData name="Long Nguyen" userId="f59fb8f3-a021-417a-8bc1-65c8d471c621" providerId="ADAL" clId="{D771689A-171D-5A4D-9451-F2C4A9D1B70D}" dt="2022-01-12T12:40:01.339" v="1" actId="27636"/>
        <pc:sldMkLst>
          <pc:docMk/>
          <pc:sldMk cId="1946329213" sldId="618"/>
        </pc:sldMkLst>
      </pc:sldChg>
      <pc:sldChg chg="modSp mod">
        <pc:chgData name="Long Nguyen" userId="f59fb8f3-a021-417a-8bc1-65c8d471c621" providerId="ADAL" clId="{D771689A-171D-5A4D-9451-F2C4A9D1B70D}" dt="2022-01-12T12:40:01.387" v="7" actId="27636"/>
        <pc:sldMkLst>
          <pc:docMk/>
          <pc:sldMk cId="3215879385" sldId="622"/>
        </pc:sldMkLst>
      </pc:sldChg>
      <pc:sldChg chg="modSp mod">
        <pc:chgData name="Long Nguyen" userId="f59fb8f3-a021-417a-8bc1-65c8d471c621" providerId="ADAL" clId="{D771689A-171D-5A4D-9451-F2C4A9D1B70D}" dt="2022-01-12T12:40:01.413" v="9" actId="27636"/>
        <pc:sldMkLst>
          <pc:docMk/>
          <pc:sldMk cId="2484292394" sldId="623"/>
        </pc:sldMkLst>
      </pc:sldChg>
      <pc:sldChg chg="modSp mod">
        <pc:chgData name="Long Nguyen" userId="f59fb8f3-a021-417a-8bc1-65c8d471c621" providerId="ADAL" clId="{D771689A-171D-5A4D-9451-F2C4A9D1B70D}" dt="2022-01-12T12:40:01.427" v="10" actId="27636"/>
        <pc:sldMkLst>
          <pc:docMk/>
          <pc:sldMk cId="1444664834" sldId="624"/>
        </pc:sldMkLst>
      </pc:sldChg>
    </pc:docChg>
  </pc:docChgLst>
  <pc:docChgLst>
    <pc:chgData name="Long B Nguyen" userId="f59fb8f3-a021-417a-8bc1-65c8d471c621" providerId="ADAL" clId="{E3DA9E26-CE90-3A40-9745-4D67E6DCA3BF}"/>
    <pc:docChg chg="custSel addSld delSld modSld">
      <pc:chgData name="Long B Nguyen" userId="f59fb8f3-a021-417a-8bc1-65c8d471c621" providerId="ADAL" clId="{E3DA9E26-CE90-3A40-9745-4D67E6DCA3BF}" dt="2020-03-31T22:15:23.810" v="680" actId="20577"/>
      <pc:docMkLst>
        <pc:docMk/>
      </pc:docMkLst>
      <pc:sldChg chg="modSp">
        <pc:chgData name="Long B Nguyen" userId="f59fb8f3-a021-417a-8bc1-65c8d471c621" providerId="ADAL" clId="{E3DA9E26-CE90-3A40-9745-4D67E6DCA3BF}" dt="2020-03-30T02:24:25.886" v="32" actId="20577"/>
        <pc:sldMkLst>
          <pc:docMk/>
          <pc:sldMk cId="4247104139" sldId="256"/>
        </pc:sldMkLst>
      </pc:sldChg>
      <pc:sldChg chg="del">
        <pc:chgData name="Long B Nguyen" userId="f59fb8f3-a021-417a-8bc1-65c8d471c621" providerId="ADAL" clId="{E3DA9E26-CE90-3A40-9745-4D67E6DCA3BF}" dt="2020-03-30T02:24:14.534" v="16" actId="2696"/>
        <pc:sldMkLst>
          <pc:docMk/>
          <pc:sldMk cId="2902676313" sldId="485"/>
        </pc:sldMkLst>
      </pc:sldChg>
      <pc:sldChg chg="add">
        <pc:chgData name="Long B Nguyen" userId="f59fb8f3-a021-417a-8bc1-65c8d471c621" providerId="ADAL" clId="{E3DA9E26-CE90-3A40-9745-4D67E6DCA3BF}" dt="2020-03-30T02:24:16.379" v="18"/>
        <pc:sldMkLst>
          <pc:docMk/>
          <pc:sldMk cId="3533528898" sldId="485"/>
        </pc:sldMkLst>
      </pc:sldChg>
      <pc:sldChg chg="modSp add modAnim">
        <pc:chgData name="Long B Nguyen" userId="f59fb8f3-a021-417a-8bc1-65c8d471c621" providerId="ADAL" clId="{E3DA9E26-CE90-3A40-9745-4D67E6DCA3BF}" dt="2020-03-30T02:26:11.243" v="75" actId="20577"/>
        <pc:sldMkLst>
          <pc:docMk/>
          <pc:sldMk cId="3162068906" sldId="527"/>
        </pc:sldMkLst>
      </pc:sldChg>
      <pc:sldChg chg="add">
        <pc:chgData name="Long B Nguyen" userId="f59fb8f3-a021-417a-8bc1-65c8d471c621" providerId="ADAL" clId="{E3DA9E26-CE90-3A40-9745-4D67E6DCA3BF}" dt="2020-03-30T02:24:16.379" v="18"/>
        <pc:sldMkLst>
          <pc:docMk/>
          <pc:sldMk cId="3102825031" sldId="528"/>
        </pc:sldMkLst>
      </pc:sldChg>
      <pc:sldChg chg="modSp add modAnim">
        <pc:chgData name="Long B Nguyen" userId="f59fb8f3-a021-417a-8bc1-65c8d471c621" providerId="ADAL" clId="{E3DA9E26-CE90-3A40-9745-4D67E6DCA3BF}" dt="2020-03-30T02:30:12.894" v="213" actId="20577"/>
        <pc:sldMkLst>
          <pc:docMk/>
          <pc:sldMk cId="4057016805" sldId="529"/>
        </pc:sldMkLst>
      </pc:sldChg>
      <pc:sldChg chg="modSp add modAnim">
        <pc:chgData name="Long B Nguyen" userId="f59fb8f3-a021-417a-8bc1-65c8d471c621" providerId="ADAL" clId="{E3DA9E26-CE90-3A40-9745-4D67E6DCA3BF}" dt="2020-03-30T02:26:55.226" v="88" actId="255"/>
        <pc:sldMkLst>
          <pc:docMk/>
          <pc:sldMk cId="1925924244" sldId="556"/>
        </pc:sldMkLst>
      </pc:sldChg>
      <pc:sldChg chg="add">
        <pc:chgData name="Long B Nguyen" userId="f59fb8f3-a021-417a-8bc1-65c8d471c621" providerId="ADAL" clId="{E3DA9E26-CE90-3A40-9745-4D67E6DCA3BF}" dt="2020-03-30T02:24:16.379" v="18"/>
        <pc:sldMkLst>
          <pc:docMk/>
          <pc:sldMk cId="1994733491" sldId="557"/>
        </pc:sldMkLst>
      </pc:sldChg>
      <pc:sldChg chg="modSp add">
        <pc:chgData name="Long B Nguyen" userId="f59fb8f3-a021-417a-8bc1-65c8d471c621" providerId="ADAL" clId="{E3DA9E26-CE90-3A40-9745-4D67E6DCA3BF}" dt="2020-03-30T02:30:43.362" v="220" actId="5793"/>
        <pc:sldMkLst>
          <pc:docMk/>
          <pc:sldMk cId="748879865" sldId="559"/>
        </pc:sldMkLst>
      </pc:sldChg>
      <pc:sldChg chg="modSp add modAnim">
        <pc:chgData name="Long B Nguyen" userId="f59fb8f3-a021-417a-8bc1-65c8d471c621" providerId="ADAL" clId="{E3DA9E26-CE90-3A40-9745-4D67E6DCA3BF}" dt="2020-03-30T02:32:51.237" v="236" actId="14100"/>
        <pc:sldMkLst>
          <pc:docMk/>
          <pc:sldMk cId="3841479407" sldId="560"/>
        </pc:sldMkLst>
      </pc:sldChg>
      <pc:sldChg chg="modSp add modAnim">
        <pc:chgData name="Long B Nguyen" userId="f59fb8f3-a021-417a-8bc1-65c8d471c621" providerId="ADAL" clId="{E3DA9E26-CE90-3A40-9745-4D67E6DCA3BF}" dt="2020-03-30T02:33:16.319" v="248" actId="20577"/>
        <pc:sldMkLst>
          <pc:docMk/>
          <pc:sldMk cId="558292674" sldId="561"/>
        </pc:sldMkLst>
      </pc:sldChg>
      <pc:sldChg chg="modSp add modAnim">
        <pc:chgData name="Long B Nguyen" userId="f59fb8f3-a021-417a-8bc1-65c8d471c621" providerId="ADAL" clId="{E3DA9E26-CE90-3A40-9745-4D67E6DCA3BF}" dt="2020-03-30T02:33:48.312" v="256" actId="5793"/>
        <pc:sldMkLst>
          <pc:docMk/>
          <pc:sldMk cId="3239512120" sldId="562"/>
        </pc:sldMkLst>
      </pc:sldChg>
      <pc:sldChg chg="modSp add">
        <pc:chgData name="Long B Nguyen" userId="f59fb8f3-a021-417a-8bc1-65c8d471c621" providerId="ADAL" clId="{E3DA9E26-CE90-3A40-9745-4D67E6DCA3BF}" dt="2020-03-30T02:36:37.565" v="348" actId="20577"/>
        <pc:sldMkLst>
          <pc:docMk/>
          <pc:sldMk cId="62561003" sldId="564"/>
        </pc:sldMkLst>
      </pc:sldChg>
      <pc:sldChg chg="modSp add modAnim">
        <pc:chgData name="Long B Nguyen" userId="f59fb8f3-a021-417a-8bc1-65c8d471c621" providerId="ADAL" clId="{E3DA9E26-CE90-3A40-9745-4D67E6DCA3BF}" dt="2020-03-30T02:35:35.607" v="328" actId="20577"/>
        <pc:sldMkLst>
          <pc:docMk/>
          <pc:sldMk cId="1496186937" sldId="565"/>
        </pc:sldMkLst>
      </pc:sldChg>
      <pc:sldChg chg="modSp add">
        <pc:chgData name="Long B Nguyen" userId="f59fb8f3-a021-417a-8bc1-65c8d471c621" providerId="ADAL" clId="{E3DA9E26-CE90-3A40-9745-4D67E6DCA3BF}" dt="2020-03-30T02:37:08.542" v="359" actId="20577"/>
        <pc:sldMkLst>
          <pc:docMk/>
          <pc:sldMk cId="1123629102" sldId="566"/>
        </pc:sldMkLst>
      </pc:sldChg>
      <pc:sldChg chg="modSp add">
        <pc:chgData name="Long B Nguyen" userId="f59fb8f3-a021-417a-8bc1-65c8d471c621" providerId="ADAL" clId="{E3DA9E26-CE90-3A40-9745-4D67E6DCA3BF}" dt="2020-03-30T02:37:55.628" v="370" actId="20577"/>
        <pc:sldMkLst>
          <pc:docMk/>
          <pc:sldMk cId="3949497385" sldId="567"/>
        </pc:sldMkLst>
      </pc:sldChg>
      <pc:sldChg chg="modSp add modAnim">
        <pc:chgData name="Long B Nguyen" userId="f59fb8f3-a021-417a-8bc1-65c8d471c621" providerId="ADAL" clId="{E3DA9E26-CE90-3A40-9745-4D67E6DCA3BF}" dt="2020-03-30T02:39:19.976" v="384" actId="20577"/>
        <pc:sldMkLst>
          <pc:docMk/>
          <pc:sldMk cId="2869642700" sldId="568"/>
        </pc:sldMkLst>
      </pc:sldChg>
      <pc:sldChg chg="modSp add modAnim">
        <pc:chgData name="Long B Nguyen" userId="f59fb8f3-a021-417a-8bc1-65c8d471c621" providerId="ADAL" clId="{E3DA9E26-CE90-3A40-9745-4D67E6DCA3BF}" dt="2020-03-30T02:41:24.551" v="412" actId="20577"/>
        <pc:sldMkLst>
          <pc:docMk/>
          <pc:sldMk cId="3333082340" sldId="569"/>
        </pc:sldMkLst>
      </pc:sldChg>
      <pc:sldChg chg="modSp add">
        <pc:chgData name="Long B Nguyen" userId="f59fb8f3-a021-417a-8bc1-65c8d471c621" providerId="ADAL" clId="{E3DA9E26-CE90-3A40-9745-4D67E6DCA3BF}" dt="2020-03-30T02:27:22.857" v="94" actId="5793"/>
        <pc:sldMkLst>
          <pc:docMk/>
          <pc:sldMk cId="2526255488" sldId="570"/>
        </pc:sldMkLst>
      </pc:sldChg>
      <pc:sldChg chg="modSp add">
        <pc:chgData name="Long B Nguyen" userId="f59fb8f3-a021-417a-8bc1-65c8d471c621" providerId="ADAL" clId="{E3DA9E26-CE90-3A40-9745-4D67E6DCA3BF}" dt="2020-03-30T02:42:54.505" v="430" actId="207"/>
        <pc:sldMkLst>
          <pc:docMk/>
          <pc:sldMk cId="2952073042" sldId="571"/>
        </pc:sldMkLst>
      </pc:sldChg>
      <pc:sldChg chg="modSp add modAnim">
        <pc:chgData name="Long B Nguyen" userId="f59fb8f3-a021-417a-8bc1-65c8d471c621" providerId="ADAL" clId="{E3DA9E26-CE90-3A40-9745-4D67E6DCA3BF}" dt="2020-03-31T22:15:23.810" v="680" actId="20577"/>
        <pc:sldMkLst>
          <pc:docMk/>
          <pc:sldMk cId="270817839" sldId="572"/>
        </pc:sldMkLst>
      </pc:sldChg>
      <pc:sldChg chg="modSp add modAnim">
        <pc:chgData name="Long B Nguyen" userId="f59fb8f3-a021-417a-8bc1-65c8d471c621" providerId="ADAL" clId="{E3DA9E26-CE90-3A40-9745-4D67E6DCA3BF}" dt="2020-03-30T02:44:56.097" v="449" actId="20577"/>
        <pc:sldMkLst>
          <pc:docMk/>
          <pc:sldMk cId="4110945301" sldId="574"/>
        </pc:sldMkLst>
      </pc:sldChg>
      <pc:sldChg chg="modSp add">
        <pc:chgData name="Long B Nguyen" userId="f59fb8f3-a021-417a-8bc1-65c8d471c621" providerId="ADAL" clId="{E3DA9E26-CE90-3A40-9745-4D67E6DCA3BF}" dt="2020-03-30T02:45:29.891" v="457" actId="5793"/>
        <pc:sldMkLst>
          <pc:docMk/>
          <pc:sldMk cId="1553353509" sldId="575"/>
        </pc:sldMkLst>
      </pc:sldChg>
      <pc:sldChg chg="addSp delSp modSp add">
        <pc:chgData name="Long B Nguyen" userId="f59fb8f3-a021-417a-8bc1-65c8d471c621" providerId="ADAL" clId="{E3DA9E26-CE90-3A40-9745-4D67E6DCA3BF}" dt="2020-03-30T02:49:46.797" v="479"/>
        <pc:sldMkLst>
          <pc:docMk/>
          <pc:sldMk cId="2954573052" sldId="576"/>
        </pc:sldMkLst>
      </pc:sldChg>
      <pc:sldChg chg="modSp add">
        <pc:chgData name="Long B Nguyen" userId="f59fb8f3-a021-417a-8bc1-65c8d471c621" providerId="ADAL" clId="{E3DA9E26-CE90-3A40-9745-4D67E6DCA3BF}" dt="2020-03-30T02:49:55.663" v="484" actId="5793"/>
        <pc:sldMkLst>
          <pc:docMk/>
          <pc:sldMk cId="1547101256" sldId="577"/>
        </pc:sldMkLst>
      </pc:sldChg>
      <pc:sldChg chg="delSp modSp add modAnim">
        <pc:chgData name="Long B Nguyen" userId="f59fb8f3-a021-417a-8bc1-65c8d471c621" providerId="ADAL" clId="{E3DA9E26-CE90-3A40-9745-4D67E6DCA3BF}" dt="2020-03-30T02:53:08.569" v="632" actId="14100"/>
        <pc:sldMkLst>
          <pc:docMk/>
          <pc:sldMk cId="891751900" sldId="579"/>
        </pc:sldMkLst>
      </pc:sldChg>
      <pc:sldChg chg="modSp add modAnim">
        <pc:chgData name="Long B Nguyen" userId="f59fb8f3-a021-417a-8bc1-65c8d471c621" providerId="ADAL" clId="{E3DA9E26-CE90-3A40-9745-4D67E6DCA3BF}" dt="2020-03-30T02:58:26.541" v="656" actId="20577"/>
        <pc:sldMkLst>
          <pc:docMk/>
          <pc:sldMk cId="2483610180" sldId="580"/>
        </pc:sldMkLst>
      </pc:sldChg>
      <pc:sldChg chg="modSp add">
        <pc:chgData name="Long B Nguyen" userId="f59fb8f3-a021-417a-8bc1-65c8d471c621" providerId="ADAL" clId="{E3DA9E26-CE90-3A40-9745-4D67E6DCA3BF}" dt="2020-03-30T02:58:07.071" v="646" actId="5793"/>
        <pc:sldMkLst>
          <pc:docMk/>
          <pc:sldMk cId="830544632" sldId="581"/>
        </pc:sldMkLst>
      </pc:sldChg>
      <pc:sldChg chg="modSp add modAnim">
        <pc:chgData name="Long B Nguyen" userId="f59fb8f3-a021-417a-8bc1-65c8d471c621" providerId="ADAL" clId="{E3DA9E26-CE90-3A40-9745-4D67E6DCA3BF}" dt="2020-03-30T02:59:41.902" v="678" actId="20577"/>
        <pc:sldMkLst>
          <pc:docMk/>
          <pc:sldMk cId="1603111093" sldId="582"/>
        </pc:sldMkLst>
      </pc:sldChg>
      <pc:sldChg chg="add">
        <pc:chgData name="Long B Nguyen" userId="f59fb8f3-a021-417a-8bc1-65c8d471c621" providerId="ADAL" clId="{E3DA9E26-CE90-3A40-9745-4D67E6DCA3BF}" dt="2020-03-30T02:24:16.379" v="18"/>
        <pc:sldMkLst>
          <pc:docMk/>
          <pc:sldMk cId="788052383" sldId="583"/>
        </pc:sldMkLst>
      </pc:sldChg>
      <pc:sldChg chg="del">
        <pc:chgData name="Long B Nguyen" userId="f59fb8f3-a021-417a-8bc1-65c8d471c621" providerId="ADAL" clId="{E3DA9E26-CE90-3A40-9745-4D67E6DCA3BF}" dt="2020-03-30T02:24:14.222" v="0" actId="2696"/>
        <pc:sldMkLst>
          <pc:docMk/>
          <pc:sldMk cId="4205479306" sldId="594"/>
        </pc:sldMkLst>
      </pc:sldChg>
      <pc:sldChg chg="del">
        <pc:chgData name="Long B Nguyen" userId="f59fb8f3-a021-417a-8bc1-65c8d471c621" providerId="ADAL" clId="{E3DA9E26-CE90-3A40-9745-4D67E6DCA3BF}" dt="2020-03-30T02:24:14.242" v="1" actId="2696"/>
        <pc:sldMkLst>
          <pc:docMk/>
          <pc:sldMk cId="1994033935" sldId="595"/>
        </pc:sldMkLst>
      </pc:sldChg>
      <pc:sldChg chg="del">
        <pc:chgData name="Long B Nguyen" userId="f59fb8f3-a021-417a-8bc1-65c8d471c621" providerId="ADAL" clId="{E3DA9E26-CE90-3A40-9745-4D67E6DCA3BF}" dt="2020-03-30T02:24:14.265" v="2" actId="2696"/>
        <pc:sldMkLst>
          <pc:docMk/>
          <pc:sldMk cId="3986464372" sldId="596"/>
        </pc:sldMkLst>
      </pc:sldChg>
      <pc:sldChg chg="del">
        <pc:chgData name="Long B Nguyen" userId="f59fb8f3-a021-417a-8bc1-65c8d471c621" providerId="ADAL" clId="{E3DA9E26-CE90-3A40-9745-4D67E6DCA3BF}" dt="2020-03-30T02:24:14.287" v="3" actId="2696"/>
        <pc:sldMkLst>
          <pc:docMk/>
          <pc:sldMk cId="2566405133" sldId="597"/>
        </pc:sldMkLst>
      </pc:sldChg>
      <pc:sldChg chg="del">
        <pc:chgData name="Long B Nguyen" userId="f59fb8f3-a021-417a-8bc1-65c8d471c621" providerId="ADAL" clId="{E3DA9E26-CE90-3A40-9745-4D67E6DCA3BF}" dt="2020-03-30T02:24:14.307" v="4" actId="2696"/>
        <pc:sldMkLst>
          <pc:docMk/>
          <pc:sldMk cId="1098067599" sldId="598"/>
        </pc:sldMkLst>
      </pc:sldChg>
      <pc:sldChg chg="del">
        <pc:chgData name="Long B Nguyen" userId="f59fb8f3-a021-417a-8bc1-65c8d471c621" providerId="ADAL" clId="{E3DA9E26-CE90-3A40-9745-4D67E6DCA3BF}" dt="2020-03-30T02:24:14.334" v="5" actId="2696"/>
        <pc:sldMkLst>
          <pc:docMk/>
          <pc:sldMk cId="2135983872" sldId="599"/>
        </pc:sldMkLst>
      </pc:sldChg>
      <pc:sldChg chg="del">
        <pc:chgData name="Long B Nguyen" userId="f59fb8f3-a021-417a-8bc1-65c8d471c621" providerId="ADAL" clId="{E3DA9E26-CE90-3A40-9745-4D67E6DCA3BF}" dt="2020-03-30T02:24:14.358" v="6" actId="2696"/>
        <pc:sldMkLst>
          <pc:docMk/>
          <pc:sldMk cId="3082545194" sldId="600"/>
        </pc:sldMkLst>
      </pc:sldChg>
      <pc:sldChg chg="del">
        <pc:chgData name="Long B Nguyen" userId="f59fb8f3-a021-417a-8bc1-65c8d471c621" providerId="ADAL" clId="{E3DA9E26-CE90-3A40-9745-4D67E6DCA3BF}" dt="2020-03-30T02:24:14.375" v="7" actId="2696"/>
        <pc:sldMkLst>
          <pc:docMk/>
          <pc:sldMk cId="3805116294" sldId="601"/>
        </pc:sldMkLst>
      </pc:sldChg>
      <pc:sldChg chg="del">
        <pc:chgData name="Long B Nguyen" userId="f59fb8f3-a021-417a-8bc1-65c8d471c621" providerId="ADAL" clId="{E3DA9E26-CE90-3A40-9745-4D67E6DCA3BF}" dt="2020-03-30T02:24:14.390" v="8" actId="2696"/>
        <pc:sldMkLst>
          <pc:docMk/>
          <pc:sldMk cId="2482297390" sldId="602"/>
        </pc:sldMkLst>
      </pc:sldChg>
      <pc:sldChg chg="del">
        <pc:chgData name="Long B Nguyen" userId="f59fb8f3-a021-417a-8bc1-65c8d471c621" providerId="ADAL" clId="{E3DA9E26-CE90-3A40-9745-4D67E6DCA3BF}" dt="2020-03-30T02:24:14.410" v="9" actId="2696"/>
        <pc:sldMkLst>
          <pc:docMk/>
          <pc:sldMk cId="3316801220" sldId="603"/>
        </pc:sldMkLst>
      </pc:sldChg>
      <pc:sldChg chg="del">
        <pc:chgData name="Long B Nguyen" userId="f59fb8f3-a021-417a-8bc1-65c8d471c621" providerId="ADAL" clId="{E3DA9E26-CE90-3A40-9745-4D67E6DCA3BF}" dt="2020-03-30T02:24:14.428" v="10" actId="2696"/>
        <pc:sldMkLst>
          <pc:docMk/>
          <pc:sldMk cId="1665439849" sldId="605"/>
        </pc:sldMkLst>
      </pc:sldChg>
      <pc:sldChg chg="del">
        <pc:chgData name="Long B Nguyen" userId="f59fb8f3-a021-417a-8bc1-65c8d471c621" providerId="ADAL" clId="{E3DA9E26-CE90-3A40-9745-4D67E6DCA3BF}" dt="2020-03-30T02:24:14.443" v="11" actId="2696"/>
        <pc:sldMkLst>
          <pc:docMk/>
          <pc:sldMk cId="1196991583" sldId="606"/>
        </pc:sldMkLst>
      </pc:sldChg>
      <pc:sldChg chg="del">
        <pc:chgData name="Long B Nguyen" userId="f59fb8f3-a021-417a-8bc1-65c8d471c621" providerId="ADAL" clId="{E3DA9E26-CE90-3A40-9745-4D67E6DCA3BF}" dt="2020-03-30T02:24:14.466" v="12" actId="2696"/>
        <pc:sldMkLst>
          <pc:docMk/>
          <pc:sldMk cId="2747083858" sldId="607"/>
        </pc:sldMkLst>
      </pc:sldChg>
      <pc:sldChg chg="del">
        <pc:chgData name="Long B Nguyen" userId="f59fb8f3-a021-417a-8bc1-65c8d471c621" providerId="ADAL" clId="{E3DA9E26-CE90-3A40-9745-4D67E6DCA3BF}" dt="2020-03-30T02:24:14.485" v="13" actId="2696"/>
        <pc:sldMkLst>
          <pc:docMk/>
          <pc:sldMk cId="2430561500" sldId="609"/>
        </pc:sldMkLst>
      </pc:sldChg>
      <pc:sldChg chg="del">
        <pc:chgData name="Long B Nguyen" userId="f59fb8f3-a021-417a-8bc1-65c8d471c621" providerId="ADAL" clId="{E3DA9E26-CE90-3A40-9745-4D67E6DCA3BF}" dt="2020-03-30T02:24:14.498" v="14" actId="2696"/>
        <pc:sldMkLst>
          <pc:docMk/>
          <pc:sldMk cId="1660288031" sldId="610"/>
        </pc:sldMkLst>
      </pc:sldChg>
      <pc:sldChg chg="del">
        <pc:chgData name="Long B Nguyen" userId="f59fb8f3-a021-417a-8bc1-65c8d471c621" providerId="ADAL" clId="{E3DA9E26-CE90-3A40-9745-4D67E6DCA3BF}" dt="2020-03-30T02:24:14.522" v="15" actId="2696"/>
        <pc:sldMkLst>
          <pc:docMk/>
          <pc:sldMk cId="1203333742" sldId="611"/>
        </pc:sldMkLst>
      </pc:sldChg>
      <pc:sldChg chg="del">
        <pc:chgData name="Long B Nguyen" userId="f59fb8f3-a021-417a-8bc1-65c8d471c621" providerId="ADAL" clId="{E3DA9E26-CE90-3A40-9745-4D67E6DCA3BF}" dt="2020-03-30T02:24:14.544" v="17" actId="2696"/>
        <pc:sldMkLst>
          <pc:docMk/>
          <pc:sldMk cId="186989517" sldId="612"/>
        </pc:sldMkLst>
      </pc:sldChg>
    </pc:docChg>
  </pc:docChgLst>
  <pc:docChgLst>
    <pc:chgData name="Long B Nguyen" userId="f59fb8f3-a021-417a-8bc1-65c8d471c621" providerId="ADAL" clId="{E0F06767-2B96-854C-814D-783C3139827A}"/>
    <pc:docChg chg="addSld delSld modSld">
      <pc:chgData name="Long B Nguyen" userId="f59fb8f3-a021-417a-8bc1-65c8d471c621" providerId="ADAL" clId="{E0F06767-2B96-854C-814D-783C3139827A}" dt="2025-02-03T12:57:44.294" v="11"/>
      <pc:docMkLst>
        <pc:docMk/>
      </pc:docMkLst>
      <pc:sldChg chg="del">
        <pc:chgData name="Long B Nguyen" userId="f59fb8f3-a021-417a-8bc1-65c8d471c621" providerId="ADAL" clId="{E0F06767-2B96-854C-814D-783C3139827A}" dt="2025-02-03T12:56:48.746" v="6" actId="2696"/>
        <pc:sldMkLst>
          <pc:docMk/>
          <pc:sldMk cId="3124746191" sldId="588"/>
        </pc:sldMkLst>
      </pc:sldChg>
      <pc:sldChg chg="del">
        <pc:chgData name="Long B Nguyen" userId="f59fb8f3-a021-417a-8bc1-65c8d471c621" providerId="ADAL" clId="{E0F06767-2B96-854C-814D-783C3139827A}" dt="2025-02-03T12:56:49.264" v="7" actId="2696"/>
        <pc:sldMkLst>
          <pc:docMk/>
          <pc:sldMk cId="2267031669" sldId="589"/>
        </pc:sldMkLst>
      </pc:sldChg>
      <pc:sldChg chg="modSp modAnim">
        <pc:chgData name="Long B Nguyen" userId="f59fb8f3-a021-417a-8bc1-65c8d471c621" providerId="ADAL" clId="{E0F06767-2B96-854C-814D-783C3139827A}" dt="2025-02-03T12:56:18.413" v="4" actId="20577"/>
        <pc:sldMkLst>
          <pc:docMk/>
          <pc:sldMk cId="3182606397" sldId="600"/>
        </pc:sldMkLst>
      </pc:sldChg>
      <pc:sldChg chg="del">
        <pc:chgData name="Long B Nguyen" userId="f59fb8f3-a021-417a-8bc1-65c8d471c621" providerId="ADAL" clId="{E0F06767-2B96-854C-814D-783C3139827A}" dt="2025-02-03T12:56:46.646" v="5" actId="2696"/>
        <pc:sldMkLst>
          <pc:docMk/>
          <pc:sldMk cId="1311847592" sldId="601"/>
        </pc:sldMkLst>
      </pc:sldChg>
      <pc:sldChg chg="del">
        <pc:chgData name="Long B Nguyen" userId="f59fb8f3-a021-417a-8bc1-65c8d471c621" providerId="ADAL" clId="{E0F06767-2B96-854C-814D-783C3139827A}" dt="2025-02-03T12:55:52.647" v="1" actId="2696"/>
        <pc:sldMkLst>
          <pc:docMk/>
          <pc:sldMk cId="4014748011" sldId="615"/>
        </pc:sldMkLst>
      </pc:sldChg>
      <pc:sldChg chg="del">
        <pc:chgData name="Long B Nguyen" userId="f59fb8f3-a021-417a-8bc1-65c8d471c621" providerId="ADAL" clId="{E0F06767-2B96-854C-814D-783C3139827A}" dt="2025-02-03T12:55:52.655" v="2" actId="2696"/>
        <pc:sldMkLst>
          <pc:docMk/>
          <pc:sldMk cId="445830501" sldId="616"/>
        </pc:sldMkLst>
      </pc:sldChg>
      <pc:sldChg chg="del">
        <pc:chgData name="Long B Nguyen" userId="f59fb8f3-a021-417a-8bc1-65c8d471c621" providerId="ADAL" clId="{E0F06767-2B96-854C-814D-783C3139827A}" dt="2025-02-03T12:55:52.662" v="3" actId="2696"/>
        <pc:sldMkLst>
          <pc:docMk/>
          <pc:sldMk cId="3966117082" sldId="617"/>
        </pc:sldMkLst>
      </pc:sldChg>
      <pc:sldChg chg="del">
        <pc:chgData name="Long B Nguyen" userId="f59fb8f3-a021-417a-8bc1-65c8d471c621" providerId="ADAL" clId="{E0F06767-2B96-854C-814D-783C3139827A}" dt="2025-02-03T12:55:52.637" v="0" actId="2696"/>
        <pc:sldMkLst>
          <pc:docMk/>
          <pc:sldMk cId="1946329213" sldId="618"/>
        </pc:sldMkLst>
      </pc:sldChg>
      <pc:sldChg chg="add">
        <pc:chgData name="Long B Nguyen" userId="f59fb8f3-a021-417a-8bc1-65c8d471c621" providerId="ADAL" clId="{E0F06767-2B96-854C-814D-783C3139827A}" dt="2025-02-03T12:57:44.294" v="11"/>
        <pc:sldMkLst>
          <pc:docMk/>
          <pc:sldMk cId="1676973257" sldId="628"/>
        </pc:sldMkLst>
      </pc:sldChg>
      <pc:sldChg chg="modSp del mod">
        <pc:chgData name="Long B Nguyen" userId="f59fb8f3-a021-417a-8bc1-65c8d471c621" providerId="ADAL" clId="{E0F06767-2B96-854C-814D-783C3139827A}" dt="2025-02-03T12:57:42.867" v="10" actId="2696"/>
        <pc:sldMkLst>
          <pc:docMk/>
          <pc:sldMk cId="3840974351" sldId="628"/>
        </pc:sldMkLst>
      </pc:sldChg>
      <pc:sldChg chg="del">
        <pc:chgData name="Long B Nguyen" userId="f59fb8f3-a021-417a-8bc1-65c8d471c621" providerId="ADAL" clId="{E0F06767-2B96-854C-814D-783C3139827A}" dt="2025-02-03T12:57:42.867" v="10" actId="2696"/>
        <pc:sldMkLst>
          <pc:docMk/>
          <pc:sldMk cId="3303101877" sldId="629"/>
        </pc:sldMkLst>
      </pc:sldChg>
      <pc:sldChg chg="add">
        <pc:chgData name="Long B Nguyen" userId="f59fb8f3-a021-417a-8bc1-65c8d471c621" providerId="ADAL" clId="{E0F06767-2B96-854C-814D-783C3139827A}" dt="2025-02-03T12:57:44.294" v="11"/>
        <pc:sldMkLst>
          <pc:docMk/>
          <pc:sldMk cId="4019444777" sldId="629"/>
        </pc:sldMkLst>
      </pc:sldChg>
    </pc:docChg>
  </pc:docChgLst>
  <pc:docChgLst>
    <pc:chgData name="Long Nguyen" userId="f59fb8f3-a021-417a-8bc1-65c8d471c621" providerId="ADAL" clId="{BE60086D-C8BE-EB48-98A6-5211096C9507}"/>
    <pc:docChg chg="delSld">
      <pc:chgData name="Long Nguyen" userId="f59fb8f3-a021-417a-8bc1-65c8d471c621" providerId="ADAL" clId="{BE60086D-C8BE-EB48-98A6-5211096C9507}" dt="2022-11-28T12:40:58.875" v="4" actId="2696"/>
      <pc:docMkLst>
        <pc:docMk/>
      </pc:docMkLst>
      <pc:sldChg chg="del">
        <pc:chgData name="Long Nguyen" userId="f59fb8f3-a021-417a-8bc1-65c8d471c621" providerId="ADAL" clId="{BE60086D-C8BE-EB48-98A6-5211096C9507}" dt="2022-11-28T12:40:42.596" v="0" actId="2696"/>
        <pc:sldMkLst>
          <pc:docMk/>
          <pc:sldMk cId="394221605" sldId="554"/>
        </pc:sldMkLst>
      </pc:sldChg>
      <pc:sldChg chg="del">
        <pc:chgData name="Long Nguyen" userId="f59fb8f3-a021-417a-8bc1-65c8d471c621" providerId="ADAL" clId="{BE60086D-C8BE-EB48-98A6-5211096C9507}" dt="2022-11-28T12:40:55.955" v="2" actId="2696"/>
        <pc:sldMkLst>
          <pc:docMk/>
          <pc:sldMk cId="2722290652" sldId="556"/>
        </pc:sldMkLst>
      </pc:sldChg>
      <pc:sldChg chg="del">
        <pc:chgData name="Long Nguyen" userId="f59fb8f3-a021-417a-8bc1-65c8d471c621" providerId="ADAL" clId="{BE60086D-C8BE-EB48-98A6-5211096C9507}" dt="2022-11-28T12:40:54.894" v="1" actId="2696"/>
        <pc:sldMkLst>
          <pc:docMk/>
          <pc:sldMk cId="258849706" sldId="559"/>
        </pc:sldMkLst>
      </pc:sldChg>
      <pc:sldChg chg="del">
        <pc:chgData name="Long Nguyen" userId="f59fb8f3-a021-417a-8bc1-65c8d471c621" providerId="ADAL" clId="{BE60086D-C8BE-EB48-98A6-5211096C9507}" dt="2022-11-28T12:40:57.657" v="3" actId="2696"/>
        <pc:sldMkLst>
          <pc:docMk/>
          <pc:sldMk cId="2633210752" sldId="560"/>
        </pc:sldMkLst>
      </pc:sldChg>
      <pc:sldChg chg="del">
        <pc:chgData name="Long Nguyen" userId="f59fb8f3-a021-417a-8bc1-65c8d471c621" providerId="ADAL" clId="{BE60086D-C8BE-EB48-98A6-5211096C9507}" dt="2022-11-28T12:40:58.875" v="4" actId="2696"/>
        <pc:sldMkLst>
          <pc:docMk/>
          <pc:sldMk cId="2072460006" sldId="561"/>
        </pc:sldMkLst>
      </pc:sldChg>
    </pc:docChg>
  </pc:docChgLst>
  <pc:docChgLst>
    <pc:chgData name="Long B Nguyen" userId="f59fb8f3-a021-417a-8bc1-65c8d471c621" providerId="ADAL" clId="{B5860C40-AA08-4447-A918-2D2782E0FC0B}"/>
    <pc:docChg chg="delSld modSld">
      <pc:chgData name="Long B Nguyen" userId="f59fb8f3-a021-417a-8bc1-65c8d471c621" providerId="ADAL" clId="{B5860C40-AA08-4447-A918-2D2782E0FC0B}" dt="2019-09-16T13:59:20.091" v="35" actId="2696"/>
      <pc:docMkLst>
        <pc:docMk/>
      </pc:docMkLst>
      <pc:sldChg chg="modSp">
        <pc:chgData name="Long B Nguyen" userId="f59fb8f3-a021-417a-8bc1-65c8d471c621" providerId="ADAL" clId="{B5860C40-AA08-4447-A918-2D2782E0FC0B}" dt="2019-09-16T13:58:36.640" v="18" actId="20577"/>
        <pc:sldMkLst>
          <pc:docMk/>
          <pc:sldMk cId="4247104139" sldId="2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DD99D2-A624-5E4F-A4E3-584054837B5A}" type="datetimeFigureOut">
              <a:rPr lang="en-US" smtClean="0"/>
              <a:t>12/9/25</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1B3AF5-F789-394E-94F2-430C8BDCE3F4}" type="slidenum">
              <a:rPr lang="en-US" smtClean="0"/>
              <a:t>‹#›</a:t>
            </a:fld>
            <a:endParaRPr lang="en-US"/>
          </a:p>
        </p:txBody>
      </p:sp>
    </p:spTree>
    <p:extLst>
      <p:ext uri="{BB962C8B-B14F-4D97-AF65-F5344CB8AC3E}">
        <p14:creationId xmlns:p14="http://schemas.microsoft.com/office/powerpoint/2010/main" val="1582262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10</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404031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11</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22994199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12</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1749263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13</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2910542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14</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10398537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a:extLst>
              <a:ext uri="{FF2B5EF4-FFF2-40B4-BE49-F238E27FC236}">
                <a16:creationId xmlns:a16="http://schemas.microsoft.com/office/drawing/2014/main" id="{E8095FB6-B64A-F146-9476-9C433CC38818}"/>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FCBA7E5D-E628-7140-9B10-1F7D24B99C84}" type="slidenum">
              <a:rPr lang="en-US" altLang="en-US"/>
              <a:pPr/>
              <a:t>15</a:t>
            </a:fld>
            <a:endParaRPr lang="en-US" altLang="en-US"/>
          </a:p>
        </p:txBody>
      </p:sp>
      <p:sp>
        <p:nvSpPr>
          <p:cNvPr id="44034" name="Rectangle 2">
            <a:extLst>
              <a:ext uri="{FF2B5EF4-FFF2-40B4-BE49-F238E27FC236}">
                <a16:creationId xmlns:a16="http://schemas.microsoft.com/office/drawing/2014/main" id="{DEFD57A4-9FBE-EC4B-B869-559A34F103D5}"/>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DD5A7D2F-C0FB-754C-8DCB-07BFDEC44F7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585955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a:extLst>
              <a:ext uri="{FF2B5EF4-FFF2-40B4-BE49-F238E27FC236}">
                <a16:creationId xmlns:a16="http://schemas.microsoft.com/office/drawing/2014/main" id="{986CDDE5-1C0D-9040-8169-7E861A543B80}"/>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6E6D6B7F-7411-6E4B-BF22-D422F16A5770}" type="slidenum">
              <a:rPr lang="en-US" altLang="en-US"/>
              <a:pPr/>
              <a:t>16</a:t>
            </a:fld>
            <a:endParaRPr lang="en-US" altLang="en-US"/>
          </a:p>
        </p:txBody>
      </p:sp>
      <p:sp>
        <p:nvSpPr>
          <p:cNvPr id="50178" name="Rectangle 2">
            <a:extLst>
              <a:ext uri="{FF2B5EF4-FFF2-40B4-BE49-F238E27FC236}">
                <a16:creationId xmlns:a16="http://schemas.microsoft.com/office/drawing/2014/main" id="{9ABDCF39-59D4-E749-8EDA-840F12D47EF1}"/>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CD5E002F-4752-684C-973B-F1B5922093E4}"/>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802880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1AC3CAEF-6444-904A-8CEC-9F39B7BEE5D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5D14BB6E-FC96-344A-B4E0-27895B327A35}" type="slidenum">
              <a:rPr lang="en-US" altLang="en-US"/>
              <a:pPr/>
              <a:t>17</a:t>
            </a:fld>
            <a:endParaRPr lang="en-US" altLang="en-US"/>
          </a:p>
        </p:txBody>
      </p:sp>
      <p:sp>
        <p:nvSpPr>
          <p:cNvPr id="41986" name="Rectangle 2">
            <a:extLst>
              <a:ext uri="{FF2B5EF4-FFF2-40B4-BE49-F238E27FC236}">
                <a16:creationId xmlns:a16="http://schemas.microsoft.com/office/drawing/2014/main" id="{0FA71902-1333-D343-9D02-68BEC75236D7}"/>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B12CE469-D47E-704A-8987-4EB92180A349}"/>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40173385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a:extLst>
              <a:ext uri="{FF2B5EF4-FFF2-40B4-BE49-F238E27FC236}">
                <a16:creationId xmlns:a16="http://schemas.microsoft.com/office/drawing/2014/main" id="{986CDDE5-1C0D-9040-8169-7E861A543B80}"/>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6E6D6B7F-7411-6E4B-BF22-D422F16A5770}" type="slidenum">
              <a:rPr lang="en-US" altLang="en-US"/>
              <a:pPr/>
              <a:t>18</a:t>
            </a:fld>
            <a:endParaRPr lang="en-US" altLang="en-US"/>
          </a:p>
        </p:txBody>
      </p:sp>
      <p:sp>
        <p:nvSpPr>
          <p:cNvPr id="50178" name="Rectangle 2">
            <a:extLst>
              <a:ext uri="{FF2B5EF4-FFF2-40B4-BE49-F238E27FC236}">
                <a16:creationId xmlns:a16="http://schemas.microsoft.com/office/drawing/2014/main" id="{9ABDCF39-59D4-E749-8EDA-840F12D47EF1}"/>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CD5E002F-4752-684C-973B-F1B5922093E4}"/>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12337341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a:extLst>
              <a:ext uri="{FF2B5EF4-FFF2-40B4-BE49-F238E27FC236}">
                <a16:creationId xmlns:a16="http://schemas.microsoft.com/office/drawing/2014/main" id="{365B336F-125C-074D-93A8-C9F1F3C9BAAD}"/>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DCBB9DCE-5A7A-B94F-B67C-E0D6D63D7B14}" type="slidenum">
              <a:rPr lang="en-US" altLang="en-US"/>
              <a:pPr/>
              <a:t>19</a:t>
            </a:fld>
            <a:endParaRPr lang="en-US" altLang="en-US"/>
          </a:p>
        </p:txBody>
      </p:sp>
      <p:sp>
        <p:nvSpPr>
          <p:cNvPr id="58370" name="Rectangle 2">
            <a:extLst>
              <a:ext uri="{FF2B5EF4-FFF2-40B4-BE49-F238E27FC236}">
                <a16:creationId xmlns:a16="http://schemas.microsoft.com/office/drawing/2014/main" id="{5E662D49-D8C4-9B46-8BA4-602F29CFAFDC}"/>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015FEEA-16AB-914A-BE97-2114E496B514}"/>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40505017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993CA72C-A587-604D-AE21-9A6063310675}"/>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A7B9A0AC-20AE-7345-A5A8-A613CAD6762C}" type="slidenum">
              <a:rPr lang="en-US" altLang="en-US"/>
              <a:pPr/>
              <a:t>20</a:t>
            </a:fld>
            <a:endParaRPr lang="en-US" altLang="en-US"/>
          </a:p>
        </p:txBody>
      </p:sp>
      <p:sp>
        <p:nvSpPr>
          <p:cNvPr id="60418" name="Rectangle 2">
            <a:extLst>
              <a:ext uri="{FF2B5EF4-FFF2-40B4-BE49-F238E27FC236}">
                <a16:creationId xmlns:a16="http://schemas.microsoft.com/office/drawing/2014/main" id="{4BBB7FC5-1DCC-534F-8085-A13D479DE772}"/>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58B6697-B511-124D-8061-9CCD9CB89D7A}"/>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16055598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993CA72C-A587-604D-AE21-9A6063310675}"/>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A7B9A0AC-20AE-7345-A5A8-A613CAD6762C}" type="slidenum">
              <a:rPr lang="en-US" altLang="en-US"/>
              <a:pPr/>
              <a:t>21</a:t>
            </a:fld>
            <a:endParaRPr lang="en-US" altLang="en-US"/>
          </a:p>
        </p:txBody>
      </p:sp>
      <p:sp>
        <p:nvSpPr>
          <p:cNvPr id="60418" name="Rectangle 2">
            <a:extLst>
              <a:ext uri="{FF2B5EF4-FFF2-40B4-BE49-F238E27FC236}">
                <a16:creationId xmlns:a16="http://schemas.microsoft.com/office/drawing/2014/main" id="{4BBB7FC5-1DCC-534F-8085-A13D479DE772}"/>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58B6697-B511-124D-8061-9CCD9CB89D7A}"/>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2307910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993CA72C-A587-604D-AE21-9A6063310675}"/>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A7B9A0AC-20AE-7345-A5A8-A613CAD6762C}" type="slidenum">
              <a:rPr lang="en-US" altLang="en-US"/>
              <a:pPr/>
              <a:t>23</a:t>
            </a:fld>
            <a:endParaRPr lang="en-US" altLang="en-US"/>
          </a:p>
        </p:txBody>
      </p:sp>
      <p:sp>
        <p:nvSpPr>
          <p:cNvPr id="60418" name="Rectangle 2">
            <a:extLst>
              <a:ext uri="{FF2B5EF4-FFF2-40B4-BE49-F238E27FC236}">
                <a16:creationId xmlns:a16="http://schemas.microsoft.com/office/drawing/2014/main" id="{4BBB7FC5-1DCC-534F-8085-A13D479DE772}"/>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58B6697-B511-124D-8061-9CCD9CB89D7A}"/>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4073512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993CA72C-A587-604D-AE21-9A6063310675}"/>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A7B9A0AC-20AE-7345-A5A8-A613CAD6762C}" type="slidenum">
              <a:rPr lang="en-US" altLang="en-US"/>
              <a:pPr/>
              <a:t>24</a:t>
            </a:fld>
            <a:endParaRPr lang="en-US" altLang="en-US"/>
          </a:p>
        </p:txBody>
      </p:sp>
      <p:sp>
        <p:nvSpPr>
          <p:cNvPr id="60418" name="Rectangle 2">
            <a:extLst>
              <a:ext uri="{FF2B5EF4-FFF2-40B4-BE49-F238E27FC236}">
                <a16:creationId xmlns:a16="http://schemas.microsoft.com/office/drawing/2014/main" id="{4BBB7FC5-1DCC-534F-8085-A13D479DE772}"/>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5300" name="Rectangle 3">
            <a:extLst>
              <a:ext uri="{FF2B5EF4-FFF2-40B4-BE49-F238E27FC236}">
                <a16:creationId xmlns:a16="http://schemas.microsoft.com/office/drawing/2014/main" id="{F58B6697-B511-124D-8061-9CCD9CB89D7A}"/>
              </a:ext>
            </a:extLst>
          </p:cNvPr>
          <p:cNvSpPr>
            <a:spLocks noGrp="1" noChangeArrowheads="1"/>
          </p:cNvSpPr>
          <p:nvPr>
            <p:ph type="body" idx="1"/>
          </p:nvPr>
        </p:nvSpPr>
        <p:spPr bwMode="auto">
          <a:xfrm>
            <a:off x="914400" y="4343400"/>
            <a:ext cx="5029200" cy="411480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square" numCol="1" anchor="t" anchorCtr="0" compatLnSpc="1">
            <a:prstTxWarp prst="textNoShape">
              <a:avLst/>
            </a:prstTxWarp>
          </a:bodyPr>
          <a:lstStyle/>
          <a:p>
            <a:pPr eaLnBrk="1" hangingPunct="1">
              <a:defRPr/>
            </a:pPr>
            <a:endParaRPr lang="en-US">
              <a:cs typeface="+mn-cs"/>
            </a:endParaRPr>
          </a:p>
        </p:txBody>
      </p:sp>
    </p:spTree>
    <p:extLst>
      <p:ext uri="{BB962C8B-B14F-4D97-AF65-F5344CB8AC3E}">
        <p14:creationId xmlns:p14="http://schemas.microsoft.com/office/powerpoint/2010/main" val="3506380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6F47CA-F895-6945-BE27-26692229FACF}"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242896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A7C96B-D6FF-5D47-8EF3-542FD5A88E7C}"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809770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A6358E7-4856-3046-9420-8ADBF7A86D8C}"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84383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779F35A-9F43-7048-AA95-2DCA7E8C0780}" type="datetime1">
              <a:rPr lang="en-US" smtClean="0"/>
              <a:t>12/9/25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74480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087563"/>
            <a:ext cx="3868340"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087563"/>
            <a:ext cx="3887391"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7CB2D7C-E370-DC40-8D10-DF8CB1A188CA}" type="datetime1">
              <a:rPr lang="en-US" smtClean="0"/>
              <a:t>12/9/25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996810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AA69A2-3CD0-BE49-AF6E-9E037A40F43F}" type="datetime1">
              <a:rPr lang="en-US" smtClean="0"/>
              <a:t>12/9/25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85434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EB50D9D-ACA9-3C4A-A3FC-7A265C0CEBD3}" type="datetime1">
              <a:rPr lang="en-US" smtClean="0"/>
              <a:t>12/9/25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42545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A08B2DD4-8739-D748-B308-CD7D801B0131}" type="datetime1">
              <a:rPr lang="en-US" smtClean="0"/>
              <a:t>12/9/25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33161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98622575-E24A-D548-838B-E385F9D0E59A}" type="datetime1">
              <a:rPr lang="en-US" smtClean="0"/>
              <a:t>12/9/25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66140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F706D67-2012-D043-9F80-5C2BDD609BD3}"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102194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79ACE4-03B6-794A-A48C-13F9598CCD28}" type="datetime1">
              <a:rPr lang="en-US" smtClean="0"/>
              <a:t>12/9/25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522375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75000"/>
                  </a:schemeClr>
                </a:solidFill>
              </a:defRPr>
            </a:lvl1pPr>
          </a:lstStyle>
          <a:p>
            <a:fld id="{272BAF4E-9F7C-284D-B40D-0B83E546F887}" type="datetime1">
              <a:rPr lang="en-US" smtClean="0"/>
              <a:t>12/9/25</a:t>
            </a:fld>
            <a:endParaRPr lang="en-US" dirty="0"/>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2137727167"/>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962611-DFD5-4092-AAFD-559E3DFCE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6616" y="0"/>
            <a:ext cx="8182719" cy="5715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2270F1FA-0425-408F-9861-80BF5AFB27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9144000" cy="5715000"/>
          </a:xfrm>
          <a:prstGeom prst="rect">
            <a:avLst/>
          </a:prstGeom>
        </p:spPr>
      </p:pic>
      <p:sp>
        <p:nvSpPr>
          <p:cNvPr id="2" name="Title 1">
            <a:extLst>
              <a:ext uri="{FF2B5EF4-FFF2-40B4-BE49-F238E27FC236}">
                <a16:creationId xmlns:a16="http://schemas.microsoft.com/office/drawing/2014/main" id="{6117A749-B1BA-E24B-8FB0-0604EF651FB3}"/>
              </a:ext>
            </a:extLst>
          </p:cNvPr>
          <p:cNvSpPr>
            <a:spLocks noGrp="1"/>
          </p:cNvSpPr>
          <p:nvPr>
            <p:ph type="ctrTitle"/>
          </p:nvPr>
        </p:nvSpPr>
        <p:spPr>
          <a:xfrm>
            <a:off x="1741470" y="1329785"/>
            <a:ext cx="5661060" cy="1692546"/>
          </a:xfrm>
        </p:spPr>
        <p:txBody>
          <a:bodyPr>
            <a:normAutofit/>
          </a:bodyPr>
          <a:lstStyle/>
          <a:p>
            <a:r>
              <a:rPr lang="en-US" dirty="0">
                <a:solidFill>
                  <a:srgbClr val="FFFFFF"/>
                </a:solidFill>
              </a:rPr>
              <a:t>Algorithms</a:t>
            </a:r>
          </a:p>
        </p:txBody>
      </p:sp>
      <p:sp>
        <p:nvSpPr>
          <p:cNvPr id="3" name="Subtitle 2">
            <a:extLst>
              <a:ext uri="{FF2B5EF4-FFF2-40B4-BE49-F238E27FC236}">
                <a16:creationId xmlns:a16="http://schemas.microsoft.com/office/drawing/2014/main" id="{1BDC47C8-6776-7B44-9CD4-95FC91452D62}"/>
              </a:ext>
            </a:extLst>
          </p:cNvPr>
          <p:cNvSpPr>
            <a:spLocks noGrp="1"/>
          </p:cNvSpPr>
          <p:nvPr>
            <p:ph type="subTitle" idx="1"/>
          </p:nvPr>
        </p:nvSpPr>
        <p:spPr>
          <a:xfrm>
            <a:off x="1857054" y="3113571"/>
            <a:ext cx="5429892" cy="713751"/>
          </a:xfrm>
        </p:spPr>
        <p:txBody>
          <a:bodyPr>
            <a:normAutofit/>
          </a:bodyPr>
          <a:lstStyle/>
          <a:p>
            <a:endParaRPr lang="en-US" b="1" dirty="0">
              <a:solidFill>
                <a:srgbClr val="FFFFFF"/>
              </a:solidFill>
            </a:endParaRPr>
          </a:p>
        </p:txBody>
      </p:sp>
      <p:sp>
        <p:nvSpPr>
          <p:cNvPr id="4" name="Subtitle 2">
            <a:extLst>
              <a:ext uri="{FF2B5EF4-FFF2-40B4-BE49-F238E27FC236}">
                <a16:creationId xmlns:a16="http://schemas.microsoft.com/office/drawing/2014/main" id="{C4071586-F58C-CD48-BB49-60F4B2277ED8}"/>
              </a:ext>
            </a:extLst>
          </p:cNvPr>
          <p:cNvSpPr txBox="1">
            <a:spLocks/>
          </p:cNvSpPr>
          <p:nvPr/>
        </p:nvSpPr>
        <p:spPr>
          <a:xfrm>
            <a:off x="2183952" y="3285007"/>
            <a:ext cx="4507445" cy="542315"/>
          </a:xfrm>
          <a:prstGeom prst="rect">
            <a:avLst/>
          </a:prstGeom>
        </p:spPr>
        <p:txBody>
          <a:bodyPr vert="horz" lIns="91440" tIns="45720" rIns="91440" bIns="45720" rtlCol="0">
            <a:normAutofit/>
          </a:bodyPr>
          <a:lstStyle>
            <a:lvl1pPr marL="0" indent="0" algn="ctr" defTabSz="685800" rtl="0" eaLnBrk="1" latinLnBrk="0" hangingPunct="1">
              <a:lnSpc>
                <a:spcPct val="90000"/>
              </a:lnSpc>
              <a:spcBef>
                <a:spcPts val="750"/>
              </a:spcBef>
              <a:buFont typeface="Arial" panose="020B0604020202020204" pitchFamily="34" charset="0"/>
              <a:buNone/>
              <a:defRPr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9pPr>
          </a:lstStyle>
          <a:p>
            <a:pPr algn="l"/>
            <a:endParaRPr lang="en-US" sz="2400" b="1" dirty="0"/>
          </a:p>
        </p:txBody>
      </p:sp>
      <p:sp>
        <p:nvSpPr>
          <p:cNvPr id="5" name="Slide Number Placeholder 4">
            <a:extLst>
              <a:ext uri="{FF2B5EF4-FFF2-40B4-BE49-F238E27FC236}">
                <a16:creationId xmlns:a16="http://schemas.microsoft.com/office/drawing/2014/main" id="{06E64B9F-47E7-6140-ACE4-2F0740B36099}"/>
              </a:ext>
            </a:extLst>
          </p:cNvPr>
          <p:cNvSpPr>
            <a:spLocks noGrp="1"/>
          </p:cNvSpPr>
          <p:nvPr>
            <p:ph type="sldNum" sz="quarter" idx="12"/>
          </p:nvPr>
        </p:nvSpPr>
        <p:spPr/>
        <p:txBody>
          <a:bodyPr/>
          <a:lstStyle/>
          <a:p>
            <a:fld id="{D57F1E4F-1CFF-5643-939E-02111984F565}" type="slidenum">
              <a:rPr lang="en-US" smtClean="0"/>
              <a:t>1</a:t>
            </a:fld>
            <a:endParaRPr lang="en-US" dirty="0"/>
          </a:p>
        </p:txBody>
      </p:sp>
    </p:spTree>
    <p:extLst>
      <p:ext uri="{BB962C8B-B14F-4D97-AF65-F5344CB8AC3E}">
        <p14:creationId xmlns:p14="http://schemas.microsoft.com/office/powerpoint/2010/main" val="4247104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104519"/>
            <a:ext cx="7724240" cy="679442"/>
          </a:xfrm>
        </p:spPr>
        <p:txBody>
          <a:bodyPr/>
          <a:lstStyle/>
          <a:p>
            <a:pPr eaLnBrk="1" hangingPunct="1">
              <a:defRPr/>
            </a:pPr>
            <a:r>
              <a:rPr lang="en-US" dirty="0">
                <a:cs typeface="+mj-cs"/>
              </a:rPr>
              <a:t>Algorithms</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783961"/>
            <a:ext cx="8537825" cy="4931039"/>
          </a:xfrm>
        </p:spPr>
        <p:txBody>
          <a:bodyPr/>
          <a:lstStyle/>
          <a:p>
            <a:pPr marL="0" indent="0">
              <a:buNone/>
            </a:pPr>
            <a:r>
              <a:rPr lang="en-US" dirty="0"/>
              <a:t>An </a:t>
            </a:r>
            <a:r>
              <a:rPr lang="en-US" b="1" dirty="0"/>
              <a:t>algorithm</a:t>
            </a:r>
            <a:r>
              <a:rPr lang="en-US" i="1" dirty="0"/>
              <a:t> </a:t>
            </a:r>
            <a:r>
              <a:rPr lang="en-US" dirty="0"/>
              <a:t>is a finite set of instructions that accomplish a specific task.</a:t>
            </a:r>
          </a:p>
          <a:p>
            <a:pPr marL="0" indent="0">
              <a:buNone/>
            </a:pPr>
            <a:endParaRPr lang="en-US" sz="2000" dirty="0"/>
          </a:p>
          <a:p>
            <a:pPr marL="0" indent="0">
              <a:buNone/>
            </a:pPr>
            <a:r>
              <a:rPr lang="en-US" dirty="0"/>
              <a:t>Every algorithm can be constructed using combinations of sequencing, selection, and iteration. </a:t>
            </a:r>
            <a:endParaRPr lang="en-US" sz="2000" dirty="0"/>
          </a:p>
          <a:p>
            <a:pPr marL="0" indent="0">
              <a:buNone/>
            </a:pPr>
            <a:endParaRPr lang="en-US" sz="2000" dirty="0"/>
          </a:p>
          <a:p>
            <a:pPr marL="0" indent="0">
              <a:buNone/>
            </a:pPr>
            <a:r>
              <a:rPr lang="en-US" b="1" dirty="0"/>
              <a:t>Sequencing</a:t>
            </a:r>
            <a:r>
              <a:rPr lang="en-US" i="1" dirty="0"/>
              <a:t> </a:t>
            </a:r>
            <a:r>
              <a:rPr lang="en-US" dirty="0"/>
              <a:t>is the application of each step of an algorithm in the order in which the code statements are given. (for example, following a baking recipe requires that steps are taken in a certain order)</a:t>
            </a:r>
            <a:endParaRPr lang="en-US" i="1" dirty="0"/>
          </a:p>
          <a:p>
            <a:pPr marL="0" indent="0">
              <a:buNone/>
            </a:pPr>
            <a:r>
              <a:rPr lang="en-US" b="1" dirty="0"/>
              <a:t>Iteration</a:t>
            </a:r>
            <a:r>
              <a:rPr lang="en-US" i="1" dirty="0"/>
              <a:t> </a:t>
            </a:r>
            <a:r>
              <a:rPr lang="en-US" dirty="0"/>
              <a:t>is a repeating portion of an algorithm. Iteration repeats a specified number of times or until a given condition is met. </a:t>
            </a:r>
            <a:endParaRPr lang="en-US" sz="2000" dirty="0"/>
          </a:p>
          <a:p>
            <a:pPr marL="0" indent="0">
              <a:buNone/>
            </a:pPr>
            <a:r>
              <a:rPr lang="en-US" b="1" dirty="0"/>
              <a:t>Selection</a:t>
            </a:r>
            <a:r>
              <a:rPr lang="en-US" i="1" dirty="0"/>
              <a:t> </a:t>
            </a:r>
            <a:r>
              <a:rPr lang="en-US" dirty="0"/>
              <a:t>determines which parts of an algorithm are executed based on a condition being true or false. </a:t>
            </a:r>
          </a:p>
          <a:p>
            <a:pPr marL="0" indent="0">
              <a:buNone/>
            </a:pPr>
            <a:endParaRPr lang="en-US" sz="2000" dirty="0"/>
          </a:p>
          <a:p>
            <a:pPr marL="0" indent="0">
              <a:buNone/>
            </a:pPr>
            <a:r>
              <a:rPr lang="en-US" sz="2000" dirty="0"/>
              <a:t>We will discuss some important algorithms in this lecture. </a:t>
            </a:r>
          </a:p>
          <a:p>
            <a:pPr marL="0" indent="0">
              <a:buNone/>
            </a:pPr>
            <a:endParaRPr lang="en-US" sz="2000" dirty="0"/>
          </a:p>
          <a:p>
            <a:pPr marL="0" indent="0">
              <a:buNone/>
            </a:pPr>
            <a:endParaRPr lang="en-US" sz="2000" dirty="0"/>
          </a:p>
          <a:p>
            <a:pPr marL="0" indent="0">
              <a:buNone/>
            </a:pPr>
            <a:endParaRPr lang="en-US" altLang="en-US" sz="1833" dirty="0">
              <a:ea typeface="ＭＳ Ｐゴシック" panose="020B0600070205080204" pitchFamily="34" charset="-128"/>
            </a:endParaRP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4C64C124-274A-7B49-AF43-41B6CD5BD0DB}"/>
              </a:ext>
            </a:extLst>
          </p:cNvPr>
          <p:cNvSpPr>
            <a:spLocks noGrp="1"/>
          </p:cNvSpPr>
          <p:nvPr>
            <p:ph type="sldNum" sz="quarter" idx="12"/>
          </p:nvPr>
        </p:nvSpPr>
        <p:spPr/>
        <p:txBody>
          <a:bodyPr/>
          <a:lstStyle/>
          <a:p>
            <a:fld id="{D57F1E4F-1CFF-5643-939E-02111984F565}" type="slidenum">
              <a:rPr lang="en-US" smtClean="0"/>
              <a:t>2</a:t>
            </a:fld>
            <a:endParaRPr lang="en-US" dirty="0"/>
          </a:p>
        </p:txBody>
      </p:sp>
    </p:spTree>
    <p:extLst>
      <p:ext uri="{BB962C8B-B14F-4D97-AF65-F5344CB8AC3E}">
        <p14:creationId xmlns:p14="http://schemas.microsoft.com/office/powerpoint/2010/main" val="1844406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0"/>
            <a:ext cx="7724240" cy="679442"/>
          </a:xfrm>
        </p:spPr>
        <p:txBody>
          <a:bodyPr/>
          <a:lstStyle/>
          <a:p>
            <a:pPr eaLnBrk="1" hangingPunct="1">
              <a:defRPr/>
            </a:pPr>
            <a:r>
              <a:rPr lang="en-US" dirty="0">
                <a:cs typeface="+mj-cs"/>
              </a:rPr>
              <a:t>Sequential search</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554050"/>
            <a:ext cx="8537825" cy="5047180"/>
          </a:xfrm>
        </p:spPr>
        <p:txBody>
          <a:bodyPr/>
          <a:lstStyle/>
          <a:p>
            <a:pPr marL="0" indent="0">
              <a:buNone/>
            </a:pPr>
            <a:r>
              <a:rPr lang="en-US" dirty="0"/>
              <a:t>Linear search or sequential search algorithms check each element of a list, in order, until the desired value is found or all elements in the list have been checked. </a:t>
            </a:r>
            <a:r>
              <a:rPr lang="en-US" altLang="en-US" sz="2000" dirty="0">
                <a:ea typeface="ＭＳ Ｐゴシック" panose="020B0600070205080204" pitchFamily="34" charset="-128"/>
              </a:rPr>
              <a:t>Implement sequential search using list which returns the index of the target or -1 if it is not found. </a:t>
            </a:r>
            <a:endParaRPr lang="en-US" altLang="en-US" sz="1833" dirty="0">
              <a:ea typeface="ＭＳ Ｐゴシック" panose="020B0600070205080204" pitchFamily="34" charset="-128"/>
            </a:endParaRPr>
          </a:p>
          <a:p>
            <a:pPr marL="0" indent="0">
              <a:buNone/>
            </a:pPr>
            <a:r>
              <a:rPr lang="en-US" sz="1800" b="1" dirty="0">
                <a:solidFill>
                  <a:srgbClr val="34A327"/>
                </a:solidFill>
                <a:latin typeface="Inconsolata" panose="020B0609030003000000" pitchFamily="49" charset="77"/>
              </a:rPr>
              <a:t>def</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sequential_search</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lst</a:t>
            </a:r>
            <a:r>
              <a:rPr lang="en-US" sz="1800" b="1" dirty="0">
                <a:solidFill>
                  <a:srgbClr val="000000"/>
                </a:solidFill>
                <a:latin typeface="Inconsolata" panose="020B0609030003000000" pitchFamily="49" charset="77"/>
              </a:rPr>
              <a:t>, target):  </a:t>
            </a:r>
          </a:p>
          <a:p>
            <a:pPr marL="0" indent="0">
              <a:buNone/>
            </a:pPr>
            <a:r>
              <a:rPr lang="en-US" sz="1800" b="1" dirty="0">
                <a:solidFill>
                  <a:srgbClr val="006699"/>
                </a:solidFill>
                <a:latin typeface="Inconsolata" panose="020B0609030003000000" pitchFamily="49" charset="77"/>
              </a:rPr>
              <a:t>	for </a:t>
            </a:r>
            <a:r>
              <a:rPr lang="en-US" sz="1800" b="1" dirty="0" err="1">
                <a:solidFill>
                  <a:srgbClr val="006699"/>
                </a:solidFill>
                <a:latin typeface="Inconsolata" panose="020B0609030003000000" pitchFamily="49" charset="77"/>
              </a:rPr>
              <a:t>i</a:t>
            </a: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in range(</a:t>
            </a:r>
            <a:r>
              <a:rPr lang="en-US" sz="1800" b="1" dirty="0" err="1">
                <a:solidFill>
                  <a:srgbClr val="000087"/>
                </a:solidFill>
                <a:latin typeface="Inconsolata" panose="020B0609030003000000" pitchFamily="49" charset="77"/>
              </a:rPr>
              <a:t>len</a:t>
            </a:r>
            <a:r>
              <a:rPr lang="en-US" sz="1800" b="1" dirty="0">
                <a:solidFill>
                  <a:srgbClr val="000087"/>
                </a:solidFill>
                <a:latin typeface="Inconsolata" panose="020B0609030003000000" pitchFamily="49" charset="77"/>
              </a:rPr>
              <a:t>(</a:t>
            </a:r>
            <a:r>
              <a:rPr lang="en-US" sz="1800" b="1" dirty="0" err="1">
                <a:solidFill>
                  <a:srgbClr val="000087"/>
                </a:solidFill>
                <a:latin typeface="Inconsolata" panose="020B0609030003000000" pitchFamily="49" charset="77"/>
              </a:rPr>
              <a:t>lst</a:t>
            </a:r>
            <a:r>
              <a:rPr lang="en-US" sz="1800" b="1" dirty="0">
                <a:solidFill>
                  <a:srgbClr val="000087"/>
                </a:solidFill>
                <a:latin typeface="Inconsolata" panose="020B0609030003000000" pitchFamily="49" charset="77"/>
              </a:rPr>
              <a:t>))</a:t>
            </a:r>
            <a:r>
              <a:rPr lang="en-US" sz="1800" b="1" dirty="0">
                <a:solidFill>
                  <a:srgbClr val="336666"/>
                </a:solidFill>
                <a:latin typeface="Inconsolata" panose="020B0609030003000000" pitchFamily="49" charset="77"/>
              </a:rPr>
              <a:t>:</a:t>
            </a:r>
          </a:p>
          <a:p>
            <a:pPr marL="0" indent="0">
              <a:buNone/>
            </a:pPr>
            <a:r>
              <a:rPr lang="en-US" sz="1800" b="1" dirty="0">
                <a:solidFill>
                  <a:srgbClr val="336666"/>
                </a:solidFill>
                <a:latin typeface="Inconsolata" panose="020B0609030003000000" pitchFamily="49" charset="77"/>
              </a:rPr>
              <a:t>	    if </a:t>
            </a:r>
            <a:r>
              <a:rPr lang="en-US" sz="1800" b="1" dirty="0" err="1">
                <a:solidFill>
                  <a:srgbClr val="336666"/>
                </a:solidFill>
                <a:latin typeface="Inconsolata" panose="020B0609030003000000" pitchFamily="49" charset="77"/>
              </a:rPr>
              <a:t>lst</a:t>
            </a:r>
            <a:r>
              <a:rPr lang="en-US" sz="1800" b="1" dirty="0">
                <a:solidFill>
                  <a:srgbClr val="336666"/>
                </a:solidFill>
                <a:latin typeface="Inconsolata" panose="020B0609030003000000" pitchFamily="49" charset="77"/>
              </a:rPr>
              <a:t>[</a:t>
            </a:r>
            <a:r>
              <a:rPr lang="en-US" sz="1800" b="1" dirty="0" err="1">
                <a:solidFill>
                  <a:srgbClr val="336666"/>
                </a:solidFill>
                <a:latin typeface="Inconsolata" panose="020B0609030003000000" pitchFamily="49" charset="77"/>
              </a:rPr>
              <a:t>i</a:t>
            </a:r>
            <a:r>
              <a:rPr lang="en-US" sz="1800" b="1" dirty="0">
                <a:solidFill>
                  <a:srgbClr val="336666"/>
                </a:solidFill>
                <a:latin typeface="Inconsolata" panose="020B0609030003000000" pitchFamily="49" charset="77"/>
              </a:rPr>
              <a:t>] == target:</a:t>
            </a:r>
          </a:p>
          <a:p>
            <a:pPr marL="0" indent="0">
              <a:buNone/>
            </a:pPr>
            <a:r>
              <a:rPr lang="en-US" sz="1800" b="1" dirty="0">
                <a:solidFill>
                  <a:srgbClr val="336666"/>
                </a:solidFill>
                <a:latin typeface="Inconsolata" panose="020B0609030003000000" pitchFamily="49" charset="77"/>
              </a:rPr>
              <a:t>		  return </a:t>
            </a:r>
            <a:r>
              <a:rPr lang="en-US" sz="1800" b="1" dirty="0" err="1">
                <a:solidFill>
                  <a:srgbClr val="336666"/>
                </a:solidFill>
                <a:latin typeface="Inconsolata" panose="020B0609030003000000" pitchFamily="49" charset="77"/>
              </a:rPr>
              <a:t>i</a:t>
            </a:r>
            <a:endParaRPr lang="en-US" sz="1800" b="1" dirty="0">
              <a:solidFill>
                <a:srgbClr val="000000"/>
              </a:solidFill>
              <a:latin typeface="Inconsolata" panose="020B0609030003000000" pitchFamily="49" charset="77"/>
            </a:endParaRPr>
          </a:p>
          <a:p>
            <a:pPr marL="0" indent="0">
              <a:buNone/>
            </a:pPr>
            <a:r>
              <a:rPr lang="en-US" sz="1800" b="1" dirty="0">
                <a:solidFill>
                  <a:srgbClr val="34A327"/>
                </a:solidFill>
                <a:latin typeface="Inconsolata" panose="020B0609030003000000" pitchFamily="49" charset="77"/>
              </a:rPr>
              <a:t>   	return</a:t>
            </a:r>
            <a:r>
              <a:rPr lang="en-US" sz="1800" b="1" dirty="0">
                <a:solidFill>
                  <a:srgbClr val="000000"/>
                </a:solidFill>
                <a:latin typeface="Inconsolata" panose="020B0609030003000000" pitchFamily="49" charset="77"/>
              </a:rPr>
              <a:t> -1 </a:t>
            </a:r>
          </a:p>
          <a:p>
            <a:pPr marL="0" indent="0">
              <a:buNone/>
            </a:pPr>
            <a:r>
              <a:rPr lang="en-US" sz="2000" b="1" dirty="0">
                <a:latin typeface="INCONSOLATA" panose="020B0609030003000000" pitchFamily="49" charset="77"/>
              </a:rPr>
              <a:t>a = </a:t>
            </a:r>
            <a:r>
              <a:rPr lang="en-US" sz="2000" b="1" dirty="0" err="1">
                <a:latin typeface="INCONSOLATA" panose="020B0609030003000000" pitchFamily="49" charset="77"/>
              </a:rPr>
              <a:t>sequential_search</a:t>
            </a:r>
            <a:r>
              <a:rPr lang="en-US" sz="2000" b="1" dirty="0">
                <a:latin typeface="INCONSOLATA" panose="020B0609030003000000" pitchFamily="49" charset="77"/>
              </a:rPr>
              <a:t>([3,0,5,1], 0) # a = 1</a:t>
            </a:r>
          </a:p>
          <a:p>
            <a:pPr marL="0" indent="0">
              <a:buNone/>
            </a:pPr>
            <a:r>
              <a:rPr lang="en-US" sz="2000" b="1" dirty="0">
                <a:latin typeface="Inconsolata" panose="020B0609030003000000" pitchFamily="49" charset="77"/>
              </a:rPr>
              <a:t>print(a) # 1</a:t>
            </a:r>
            <a:endParaRPr lang="en-US" altLang="en-US" sz="1833" dirty="0">
              <a:ea typeface="ＭＳ Ｐゴシック" panose="020B0600070205080204" pitchFamily="34" charset="-128"/>
            </a:endParaRP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212358BB-7F38-DE4B-B13F-EC3F7FF7E613}"/>
              </a:ext>
            </a:extLst>
          </p:cNvPr>
          <p:cNvSpPr>
            <a:spLocks noGrp="1"/>
          </p:cNvSpPr>
          <p:nvPr>
            <p:ph type="sldNum" sz="quarter" idx="12"/>
          </p:nvPr>
        </p:nvSpPr>
        <p:spPr/>
        <p:txBody>
          <a:bodyPr/>
          <a:lstStyle/>
          <a:p>
            <a:fld id="{D57F1E4F-1CFF-5643-939E-02111984F565}" type="slidenum">
              <a:rPr lang="en-US" smtClean="0"/>
              <a:t>3</a:t>
            </a:fld>
            <a:endParaRPr lang="en-US" dirty="0"/>
          </a:p>
        </p:txBody>
      </p:sp>
      <p:cxnSp>
        <p:nvCxnSpPr>
          <p:cNvPr id="4" name="Straight Arrow Connector 3">
            <a:extLst>
              <a:ext uri="{FF2B5EF4-FFF2-40B4-BE49-F238E27FC236}">
                <a16:creationId xmlns:a16="http://schemas.microsoft.com/office/drawing/2014/main" id="{6F7FAA95-1CB1-6246-9247-83FDFD7281C5}"/>
              </a:ext>
            </a:extLst>
          </p:cNvPr>
          <p:cNvCxnSpPr>
            <a:cxnSpLocks/>
          </p:cNvCxnSpPr>
          <p:nvPr/>
        </p:nvCxnSpPr>
        <p:spPr>
          <a:xfrm flipH="1" flipV="1">
            <a:off x="3093929" y="2129425"/>
            <a:ext cx="588723" cy="140291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96833A3-9446-104B-8B36-CF472B191E13}"/>
              </a:ext>
            </a:extLst>
          </p:cNvPr>
          <p:cNvCxnSpPr>
            <a:cxnSpLocks/>
          </p:cNvCxnSpPr>
          <p:nvPr/>
        </p:nvCxnSpPr>
        <p:spPr>
          <a:xfrm flipH="1" flipV="1">
            <a:off x="3983277" y="2129424"/>
            <a:ext cx="588723" cy="140291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2582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14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0"/>
            <a:ext cx="7724240" cy="679442"/>
          </a:xfrm>
        </p:spPr>
        <p:txBody>
          <a:bodyPr/>
          <a:lstStyle/>
          <a:p>
            <a:pPr eaLnBrk="1" hangingPunct="1">
              <a:defRPr/>
            </a:pPr>
            <a:r>
              <a:rPr lang="en-US" dirty="0">
                <a:cs typeface="+mj-cs"/>
              </a:rPr>
              <a:t>Sequential search</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554050"/>
            <a:ext cx="8537825" cy="5047180"/>
          </a:xfrm>
        </p:spPr>
        <p:txBody>
          <a:bodyPr/>
          <a:lstStyle/>
          <a:p>
            <a:pPr marL="0" indent="0">
              <a:buNone/>
            </a:pPr>
            <a:r>
              <a:rPr lang="en-US" dirty="0"/>
              <a:t>Linear search or sequential search algorithms check each element of a list, in order, until the desired value is found or all elements in the list have been checked. </a:t>
            </a:r>
            <a:r>
              <a:rPr lang="en-US" altLang="en-US" sz="2000" dirty="0">
                <a:ea typeface="ＭＳ Ｐゴシック" panose="020B0600070205080204" pitchFamily="34" charset="-128"/>
              </a:rPr>
              <a:t>Implement sequential search using list which returns the index of the target or -1 if it is not found. </a:t>
            </a:r>
            <a:endParaRPr lang="en-US" altLang="en-US" sz="1833" dirty="0">
              <a:ea typeface="ＭＳ Ｐゴシック" panose="020B0600070205080204" pitchFamily="34" charset="-128"/>
            </a:endParaRPr>
          </a:p>
          <a:p>
            <a:pPr marL="0" indent="0">
              <a:buNone/>
            </a:pPr>
            <a:r>
              <a:rPr lang="en-US" sz="1800" b="1" dirty="0">
                <a:solidFill>
                  <a:srgbClr val="34A327"/>
                </a:solidFill>
                <a:latin typeface="Inconsolata" panose="020B0609030003000000" pitchFamily="49" charset="77"/>
              </a:rPr>
              <a:t>def</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sequential_search</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lst</a:t>
            </a:r>
            <a:r>
              <a:rPr lang="en-US" sz="1800" b="1" dirty="0">
                <a:solidFill>
                  <a:srgbClr val="000000"/>
                </a:solidFill>
                <a:latin typeface="Inconsolata" panose="020B0609030003000000" pitchFamily="49" charset="77"/>
              </a:rPr>
              <a:t>, target):  </a:t>
            </a:r>
          </a:p>
          <a:p>
            <a:pPr marL="0" indent="0">
              <a:buNone/>
            </a:pPr>
            <a:r>
              <a:rPr lang="en-US" sz="1800" b="1" dirty="0">
                <a:solidFill>
                  <a:srgbClr val="006699"/>
                </a:solidFill>
                <a:latin typeface="Inconsolata" panose="020B0609030003000000" pitchFamily="49" charset="77"/>
              </a:rPr>
              <a:t>	for </a:t>
            </a:r>
            <a:r>
              <a:rPr lang="en-US" sz="1800" b="1" dirty="0" err="1">
                <a:solidFill>
                  <a:srgbClr val="006699"/>
                </a:solidFill>
                <a:latin typeface="Inconsolata" panose="020B0609030003000000" pitchFamily="49" charset="77"/>
              </a:rPr>
              <a:t>i</a:t>
            </a: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in range(</a:t>
            </a:r>
            <a:r>
              <a:rPr lang="en-US" sz="1800" b="1" dirty="0" err="1">
                <a:solidFill>
                  <a:srgbClr val="000087"/>
                </a:solidFill>
                <a:latin typeface="Inconsolata" panose="020B0609030003000000" pitchFamily="49" charset="77"/>
              </a:rPr>
              <a:t>len</a:t>
            </a:r>
            <a:r>
              <a:rPr lang="en-US" sz="1800" b="1" dirty="0">
                <a:solidFill>
                  <a:srgbClr val="000087"/>
                </a:solidFill>
                <a:latin typeface="Inconsolata" panose="020B0609030003000000" pitchFamily="49" charset="77"/>
              </a:rPr>
              <a:t>(</a:t>
            </a:r>
            <a:r>
              <a:rPr lang="en-US" sz="1800" b="1" dirty="0" err="1">
                <a:solidFill>
                  <a:srgbClr val="000087"/>
                </a:solidFill>
                <a:latin typeface="Inconsolata" panose="020B0609030003000000" pitchFamily="49" charset="77"/>
              </a:rPr>
              <a:t>lst</a:t>
            </a:r>
            <a:r>
              <a:rPr lang="en-US" sz="1800" b="1" dirty="0">
                <a:solidFill>
                  <a:srgbClr val="000087"/>
                </a:solidFill>
                <a:latin typeface="Inconsolata" panose="020B0609030003000000" pitchFamily="49" charset="77"/>
              </a:rPr>
              <a:t>))</a:t>
            </a:r>
            <a:r>
              <a:rPr lang="en-US" sz="1800" b="1" dirty="0">
                <a:solidFill>
                  <a:srgbClr val="336666"/>
                </a:solidFill>
                <a:latin typeface="Inconsolata" panose="020B0609030003000000" pitchFamily="49" charset="77"/>
              </a:rPr>
              <a:t>:</a:t>
            </a:r>
          </a:p>
          <a:p>
            <a:pPr marL="0" indent="0">
              <a:buNone/>
            </a:pPr>
            <a:r>
              <a:rPr lang="en-US" sz="1800" b="1" dirty="0">
                <a:solidFill>
                  <a:srgbClr val="336666"/>
                </a:solidFill>
                <a:latin typeface="Inconsolata" panose="020B0609030003000000" pitchFamily="49" charset="77"/>
              </a:rPr>
              <a:t>	    if </a:t>
            </a:r>
            <a:r>
              <a:rPr lang="en-US" sz="1800" b="1" dirty="0" err="1">
                <a:solidFill>
                  <a:srgbClr val="336666"/>
                </a:solidFill>
                <a:latin typeface="Inconsolata" panose="020B0609030003000000" pitchFamily="49" charset="77"/>
              </a:rPr>
              <a:t>lst</a:t>
            </a:r>
            <a:r>
              <a:rPr lang="en-US" sz="1800" b="1" dirty="0">
                <a:solidFill>
                  <a:srgbClr val="336666"/>
                </a:solidFill>
                <a:latin typeface="Inconsolata" panose="020B0609030003000000" pitchFamily="49" charset="77"/>
              </a:rPr>
              <a:t>[</a:t>
            </a:r>
            <a:r>
              <a:rPr lang="en-US" sz="1800" b="1" dirty="0" err="1">
                <a:solidFill>
                  <a:srgbClr val="336666"/>
                </a:solidFill>
                <a:latin typeface="Inconsolata" panose="020B0609030003000000" pitchFamily="49" charset="77"/>
              </a:rPr>
              <a:t>i</a:t>
            </a:r>
            <a:r>
              <a:rPr lang="en-US" sz="1800" b="1" dirty="0">
                <a:solidFill>
                  <a:srgbClr val="336666"/>
                </a:solidFill>
                <a:latin typeface="Inconsolata" panose="020B0609030003000000" pitchFamily="49" charset="77"/>
              </a:rPr>
              <a:t>] == target:</a:t>
            </a:r>
          </a:p>
          <a:p>
            <a:pPr marL="0" indent="0">
              <a:buNone/>
            </a:pPr>
            <a:r>
              <a:rPr lang="en-US" sz="1800" b="1" dirty="0">
                <a:solidFill>
                  <a:srgbClr val="336666"/>
                </a:solidFill>
                <a:latin typeface="Inconsolata" panose="020B0609030003000000" pitchFamily="49" charset="77"/>
              </a:rPr>
              <a:t>		  return </a:t>
            </a:r>
            <a:r>
              <a:rPr lang="en-US" sz="1800" b="1" dirty="0" err="1">
                <a:solidFill>
                  <a:srgbClr val="336666"/>
                </a:solidFill>
                <a:latin typeface="Inconsolata" panose="020B0609030003000000" pitchFamily="49" charset="77"/>
              </a:rPr>
              <a:t>i</a:t>
            </a:r>
            <a:endParaRPr lang="en-US" sz="1800" b="1" dirty="0">
              <a:solidFill>
                <a:srgbClr val="000000"/>
              </a:solidFill>
              <a:latin typeface="Inconsolata" panose="020B0609030003000000" pitchFamily="49" charset="77"/>
            </a:endParaRPr>
          </a:p>
          <a:p>
            <a:pPr marL="0" indent="0">
              <a:buNone/>
            </a:pPr>
            <a:r>
              <a:rPr lang="en-US" sz="1800" b="1" dirty="0">
                <a:solidFill>
                  <a:srgbClr val="34A327"/>
                </a:solidFill>
                <a:latin typeface="Inconsolata" panose="020B0609030003000000" pitchFamily="49" charset="77"/>
              </a:rPr>
              <a:t>   	return</a:t>
            </a:r>
            <a:r>
              <a:rPr lang="en-US" sz="1800" b="1" dirty="0">
                <a:solidFill>
                  <a:srgbClr val="000000"/>
                </a:solidFill>
                <a:latin typeface="Inconsolata" panose="020B0609030003000000" pitchFamily="49" charset="77"/>
              </a:rPr>
              <a:t> -1 </a:t>
            </a:r>
          </a:p>
          <a:p>
            <a:pPr marL="0" indent="0">
              <a:buNone/>
            </a:pPr>
            <a:r>
              <a:rPr lang="en-US" sz="2000" b="1" dirty="0">
                <a:latin typeface="INCONSOLATA" panose="020B0609030003000000" pitchFamily="49" charset="77"/>
              </a:rPr>
              <a:t>a = </a:t>
            </a:r>
            <a:r>
              <a:rPr lang="en-US" sz="2000" b="1" dirty="0" err="1">
                <a:latin typeface="INCONSOLATA" panose="020B0609030003000000" pitchFamily="49" charset="77"/>
              </a:rPr>
              <a:t>sequential_search</a:t>
            </a:r>
            <a:r>
              <a:rPr lang="en-US" sz="2000" b="1" dirty="0">
                <a:latin typeface="INCONSOLATA" panose="020B0609030003000000" pitchFamily="49" charset="77"/>
              </a:rPr>
              <a:t>([3,0,5,1], 0) # a = 1</a:t>
            </a:r>
          </a:p>
          <a:p>
            <a:pPr marL="0" indent="0">
              <a:buNone/>
            </a:pPr>
            <a:r>
              <a:rPr lang="en-US" sz="2000" b="1" dirty="0">
                <a:latin typeface="Inconsolata" panose="020B0609030003000000" pitchFamily="49" charset="77"/>
              </a:rPr>
              <a:t>print(a) # 1</a:t>
            </a:r>
            <a:endParaRPr lang="en-US" altLang="en-US" sz="1833" dirty="0">
              <a:ea typeface="ＭＳ Ｐゴシック" panose="020B0600070205080204" pitchFamily="34" charset="-128"/>
            </a:endParaRPr>
          </a:p>
          <a:p>
            <a:pPr marL="0" indent="0">
              <a:buNone/>
            </a:pPr>
            <a:r>
              <a:rPr lang="en-US" altLang="en-US" sz="1833" b="1" dirty="0">
                <a:latin typeface="INCONSOLATA" panose="020B0609030003000000" pitchFamily="49" charset="77"/>
                <a:ea typeface="ＭＳ Ｐゴシック" panose="020B0600070205080204" pitchFamily="34" charset="-128"/>
              </a:rPr>
              <a:t>numbers = [4, 2, 3, 7 -12, 3, 56, 34]</a:t>
            </a:r>
          </a:p>
          <a:p>
            <a:pPr marL="0" indent="0">
              <a:buNone/>
            </a:pPr>
            <a:r>
              <a:rPr lang="en-US" sz="1800" b="1" dirty="0">
                <a:latin typeface="INCONSOLATA" panose="020B0609030003000000" pitchFamily="49" charset="77"/>
              </a:rPr>
              <a:t>print(</a:t>
            </a:r>
            <a:r>
              <a:rPr lang="en-US" sz="1800" b="1" dirty="0" err="1">
                <a:latin typeface="INCONSOLATA" panose="020B0609030003000000" pitchFamily="49" charset="77"/>
              </a:rPr>
              <a:t>sequential_search</a:t>
            </a:r>
            <a:r>
              <a:rPr lang="en-US" sz="1800" b="1" dirty="0">
                <a:latin typeface="INCONSOLATA" panose="020B0609030003000000" pitchFamily="49" charset="77"/>
              </a:rPr>
              <a:t>(numbers, 3)) # 2 </a:t>
            </a: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212358BB-7F38-DE4B-B13F-EC3F7FF7E613}"/>
              </a:ext>
            </a:extLst>
          </p:cNvPr>
          <p:cNvSpPr>
            <a:spLocks noGrp="1"/>
          </p:cNvSpPr>
          <p:nvPr>
            <p:ph type="sldNum" sz="quarter" idx="12"/>
          </p:nvPr>
        </p:nvSpPr>
        <p:spPr/>
        <p:txBody>
          <a:bodyPr/>
          <a:lstStyle/>
          <a:p>
            <a:fld id="{D57F1E4F-1CFF-5643-939E-02111984F565}" type="slidenum">
              <a:rPr lang="en-US" smtClean="0"/>
              <a:t>4</a:t>
            </a:fld>
            <a:endParaRPr lang="en-US" dirty="0"/>
          </a:p>
        </p:txBody>
      </p:sp>
      <p:cxnSp>
        <p:nvCxnSpPr>
          <p:cNvPr id="4" name="Straight Arrow Connector 3">
            <a:extLst>
              <a:ext uri="{FF2B5EF4-FFF2-40B4-BE49-F238E27FC236}">
                <a16:creationId xmlns:a16="http://schemas.microsoft.com/office/drawing/2014/main" id="{6F7FAA95-1CB1-6246-9247-83FDFD7281C5}"/>
              </a:ext>
            </a:extLst>
          </p:cNvPr>
          <p:cNvCxnSpPr>
            <a:cxnSpLocks/>
          </p:cNvCxnSpPr>
          <p:nvPr/>
        </p:nvCxnSpPr>
        <p:spPr>
          <a:xfrm flipH="1" flipV="1">
            <a:off x="3093930" y="2129426"/>
            <a:ext cx="436079" cy="252763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96833A3-9446-104B-8B36-CF472B191E13}"/>
              </a:ext>
            </a:extLst>
          </p:cNvPr>
          <p:cNvCxnSpPr>
            <a:cxnSpLocks/>
          </p:cNvCxnSpPr>
          <p:nvPr/>
        </p:nvCxnSpPr>
        <p:spPr>
          <a:xfrm flipH="1" flipV="1">
            <a:off x="3870251" y="2129426"/>
            <a:ext cx="340243" cy="252763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825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0"/>
            <a:ext cx="7724240" cy="679442"/>
          </a:xfrm>
        </p:spPr>
        <p:txBody>
          <a:bodyPr/>
          <a:lstStyle/>
          <a:p>
            <a:pPr eaLnBrk="1" hangingPunct="1">
              <a:defRPr/>
            </a:pPr>
            <a:r>
              <a:rPr lang="en-US" dirty="0">
                <a:cs typeface="+mj-cs"/>
              </a:rPr>
              <a:t>Sequential search</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554050"/>
            <a:ext cx="8537825" cy="5047180"/>
          </a:xfrm>
        </p:spPr>
        <p:txBody>
          <a:bodyPr/>
          <a:lstStyle/>
          <a:p>
            <a:pPr marL="0" indent="0">
              <a:buNone/>
            </a:pPr>
            <a:r>
              <a:rPr lang="en-US" dirty="0"/>
              <a:t>Linear search or sequential search algorithms check each element of a list, in order, until the desired value is found or all elements in the list have been checked. </a:t>
            </a:r>
            <a:r>
              <a:rPr lang="en-US" altLang="en-US" sz="2000" dirty="0">
                <a:ea typeface="ＭＳ Ｐゴシック" panose="020B0600070205080204" pitchFamily="34" charset="-128"/>
              </a:rPr>
              <a:t>Implement sequential search using list which returns the index of the target or -1 if it is not found. </a:t>
            </a:r>
            <a:endParaRPr lang="en-US" altLang="en-US" sz="1833" dirty="0">
              <a:ea typeface="ＭＳ Ｐゴシック" panose="020B0600070205080204" pitchFamily="34" charset="-128"/>
            </a:endParaRPr>
          </a:p>
          <a:p>
            <a:pPr marL="0" indent="0">
              <a:buNone/>
            </a:pPr>
            <a:r>
              <a:rPr lang="en-US" sz="1800" b="1" dirty="0">
                <a:solidFill>
                  <a:srgbClr val="34A327"/>
                </a:solidFill>
                <a:latin typeface="Inconsolata" panose="020B0609030003000000" pitchFamily="49" charset="77"/>
              </a:rPr>
              <a:t>def</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sequential_search</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lst</a:t>
            </a:r>
            <a:r>
              <a:rPr lang="en-US" sz="1800" b="1" dirty="0">
                <a:solidFill>
                  <a:srgbClr val="000000"/>
                </a:solidFill>
                <a:latin typeface="Inconsolata" panose="020B0609030003000000" pitchFamily="49" charset="77"/>
              </a:rPr>
              <a:t>, target):  </a:t>
            </a:r>
          </a:p>
          <a:p>
            <a:pPr marL="0" indent="0">
              <a:buNone/>
            </a:pPr>
            <a:r>
              <a:rPr lang="en-US" sz="1800" b="1" dirty="0">
                <a:solidFill>
                  <a:srgbClr val="006699"/>
                </a:solidFill>
                <a:latin typeface="Inconsolata" panose="020B0609030003000000" pitchFamily="49" charset="77"/>
              </a:rPr>
              <a:t>	for </a:t>
            </a:r>
            <a:r>
              <a:rPr lang="en-US" sz="1800" b="1" dirty="0" err="1">
                <a:solidFill>
                  <a:srgbClr val="006699"/>
                </a:solidFill>
                <a:latin typeface="Inconsolata" panose="020B0609030003000000" pitchFamily="49" charset="77"/>
              </a:rPr>
              <a:t>i</a:t>
            </a: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in range(</a:t>
            </a:r>
            <a:r>
              <a:rPr lang="en-US" sz="1800" b="1" dirty="0" err="1">
                <a:solidFill>
                  <a:srgbClr val="000087"/>
                </a:solidFill>
                <a:latin typeface="Inconsolata" panose="020B0609030003000000" pitchFamily="49" charset="77"/>
              </a:rPr>
              <a:t>len</a:t>
            </a:r>
            <a:r>
              <a:rPr lang="en-US" sz="1800" b="1" dirty="0">
                <a:solidFill>
                  <a:srgbClr val="000087"/>
                </a:solidFill>
                <a:latin typeface="Inconsolata" panose="020B0609030003000000" pitchFamily="49" charset="77"/>
              </a:rPr>
              <a:t>(</a:t>
            </a:r>
            <a:r>
              <a:rPr lang="en-US" sz="1800" b="1" dirty="0" err="1">
                <a:solidFill>
                  <a:srgbClr val="000087"/>
                </a:solidFill>
                <a:latin typeface="Inconsolata" panose="020B0609030003000000" pitchFamily="49" charset="77"/>
              </a:rPr>
              <a:t>lst</a:t>
            </a:r>
            <a:r>
              <a:rPr lang="en-US" sz="1800" b="1" dirty="0">
                <a:solidFill>
                  <a:srgbClr val="000087"/>
                </a:solidFill>
                <a:latin typeface="Inconsolata" panose="020B0609030003000000" pitchFamily="49" charset="77"/>
              </a:rPr>
              <a:t>))</a:t>
            </a:r>
            <a:r>
              <a:rPr lang="en-US" sz="1800" b="1" dirty="0">
                <a:solidFill>
                  <a:srgbClr val="336666"/>
                </a:solidFill>
                <a:latin typeface="Inconsolata" panose="020B0609030003000000" pitchFamily="49" charset="77"/>
              </a:rPr>
              <a:t>:</a:t>
            </a:r>
          </a:p>
          <a:p>
            <a:pPr marL="0" indent="0">
              <a:buNone/>
            </a:pPr>
            <a:r>
              <a:rPr lang="en-US" sz="1800" b="1" dirty="0">
                <a:solidFill>
                  <a:srgbClr val="336666"/>
                </a:solidFill>
                <a:latin typeface="Inconsolata" panose="020B0609030003000000" pitchFamily="49" charset="77"/>
              </a:rPr>
              <a:t>	    if </a:t>
            </a:r>
            <a:r>
              <a:rPr lang="en-US" sz="1800" b="1" dirty="0" err="1">
                <a:solidFill>
                  <a:srgbClr val="336666"/>
                </a:solidFill>
                <a:latin typeface="Inconsolata" panose="020B0609030003000000" pitchFamily="49" charset="77"/>
              </a:rPr>
              <a:t>lst</a:t>
            </a:r>
            <a:r>
              <a:rPr lang="en-US" sz="1800" b="1" dirty="0">
                <a:solidFill>
                  <a:srgbClr val="336666"/>
                </a:solidFill>
                <a:latin typeface="Inconsolata" panose="020B0609030003000000" pitchFamily="49" charset="77"/>
              </a:rPr>
              <a:t>[</a:t>
            </a:r>
            <a:r>
              <a:rPr lang="en-US" sz="1800" b="1" dirty="0" err="1">
                <a:solidFill>
                  <a:srgbClr val="336666"/>
                </a:solidFill>
                <a:latin typeface="Inconsolata" panose="020B0609030003000000" pitchFamily="49" charset="77"/>
              </a:rPr>
              <a:t>i</a:t>
            </a:r>
            <a:r>
              <a:rPr lang="en-US" sz="1800" b="1" dirty="0">
                <a:solidFill>
                  <a:srgbClr val="336666"/>
                </a:solidFill>
                <a:latin typeface="Inconsolata" panose="020B0609030003000000" pitchFamily="49" charset="77"/>
              </a:rPr>
              <a:t>] == target:</a:t>
            </a:r>
          </a:p>
          <a:p>
            <a:pPr marL="0" indent="0">
              <a:buNone/>
            </a:pPr>
            <a:r>
              <a:rPr lang="en-US" sz="1800" b="1" dirty="0">
                <a:solidFill>
                  <a:srgbClr val="336666"/>
                </a:solidFill>
                <a:latin typeface="Inconsolata" panose="020B0609030003000000" pitchFamily="49" charset="77"/>
              </a:rPr>
              <a:t>		  return </a:t>
            </a:r>
            <a:r>
              <a:rPr lang="en-US" sz="1800" b="1" dirty="0" err="1">
                <a:solidFill>
                  <a:srgbClr val="336666"/>
                </a:solidFill>
                <a:latin typeface="Inconsolata" panose="020B0609030003000000" pitchFamily="49" charset="77"/>
              </a:rPr>
              <a:t>i</a:t>
            </a:r>
            <a:endParaRPr lang="en-US" sz="1800" b="1" dirty="0">
              <a:solidFill>
                <a:srgbClr val="000000"/>
              </a:solidFill>
              <a:latin typeface="Inconsolata" panose="020B0609030003000000" pitchFamily="49" charset="77"/>
            </a:endParaRPr>
          </a:p>
          <a:p>
            <a:pPr marL="0" indent="0">
              <a:buNone/>
            </a:pPr>
            <a:r>
              <a:rPr lang="en-US" sz="1800" b="1" dirty="0">
                <a:solidFill>
                  <a:srgbClr val="34A327"/>
                </a:solidFill>
                <a:latin typeface="Inconsolata" panose="020B0609030003000000" pitchFamily="49" charset="77"/>
              </a:rPr>
              <a:t>   	return</a:t>
            </a:r>
            <a:r>
              <a:rPr lang="en-US" sz="1800" b="1" dirty="0">
                <a:solidFill>
                  <a:srgbClr val="000000"/>
                </a:solidFill>
                <a:latin typeface="Inconsolata" panose="020B0609030003000000" pitchFamily="49" charset="77"/>
              </a:rPr>
              <a:t> -1 </a:t>
            </a:r>
          </a:p>
          <a:p>
            <a:pPr marL="0" indent="0">
              <a:buNone/>
            </a:pPr>
            <a:r>
              <a:rPr lang="en-US" sz="2000" b="1" dirty="0">
                <a:latin typeface="INCONSOLATA" panose="020B0609030003000000" pitchFamily="49" charset="77"/>
              </a:rPr>
              <a:t>a = </a:t>
            </a:r>
            <a:r>
              <a:rPr lang="en-US" sz="2000" b="1" dirty="0" err="1">
                <a:latin typeface="INCONSOLATA" panose="020B0609030003000000" pitchFamily="49" charset="77"/>
              </a:rPr>
              <a:t>sequential_search</a:t>
            </a:r>
            <a:r>
              <a:rPr lang="en-US" sz="2000" b="1" dirty="0">
                <a:latin typeface="INCONSOLATA" panose="020B0609030003000000" pitchFamily="49" charset="77"/>
              </a:rPr>
              <a:t>([3,0,5,1], 0) # a = 1</a:t>
            </a:r>
          </a:p>
          <a:p>
            <a:pPr marL="0" indent="0">
              <a:buNone/>
            </a:pPr>
            <a:r>
              <a:rPr lang="en-US" sz="2000" b="1" dirty="0">
                <a:latin typeface="Inconsolata" panose="020B0609030003000000" pitchFamily="49" charset="77"/>
              </a:rPr>
              <a:t>print(a) # 1</a:t>
            </a:r>
            <a:endParaRPr lang="en-US" altLang="en-US" sz="1833" dirty="0">
              <a:ea typeface="ＭＳ Ｐゴシック" panose="020B0600070205080204" pitchFamily="34" charset="-128"/>
            </a:endParaRPr>
          </a:p>
          <a:p>
            <a:pPr marL="0" indent="0">
              <a:buNone/>
            </a:pPr>
            <a:r>
              <a:rPr lang="en-US" altLang="en-US" sz="1833" b="1" dirty="0">
                <a:latin typeface="INCONSOLATA" panose="020B0609030003000000" pitchFamily="49" charset="77"/>
                <a:ea typeface="ＭＳ Ｐゴシック" panose="020B0600070205080204" pitchFamily="34" charset="-128"/>
              </a:rPr>
              <a:t>numbers = [4, 2, 3, 7 -12, 3, 56, 34]</a:t>
            </a:r>
          </a:p>
          <a:p>
            <a:pPr marL="0" indent="0">
              <a:buNone/>
            </a:pPr>
            <a:r>
              <a:rPr lang="en-US" sz="1800" b="1" dirty="0">
                <a:latin typeface="INCONSOLATA" panose="020B0609030003000000" pitchFamily="49" charset="77"/>
              </a:rPr>
              <a:t>print(</a:t>
            </a:r>
            <a:r>
              <a:rPr lang="en-US" sz="1800" b="1" dirty="0" err="1">
                <a:latin typeface="INCONSOLATA" panose="020B0609030003000000" pitchFamily="49" charset="77"/>
              </a:rPr>
              <a:t>sequential_search</a:t>
            </a:r>
            <a:r>
              <a:rPr lang="en-US" sz="1800" b="1" dirty="0">
                <a:latin typeface="INCONSOLATA" panose="020B0609030003000000" pitchFamily="49" charset="77"/>
              </a:rPr>
              <a:t>(numbers, 3)) # 2 </a:t>
            </a:r>
          </a:p>
          <a:p>
            <a:pPr marL="0" indent="0">
              <a:buNone/>
            </a:pPr>
            <a:r>
              <a:rPr lang="en-US" sz="2000" b="1" dirty="0">
                <a:latin typeface="INCONSOLATA" panose="020B0609030003000000" pitchFamily="49" charset="77"/>
              </a:rPr>
              <a:t>print(</a:t>
            </a:r>
            <a:r>
              <a:rPr lang="en-US" sz="2000" b="1" dirty="0" err="1">
                <a:latin typeface="INCONSOLATA" panose="020B0609030003000000" pitchFamily="49" charset="77"/>
              </a:rPr>
              <a:t>sequential_search</a:t>
            </a:r>
            <a:r>
              <a:rPr lang="en-US" sz="2000" b="1" dirty="0">
                <a:latin typeface="INCONSOLATA" panose="020B0609030003000000" pitchFamily="49" charset="77"/>
              </a:rPr>
              <a:t>(numbers, 100)) # -1 </a:t>
            </a: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212358BB-7F38-DE4B-B13F-EC3F7FF7E613}"/>
              </a:ext>
            </a:extLst>
          </p:cNvPr>
          <p:cNvSpPr>
            <a:spLocks noGrp="1"/>
          </p:cNvSpPr>
          <p:nvPr>
            <p:ph type="sldNum" sz="quarter" idx="12"/>
          </p:nvPr>
        </p:nvSpPr>
        <p:spPr/>
        <p:txBody>
          <a:bodyPr/>
          <a:lstStyle/>
          <a:p>
            <a:fld id="{D57F1E4F-1CFF-5643-939E-02111984F565}" type="slidenum">
              <a:rPr lang="en-US" smtClean="0"/>
              <a:t>5</a:t>
            </a:fld>
            <a:endParaRPr lang="en-US" dirty="0"/>
          </a:p>
        </p:txBody>
      </p:sp>
      <p:cxnSp>
        <p:nvCxnSpPr>
          <p:cNvPr id="4" name="Straight Arrow Connector 3">
            <a:extLst>
              <a:ext uri="{FF2B5EF4-FFF2-40B4-BE49-F238E27FC236}">
                <a16:creationId xmlns:a16="http://schemas.microsoft.com/office/drawing/2014/main" id="{6F7FAA95-1CB1-6246-9247-83FDFD7281C5}"/>
              </a:ext>
            </a:extLst>
          </p:cNvPr>
          <p:cNvCxnSpPr>
            <a:cxnSpLocks/>
          </p:cNvCxnSpPr>
          <p:nvPr/>
        </p:nvCxnSpPr>
        <p:spPr>
          <a:xfrm flipH="1" flipV="1">
            <a:off x="3104708" y="2129426"/>
            <a:ext cx="574157" cy="280408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96833A3-9446-104B-8B36-CF472B191E13}"/>
              </a:ext>
            </a:extLst>
          </p:cNvPr>
          <p:cNvCxnSpPr>
            <a:cxnSpLocks/>
          </p:cNvCxnSpPr>
          <p:nvPr/>
        </p:nvCxnSpPr>
        <p:spPr>
          <a:xfrm flipH="1" flipV="1">
            <a:off x="3870252" y="2129427"/>
            <a:ext cx="850604" cy="303152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11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D6E10FAF-E655-D943-A67A-780B97487E72}"/>
              </a:ext>
            </a:extLst>
          </p:cNvPr>
          <p:cNvSpPr>
            <a:spLocks noGrp="1" noChangeArrowheads="1"/>
          </p:cNvSpPr>
          <p:nvPr>
            <p:ph type="title"/>
          </p:nvPr>
        </p:nvSpPr>
        <p:spPr>
          <a:xfrm>
            <a:off x="145765" y="85578"/>
            <a:ext cx="7886700" cy="571505"/>
          </a:xfrm>
        </p:spPr>
        <p:txBody>
          <a:bodyPr/>
          <a:lstStyle/>
          <a:p>
            <a:pPr eaLnBrk="1" hangingPunct="1">
              <a:defRPr/>
            </a:pPr>
            <a:r>
              <a:rPr lang="en-US" dirty="0">
                <a:cs typeface="+mj-cs"/>
              </a:rPr>
              <a:t>Binary Search</a:t>
            </a:r>
            <a:endParaRPr lang="en-US" sz="2333" dirty="0"/>
          </a:p>
        </p:txBody>
      </p:sp>
      <p:sp>
        <p:nvSpPr>
          <p:cNvPr id="186371" name="Rectangle 3">
            <a:extLst>
              <a:ext uri="{FF2B5EF4-FFF2-40B4-BE49-F238E27FC236}">
                <a16:creationId xmlns:a16="http://schemas.microsoft.com/office/drawing/2014/main" id="{214E48A6-BA1C-C34E-86B2-AEA085EF0B60}"/>
              </a:ext>
            </a:extLst>
          </p:cNvPr>
          <p:cNvSpPr>
            <a:spLocks noGrp="1" noChangeArrowheads="1"/>
          </p:cNvSpPr>
          <p:nvPr>
            <p:ph type="body" idx="1"/>
          </p:nvPr>
        </p:nvSpPr>
        <p:spPr>
          <a:xfrm>
            <a:off x="145765" y="739278"/>
            <a:ext cx="8916042" cy="4807950"/>
          </a:xfrm>
        </p:spPr>
        <p:txBody>
          <a:bodyPr/>
          <a:lstStyle/>
          <a:p>
            <a:pPr marL="342900" lvl="1" indent="0" eaLnBrk="1" hangingPunct="1">
              <a:buNone/>
              <a:defRPr/>
            </a:pPr>
            <a:r>
              <a:rPr lang="en-US" sz="2000" dirty="0"/>
              <a:t>Note that the array below is sorted. How can we take advantage of this?</a:t>
            </a:r>
          </a:p>
          <a:p>
            <a:pPr marL="342900" lvl="1" indent="0">
              <a:buNone/>
              <a:defRPr/>
            </a:pPr>
            <a:endParaRPr lang="en-US" sz="2000" dirty="0"/>
          </a:p>
          <a:p>
            <a:pPr marL="342900" lvl="1" indent="0">
              <a:buNone/>
              <a:defRPr/>
            </a:pPr>
            <a:r>
              <a:rPr lang="en-US" sz="2000" dirty="0"/>
              <a:t>The binary search algorithm starts at the middle of a sorted data set of numbers and eliminates half of the data; this process repeats until the desired value is found or all elements have been eliminated. </a:t>
            </a:r>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342900" lvl="1" indent="0" eaLnBrk="1" hangingPunct="1">
              <a:buNone/>
              <a:defRPr/>
            </a:pPr>
            <a:endParaRPr lang="en-US" sz="1667" dirty="0"/>
          </a:p>
          <a:p>
            <a:pPr marL="685800" lvl="1" indent="-342900" eaLnBrk="1" hangingPunct="1">
              <a:buAutoNum type="arabicParenR"/>
              <a:defRPr/>
            </a:pPr>
            <a:r>
              <a:rPr lang="en-US" sz="2000" dirty="0"/>
              <a:t>Look at the middle of the array. If the target is found, we are done. Otherwise, If the target is greater than that value, we can eliminate the left half of the array. And If the target is less than the value, eliminate the right half. </a:t>
            </a:r>
          </a:p>
          <a:p>
            <a:pPr marL="685800" lvl="1" indent="-342900" eaLnBrk="1" hangingPunct="1">
              <a:buAutoNum type="arabicParenR"/>
              <a:defRPr/>
            </a:pPr>
            <a:r>
              <a:rPr lang="en-US" sz="2000" dirty="0"/>
              <a:t>Repeat with left or right half of the array accordingly.</a:t>
            </a:r>
          </a:p>
        </p:txBody>
      </p:sp>
      <p:pic>
        <p:nvPicPr>
          <p:cNvPr id="2" name="Picture 1">
            <a:extLst>
              <a:ext uri="{FF2B5EF4-FFF2-40B4-BE49-F238E27FC236}">
                <a16:creationId xmlns:a16="http://schemas.microsoft.com/office/drawing/2014/main" id="{20D4FFD0-EE39-D747-BEF8-1F8589FB3176}"/>
              </a:ext>
            </a:extLst>
          </p:cNvPr>
          <p:cNvPicPr>
            <a:picLocks noChangeAspect="1"/>
          </p:cNvPicPr>
          <p:nvPr/>
        </p:nvPicPr>
        <p:blipFill>
          <a:blip r:embed="rId2"/>
          <a:stretch>
            <a:fillRect/>
          </a:stretch>
        </p:blipFill>
        <p:spPr>
          <a:xfrm>
            <a:off x="32035" y="2647953"/>
            <a:ext cx="8966200" cy="990600"/>
          </a:xfrm>
          <a:prstGeom prst="rect">
            <a:avLst/>
          </a:prstGeom>
        </p:spPr>
      </p:pic>
      <p:sp>
        <p:nvSpPr>
          <p:cNvPr id="3" name="Slide Number Placeholder 2">
            <a:extLst>
              <a:ext uri="{FF2B5EF4-FFF2-40B4-BE49-F238E27FC236}">
                <a16:creationId xmlns:a16="http://schemas.microsoft.com/office/drawing/2014/main" id="{33128759-E241-B749-9574-6BA836BFE00B}"/>
              </a:ext>
            </a:extLst>
          </p:cNvPr>
          <p:cNvSpPr>
            <a:spLocks noGrp="1"/>
          </p:cNvSpPr>
          <p:nvPr>
            <p:ph type="sldNum" sz="quarter" idx="12"/>
          </p:nvPr>
        </p:nvSpPr>
        <p:spPr/>
        <p:txBody>
          <a:bodyPr/>
          <a:lstStyle/>
          <a:p>
            <a:fld id="{D57F1E4F-1CFF-5643-939E-02111984F565}" type="slidenum">
              <a:rPr lang="en-US" smtClean="0"/>
              <a:t>6</a:t>
            </a:fld>
            <a:endParaRPr lang="en-US" dirty="0"/>
          </a:p>
        </p:txBody>
      </p:sp>
    </p:spTree>
    <p:extLst>
      <p:ext uri="{BB962C8B-B14F-4D97-AF65-F5344CB8AC3E}">
        <p14:creationId xmlns:p14="http://schemas.microsoft.com/office/powerpoint/2010/main" val="1466770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6371">
                                            <p:txEl>
                                              <p:pRg st="0" end="0"/>
                                            </p:txEl>
                                          </p:spTgt>
                                        </p:tgtEl>
                                        <p:attrNameLst>
                                          <p:attrName>style.visibility</p:attrName>
                                        </p:attrNameLst>
                                      </p:cBhvr>
                                      <p:to>
                                        <p:strVal val="visible"/>
                                      </p:to>
                                    </p:set>
                                    <p:animEffect transition="in" filter="fade">
                                      <p:cBhvr>
                                        <p:cTn id="7" dur="1000"/>
                                        <p:tgtEl>
                                          <p:spTgt spid="18637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6371">
                                            <p:txEl>
                                              <p:pRg st="2" end="2"/>
                                            </p:txEl>
                                          </p:spTgt>
                                        </p:tgtEl>
                                        <p:attrNameLst>
                                          <p:attrName>style.visibility</p:attrName>
                                        </p:attrNameLst>
                                      </p:cBhvr>
                                      <p:to>
                                        <p:strVal val="visible"/>
                                      </p:to>
                                    </p:set>
                                    <p:animEffect transition="in" filter="fade">
                                      <p:cBhvr>
                                        <p:cTn id="12" dur="1000"/>
                                        <p:tgtEl>
                                          <p:spTgt spid="186371">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6371">
                                            <p:txEl>
                                              <p:pRg st="10" end="10"/>
                                            </p:txEl>
                                          </p:spTgt>
                                        </p:tgtEl>
                                        <p:attrNameLst>
                                          <p:attrName>style.visibility</p:attrName>
                                        </p:attrNameLst>
                                      </p:cBhvr>
                                      <p:to>
                                        <p:strVal val="visible"/>
                                      </p:to>
                                    </p:set>
                                    <p:animEffect transition="in" filter="fade">
                                      <p:cBhvr>
                                        <p:cTn id="17" dur="1000"/>
                                        <p:tgtEl>
                                          <p:spTgt spid="186371">
                                            <p:txEl>
                                              <p:pRg st="10" end="1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6371">
                                            <p:txEl>
                                              <p:pRg st="11" end="11"/>
                                            </p:txEl>
                                          </p:spTgt>
                                        </p:tgtEl>
                                        <p:attrNameLst>
                                          <p:attrName>style.visibility</p:attrName>
                                        </p:attrNameLst>
                                      </p:cBhvr>
                                      <p:to>
                                        <p:strVal val="visible"/>
                                      </p:to>
                                    </p:set>
                                    <p:animEffect transition="in" filter="fade">
                                      <p:cBhvr>
                                        <p:cTn id="22" dur="1000"/>
                                        <p:tgtEl>
                                          <p:spTgt spid="186371">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3C156-D41A-40A3-F244-196735B4CA6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606BD56-2FFA-692C-9541-70C23E1CABB0}"/>
              </a:ext>
            </a:extLst>
          </p:cNvPr>
          <p:cNvSpPr>
            <a:spLocks noGrp="1"/>
          </p:cNvSpPr>
          <p:nvPr>
            <p:ph idx="1"/>
          </p:nvPr>
        </p:nvSpPr>
        <p:spPr/>
        <p:txBody>
          <a:bodyPr/>
          <a:lstStyle/>
          <a:p>
            <a:pPr marL="0" indent="0">
              <a:buNone/>
            </a:pPr>
            <a:r>
              <a:rPr lang="en-US" dirty="0"/>
              <a:t>The next slide contains two animation explaining binary search vs linear(sequential) search. </a:t>
            </a:r>
          </a:p>
          <a:p>
            <a:pPr marL="0" indent="0">
              <a:buNone/>
            </a:pPr>
            <a:endParaRPr lang="en-US" dirty="0"/>
          </a:p>
          <a:p>
            <a:pPr marL="0" indent="0">
              <a:buNone/>
            </a:pPr>
            <a:r>
              <a:rPr lang="en-US" dirty="0"/>
              <a:t>Open the </a:t>
            </a:r>
            <a:r>
              <a:rPr lang="en-US" dirty="0" err="1"/>
              <a:t>powerpoint</a:t>
            </a:r>
            <a:r>
              <a:rPr lang="en-US" dirty="0"/>
              <a:t> version to see the animation. The PDF version of slides will NOT animate. </a:t>
            </a:r>
            <a:r>
              <a:rPr lang="en-US"/>
              <a:t>See link below.</a:t>
            </a:r>
            <a:endParaRPr lang="en-US" dirty="0"/>
          </a:p>
          <a:p>
            <a:pPr marL="0" indent="0">
              <a:buNone/>
            </a:pPr>
            <a:endParaRPr lang="en-US" dirty="0"/>
          </a:p>
          <a:p>
            <a:pPr marL="0" indent="0">
              <a:buNone/>
            </a:pPr>
            <a:r>
              <a:rPr lang="en-US" dirty="0"/>
              <a:t>https://</a:t>
            </a:r>
            <a:r>
              <a:rPr lang="en-US" dirty="0" err="1"/>
              <a:t>longbaonguyen.github.io</a:t>
            </a:r>
            <a:r>
              <a:rPr lang="en-US" dirty="0"/>
              <a:t>/courses/</a:t>
            </a:r>
            <a:r>
              <a:rPr lang="en-US" dirty="0" err="1"/>
              <a:t>apcsp</a:t>
            </a:r>
            <a:r>
              <a:rPr lang="en-US" dirty="0"/>
              <a:t>/lect22.pptx</a:t>
            </a:r>
          </a:p>
        </p:txBody>
      </p:sp>
      <p:sp>
        <p:nvSpPr>
          <p:cNvPr id="4" name="Slide Number Placeholder 3">
            <a:extLst>
              <a:ext uri="{FF2B5EF4-FFF2-40B4-BE49-F238E27FC236}">
                <a16:creationId xmlns:a16="http://schemas.microsoft.com/office/drawing/2014/main" id="{01A949D7-FD36-6E07-1EF9-3FE37EE2C6B2}"/>
              </a:ext>
            </a:extLst>
          </p:cNvPr>
          <p:cNvSpPr>
            <a:spLocks noGrp="1"/>
          </p:cNvSpPr>
          <p:nvPr>
            <p:ph type="sldNum" sz="quarter" idx="12"/>
          </p:nvPr>
        </p:nvSpPr>
        <p:spPr/>
        <p:txBody>
          <a:bodyPr/>
          <a:lstStyle/>
          <a:p>
            <a:fld id="{D57F1E4F-1CFF-5643-939E-02111984F565}" type="slidenum">
              <a:rPr lang="en-US" smtClean="0"/>
              <a:t>7</a:t>
            </a:fld>
            <a:endParaRPr lang="en-US" dirty="0"/>
          </a:p>
        </p:txBody>
      </p:sp>
    </p:spTree>
    <p:extLst>
      <p:ext uri="{BB962C8B-B14F-4D97-AF65-F5344CB8AC3E}">
        <p14:creationId xmlns:p14="http://schemas.microsoft.com/office/powerpoint/2010/main" val="35658294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imeline&#10;&#10;Description automatically generated">
            <a:extLst>
              <a:ext uri="{FF2B5EF4-FFF2-40B4-BE49-F238E27FC236}">
                <a16:creationId xmlns:a16="http://schemas.microsoft.com/office/drawing/2014/main" id="{6BCAB826-F3FF-C34A-9701-CB1AB4066329}"/>
              </a:ext>
            </a:extLst>
          </p:cNvPr>
          <p:cNvPicPr>
            <a:picLocks noChangeAspect="1"/>
          </p:cNvPicPr>
          <p:nvPr/>
        </p:nvPicPr>
        <p:blipFill>
          <a:blip r:embed="rId2"/>
          <a:stretch>
            <a:fillRect/>
          </a:stretch>
        </p:blipFill>
        <p:spPr>
          <a:xfrm>
            <a:off x="770965" y="317500"/>
            <a:ext cx="7620000" cy="5080000"/>
          </a:xfrm>
          <a:prstGeom prst="rect">
            <a:avLst/>
          </a:prstGeom>
        </p:spPr>
      </p:pic>
      <p:sp>
        <p:nvSpPr>
          <p:cNvPr id="2" name="Slide Number Placeholder 1">
            <a:extLst>
              <a:ext uri="{FF2B5EF4-FFF2-40B4-BE49-F238E27FC236}">
                <a16:creationId xmlns:a16="http://schemas.microsoft.com/office/drawing/2014/main" id="{09AE974D-65F1-154D-B8DE-CE3BC7D05E95}"/>
              </a:ext>
            </a:extLst>
          </p:cNvPr>
          <p:cNvSpPr>
            <a:spLocks noGrp="1"/>
          </p:cNvSpPr>
          <p:nvPr>
            <p:ph type="sldNum" sz="quarter" idx="12"/>
          </p:nvPr>
        </p:nvSpPr>
        <p:spPr/>
        <p:txBody>
          <a:bodyPr/>
          <a:lstStyle/>
          <a:p>
            <a:fld id="{D57F1E4F-1CFF-5643-939E-02111984F565}" type="slidenum">
              <a:rPr lang="en-US" smtClean="0"/>
              <a:t>8</a:t>
            </a:fld>
            <a:endParaRPr lang="en-US" dirty="0"/>
          </a:p>
        </p:txBody>
      </p:sp>
    </p:spTree>
    <p:extLst>
      <p:ext uri="{BB962C8B-B14F-4D97-AF65-F5344CB8AC3E}">
        <p14:creationId xmlns:p14="http://schemas.microsoft.com/office/powerpoint/2010/main" val="1088193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54112" y="0"/>
            <a:ext cx="7724240" cy="679442"/>
          </a:xfrm>
        </p:spPr>
        <p:txBody>
          <a:bodyPr/>
          <a:lstStyle/>
          <a:p>
            <a:pPr eaLnBrk="1" hangingPunct="1">
              <a:defRPr/>
            </a:pPr>
            <a:r>
              <a:rPr lang="en-US" sz="2333" dirty="0"/>
              <a:t>Binary Search</a:t>
            </a:r>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54112" y="585627"/>
            <a:ext cx="8517277" cy="5129373"/>
          </a:xfrm>
        </p:spPr>
        <p:txBody>
          <a:bodyPr/>
          <a:lstStyle/>
          <a:p>
            <a:pPr marL="0" indent="0">
              <a:buNone/>
            </a:pPr>
            <a:r>
              <a:rPr lang="en-US" altLang="en-US" sz="2000" dirty="0">
                <a:ea typeface="ＭＳ Ｐゴシック" panose="020B0600070205080204" pitchFamily="34" charset="-128"/>
              </a:rPr>
              <a:t>Implement binary search. </a:t>
            </a:r>
            <a:r>
              <a:rPr lang="en-US" sz="2000" dirty="0"/>
              <a:t>Data must be in sorted order to use the binary search algorithm. </a:t>
            </a:r>
          </a:p>
          <a:p>
            <a:pPr marL="0" indent="0">
              <a:buNone/>
            </a:pPr>
            <a:endParaRPr lang="en-US" altLang="en-US" sz="1833" dirty="0">
              <a:ea typeface="ＭＳ Ｐゴシック" panose="020B0600070205080204" pitchFamily="34" charset="-128"/>
            </a:endParaRPr>
          </a:p>
          <a:p>
            <a:pPr marL="0" indent="0">
              <a:buNone/>
            </a:pPr>
            <a:r>
              <a:rPr lang="en-US" sz="1800" b="1" dirty="0">
                <a:solidFill>
                  <a:srgbClr val="34A327"/>
                </a:solidFill>
                <a:latin typeface="Inconsolata" panose="020B0609030003000000" pitchFamily="49" charset="77"/>
              </a:rPr>
              <a:t>def</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binary_search</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sorted_lst</a:t>
            </a:r>
            <a:r>
              <a:rPr lang="en-US" sz="1800" b="1" dirty="0">
                <a:solidFill>
                  <a:srgbClr val="000000"/>
                </a:solidFill>
                <a:latin typeface="Inconsolata" panose="020B0609030003000000" pitchFamily="49" charset="77"/>
              </a:rPr>
              <a:t>, target): </a:t>
            </a:r>
          </a:p>
          <a:p>
            <a:pPr marL="0" indent="0">
              <a:buNone/>
            </a:pPr>
            <a:r>
              <a:rPr lang="en-US" sz="1800" b="1" dirty="0">
                <a:solidFill>
                  <a:srgbClr val="000000"/>
                </a:solidFill>
                <a:latin typeface="Inconsolata" panose="020B0609030003000000" pitchFamily="49" charset="77"/>
              </a:rPr>
              <a:t>	min, max = 0, </a:t>
            </a:r>
            <a:r>
              <a:rPr lang="en-US" sz="1800" b="1" dirty="0" err="1">
                <a:solidFill>
                  <a:srgbClr val="000000"/>
                </a:solidFill>
                <a:latin typeface="Inconsolata" panose="020B0609030003000000" pitchFamily="49" charset="77"/>
              </a:rPr>
              <a:t>len</a:t>
            </a:r>
            <a:r>
              <a:rPr lang="en-US" sz="1800" b="1" dirty="0">
                <a:solidFill>
                  <a:srgbClr val="000000"/>
                </a:solidFill>
                <a:latin typeface="Inconsolata" panose="020B0609030003000000" pitchFamily="49" charset="77"/>
              </a:rPr>
              <a:t>(</a:t>
            </a:r>
            <a:r>
              <a:rPr lang="en-US" sz="1800" b="1" dirty="0" err="1">
                <a:solidFill>
                  <a:srgbClr val="000000"/>
                </a:solidFill>
                <a:latin typeface="Inconsolata" panose="020B0609030003000000" pitchFamily="49" charset="77"/>
              </a:rPr>
              <a:t>sorted_lst</a:t>
            </a:r>
            <a:r>
              <a:rPr lang="en-US" sz="1800" b="1" dirty="0">
                <a:solidFill>
                  <a:srgbClr val="000000"/>
                </a:solidFill>
                <a:latin typeface="Inconsolata" panose="020B0609030003000000" pitchFamily="49" charset="77"/>
              </a:rPr>
              <a:t>)-1</a:t>
            </a:r>
          </a:p>
          <a:p>
            <a:pPr marL="0" indent="0">
              <a:buNone/>
            </a:pPr>
            <a:r>
              <a:rPr lang="en-US" sz="1800" b="1" dirty="0">
                <a:solidFill>
                  <a:srgbClr val="006699"/>
                </a:solidFill>
                <a:latin typeface="Inconsolata" panose="020B0609030003000000" pitchFamily="49" charset="77"/>
              </a:rPr>
              <a:t>	while min &lt;= max</a:t>
            </a:r>
            <a:r>
              <a:rPr lang="en-US" sz="1800" b="1" dirty="0">
                <a:solidFill>
                  <a:srgbClr val="336666"/>
                </a:solidFill>
                <a:latin typeface="Inconsolata" panose="020B0609030003000000" pitchFamily="49" charset="77"/>
              </a:rPr>
              <a:t>:</a:t>
            </a:r>
          </a:p>
          <a:p>
            <a:pPr marL="0" indent="0">
              <a:buNone/>
            </a:pPr>
            <a:r>
              <a:rPr lang="en-US" sz="1800" b="1" dirty="0">
                <a:solidFill>
                  <a:srgbClr val="336666"/>
                </a:solidFill>
                <a:latin typeface="Inconsolata" panose="020B0609030003000000" pitchFamily="49" charset="77"/>
              </a:rPr>
              <a:t>	    </a:t>
            </a:r>
            <a:r>
              <a:rPr lang="en-US" sz="1800" b="1" dirty="0">
                <a:solidFill>
                  <a:srgbClr val="000000"/>
                </a:solidFill>
                <a:latin typeface="Inconsolata" panose="020B0609030003000000" pitchFamily="49" charset="77"/>
              </a:rPr>
              <a:t>mid = (min + max)//2</a:t>
            </a:r>
          </a:p>
          <a:p>
            <a:pPr marL="0" indent="0">
              <a:buNone/>
            </a:pPr>
            <a:r>
              <a:rPr lang="en-US" sz="1800" b="1" dirty="0">
                <a:solidFill>
                  <a:srgbClr val="336666"/>
                </a:solidFill>
                <a:latin typeface="Inconsolata" panose="020B0609030003000000" pitchFamily="49" charset="77"/>
              </a:rPr>
              <a:t>	    if </a:t>
            </a:r>
            <a:r>
              <a:rPr lang="en-US" sz="1800" b="1" dirty="0" err="1">
                <a:solidFill>
                  <a:srgbClr val="336666"/>
                </a:solidFill>
                <a:latin typeface="Inconsolata" panose="020B0609030003000000" pitchFamily="49" charset="77"/>
              </a:rPr>
              <a:t>sorted_lst</a:t>
            </a:r>
            <a:r>
              <a:rPr lang="en-US" sz="1800" b="1" dirty="0">
                <a:solidFill>
                  <a:srgbClr val="336666"/>
                </a:solidFill>
                <a:latin typeface="Inconsolata" panose="020B0609030003000000" pitchFamily="49" charset="77"/>
              </a:rPr>
              <a:t>[mid] &lt; target:</a:t>
            </a:r>
          </a:p>
          <a:p>
            <a:pPr marL="0" indent="0">
              <a:buNone/>
            </a:pPr>
            <a:r>
              <a:rPr lang="en-US" sz="1800" b="1" dirty="0">
                <a:solidFill>
                  <a:srgbClr val="336666"/>
                </a:solidFill>
                <a:latin typeface="Inconsolata" panose="020B0609030003000000" pitchFamily="49" charset="77"/>
              </a:rPr>
              <a:t>	        min = mid + 1</a:t>
            </a:r>
          </a:p>
          <a:p>
            <a:pPr marL="0" indent="0">
              <a:buNone/>
            </a:pPr>
            <a:r>
              <a:rPr lang="en-US" sz="1800" b="1" dirty="0">
                <a:solidFill>
                  <a:srgbClr val="336666"/>
                </a:solidFill>
                <a:latin typeface="Inconsolata" panose="020B0609030003000000" pitchFamily="49" charset="77"/>
              </a:rPr>
              <a:t>	    </a:t>
            </a:r>
            <a:r>
              <a:rPr lang="en-US" sz="1800" b="1" dirty="0" err="1">
                <a:solidFill>
                  <a:srgbClr val="336666"/>
                </a:solidFill>
                <a:latin typeface="Inconsolata" panose="020B0609030003000000" pitchFamily="49" charset="77"/>
              </a:rPr>
              <a:t>elif</a:t>
            </a:r>
            <a:r>
              <a:rPr lang="en-US" sz="1800" b="1" dirty="0">
                <a:solidFill>
                  <a:srgbClr val="336666"/>
                </a:solidFill>
                <a:latin typeface="Inconsolata" panose="020B0609030003000000" pitchFamily="49" charset="77"/>
              </a:rPr>
              <a:t> </a:t>
            </a:r>
            <a:r>
              <a:rPr lang="en-US" sz="1800" b="1" dirty="0" err="1">
                <a:solidFill>
                  <a:srgbClr val="336666"/>
                </a:solidFill>
                <a:latin typeface="Inconsolata" panose="020B0609030003000000" pitchFamily="49" charset="77"/>
              </a:rPr>
              <a:t>sorted_lst</a:t>
            </a:r>
            <a:r>
              <a:rPr lang="en-US" sz="1800" b="1" dirty="0">
                <a:solidFill>
                  <a:srgbClr val="336666"/>
                </a:solidFill>
                <a:latin typeface="Inconsolata" panose="020B0609030003000000" pitchFamily="49" charset="77"/>
              </a:rPr>
              <a:t>[mid] &gt; target:</a:t>
            </a:r>
          </a:p>
          <a:p>
            <a:pPr marL="0" indent="0">
              <a:buNone/>
            </a:pPr>
            <a:r>
              <a:rPr lang="en-US" sz="1800" b="1" dirty="0">
                <a:solidFill>
                  <a:srgbClr val="336666"/>
                </a:solidFill>
                <a:latin typeface="Inconsolata" panose="020B0609030003000000" pitchFamily="49" charset="77"/>
              </a:rPr>
              <a:t>	        max = mid – 1</a:t>
            </a:r>
          </a:p>
          <a:p>
            <a:pPr marL="0" indent="0">
              <a:buNone/>
            </a:pPr>
            <a:r>
              <a:rPr lang="en-US" sz="1800" b="1" dirty="0">
                <a:solidFill>
                  <a:srgbClr val="336666"/>
                </a:solidFill>
                <a:latin typeface="Inconsolata" panose="020B0609030003000000" pitchFamily="49" charset="77"/>
              </a:rPr>
              <a:t>	    </a:t>
            </a:r>
            <a:r>
              <a:rPr lang="en-US" sz="1800" b="1" dirty="0" err="1">
                <a:solidFill>
                  <a:srgbClr val="336666"/>
                </a:solidFill>
                <a:latin typeface="Inconsolata" panose="020B0609030003000000" pitchFamily="49" charset="77"/>
              </a:rPr>
              <a:t>elif</a:t>
            </a:r>
            <a:r>
              <a:rPr lang="en-US" sz="1800" b="1" dirty="0">
                <a:solidFill>
                  <a:srgbClr val="336666"/>
                </a:solidFill>
                <a:latin typeface="Inconsolata" panose="020B0609030003000000" pitchFamily="49" charset="77"/>
              </a:rPr>
              <a:t> </a:t>
            </a:r>
            <a:r>
              <a:rPr lang="en-US" sz="1800" b="1" dirty="0" err="1">
                <a:solidFill>
                  <a:srgbClr val="336666"/>
                </a:solidFill>
                <a:latin typeface="Inconsolata" panose="020B0609030003000000" pitchFamily="49" charset="77"/>
              </a:rPr>
              <a:t>sorted_lst</a:t>
            </a:r>
            <a:r>
              <a:rPr lang="en-US" sz="1800" b="1" dirty="0">
                <a:solidFill>
                  <a:srgbClr val="336666"/>
                </a:solidFill>
                <a:latin typeface="Inconsolata" panose="020B0609030003000000" pitchFamily="49" charset="77"/>
              </a:rPr>
              <a:t>[mid] == target:</a:t>
            </a:r>
          </a:p>
          <a:p>
            <a:pPr marL="0" indent="0">
              <a:buNone/>
            </a:pPr>
            <a:r>
              <a:rPr lang="en-US" sz="1800" b="1" dirty="0">
                <a:solidFill>
                  <a:srgbClr val="336666"/>
                </a:solidFill>
                <a:latin typeface="Inconsolata" panose="020B0609030003000000" pitchFamily="49" charset="77"/>
              </a:rPr>
              <a:t>		  return mid</a:t>
            </a:r>
          </a:p>
          <a:p>
            <a:pPr marL="0" indent="0">
              <a:buNone/>
            </a:pPr>
            <a:r>
              <a:rPr lang="en-US" sz="1800" b="1" dirty="0">
                <a:solidFill>
                  <a:srgbClr val="34A327"/>
                </a:solidFill>
                <a:latin typeface="Inconsolata" panose="020B0609030003000000" pitchFamily="49" charset="77"/>
              </a:rPr>
              <a:t>   	return</a:t>
            </a:r>
            <a:r>
              <a:rPr lang="en-US" sz="1800" b="1" dirty="0">
                <a:solidFill>
                  <a:srgbClr val="000000"/>
                </a:solidFill>
                <a:latin typeface="Inconsolata" panose="020B0609030003000000" pitchFamily="49" charset="77"/>
              </a:rPr>
              <a:t> -1 </a:t>
            </a:r>
            <a:endParaRPr lang="en-US" altLang="en-US" sz="1833" dirty="0">
              <a:ea typeface="ＭＳ Ｐゴシック" panose="020B0600070205080204" pitchFamily="34" charset="-128"/>
            </a:endParaRPr>
          </a:p>
          <a:p>
            <a:pPr marL="0" indent="0">
              <a:buNone/>
            </a:pPr>
            <a:endParaRPr lang="en-US" sz="1800" b="1" dirty="0">
              <a:solidFill>
                <a:srgbClr val="336666"/>
              </a:solidFill>
              <a:latin typeface="INCONSOLATA" panose="020B0609030003000000" pitchFamily="49" charset="77"/>
            </a:endParaRPr>
          </a:p>
          <a:p>
            <a:pPr marL="0" indent="0">
              <a:buNone/>
            </a:pPr>
            <a:endParaRPr lang="en-US" sz="1800" b="1" dirty="0">
              <a:latin typeface="Inconsolata" panose="020B0609030003000000" pitchFamily="49" charset="77"/>
            </a:endParaRP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676CE5E9-0770-7D40-A2D2-7D96FDD0BEB5}"/>
              </a:ext>
            </a:extLst>
          </p:cNvPr>
          <p:cNvSpPr>
            <a:spLocks noGrp="1"/>
          </p:cNvSpPr>
          <p:nvPr>
            <p:ph type="sldNum" sz="quarter" idx="12"/>
          </p:nvPr>
        </p:nvSpPr>
        <p:spPr/>
        <p:txBody>
          <a:bodyPr/>
          <a:lstStyle/>
          <a:p>
            <a:fld id="{D57F1E4F-1CFF-5643-939E-02111984F565}" type="slidenum">
              <a:rPr lang="en-US" smtClean="0"/>
              <a:t>9</a:t>
            </a:fld>
            <a:endParaRPr lang="en-US" dirty="0"/>
          </a:p>
        </p:txBody>
      </p:sp>
    </p:spTree>
    <p:extLst>
      <p:ext uri="{BB962C8B-B14F-4D97-AF65-F5344CB8AC3E}">
        <p14:creationId xmlns:p14="http://schemas.microsoft.com/office/powerpoint/2010/main" val="3614929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14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146">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146">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146">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146">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6146">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6146">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92500" lnSpcReduction="20000"/>
          </a:bodyPr>
          <a:lstStyle/>
          <a:p>
            <a:pPr marL="0" indent="0">
              <a:buNone/>
            </a:pPr>
            <a:r>
              <a:rPr lang="en-US" dirty="0"/>
              <a:t>A </a:t>
            </a:r>
            <a:r>
              <a:rPr lang="en-US" b="1" dirty="0"/>
              <a:t>problem</a:t>
            </a:r>
            <a:r>
              <a:rPr lang="en-US" i="1" dirty="0"/>
              <a:t> </a:t>
            </a:r>
            <a:r>
              <a:rPr lang="en-US" dirty="0"/>
              <a:t>is a general description of a task that can (or cannot) be solved algorithmically. </a:t>
            </a:r>
          </a:p>
          <a:p>
            <a:pPr marL="0" indent="0">
              <a:buNone/>
            </a:pPr>
            <a:endParaRPr lang="en-US" dirty="0"/>
          </a:p>
          <a:p>
            <a:pPr marL="0" indent="0">
              <a:buNone/>
            </a:pPr>
            <a:r>
              <a:rPr lang="en-US" dirty="0"/>
              <a:t>An </a:t>
            </a:r>
            <a:r>
              <a:rPr lang="en-US" b="1" dirty="0"/>
              <a:t>instance</a:t>
            </a:r>
            <a:r>
              <a:rPr lang="en-US" i="1" dirty="0"/>
              <a:t> </a:t>
            </a:r>
            <a:r>
              <a:rPr lang="en-US" dirty="0"/>
              <a:t>of a problem also includes specific input. For example, sorting is a problem; sorting the list (2,3,1,7) is an instance of the problem. </a:t>
            </a:r>
            <a:endParaRPr lang="en-US" sz="2000" dirty="0"/>
          </a:p>
          <a:p>
            <a:pPr marL="0" indent="0">
              <a:buNone/>
            </a:pPr>
            <a:endParaRPr lang="en-US" sz="2000" dirty="0"/>
          </a:p>
          <a:p>
            <a:pPr marL="0" indent="0">
              <a:buNone/>
            </a:pPr>
            <a:r>
              <a:rPr lang="en-US" dirty="0"/>
              <a:t>A </a:t>
            </a:r>
            <a:r>
              <a:rPr lang="en-US" b="1" dirty="0"/>
              <a:t>decision problem</a:t>
            </a:r>
            <a:r>
              <a:rPr lang="en-US" i="1" dirty="0"/>
              <a:t> </a:t>
            </a:r>
            <a:r>
              <a:rPr lang="en-US" dirty="0"/>
              <a:t>is a problem with a yes/no answer (e.g., is there a path from A to B?). </a:t>
            </a:r>
          </a:p>
          <a:p>
            <a:pPr marL="0" indent="0">
              <a:buNone/>
            </a:pPr>
            <a:endParaRPr lang="en-US" dirty="0"/>
          </a:p>
          <a:p>
            <a:pPr marL="0" indent="0">
              <a:buNone/>
            </a:pPr>
            <a:r>
              <a:rPr lang="en-US" dirty="0"/>
              <a:t>An </a:t>
            </a:r>
            <a:r>
              <a:rPr lang="en-US" b="1" dirty="0"/>
              <a:t>optimization problem</a:t>
            </a:r>
            <a:r>
              <a:rPr lang="en-US" i="1" dirty="0"/>
              <a:t> </a:t>
            </a:r>
            <a:r>
              <a:rPr lang="en-US" dirty="0"/>
              <a:t>is a problem with the goal of finding the “best” solution among many (e.g., what is the shortest path from A to B?). </a:t>
            </a: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A4CB0179-28F5-974A-B202-8BFC596C0093}"/>
              </a:ext>
            </a:extLst>
          </p:cNvPr>
          <p:cNvSpPr>
            <a:spLocks noGrp="1"/>
          </p:cNvSpPr>
          <p:nvPr>
            <p:ph type="sldNum" sz="quarter" idx="12"/>
          </p:nvPr>
        </p:nvSpPr>
        <p:spPr/>
        <p:txBody>
          <a:bodyPr/>
          <a:lstStyle/>
          <a:p>
            <a:fld id="{D57F1E4F-1CFF-5643-939E-02111984F565}" type="slidenum">
              <a:rPr lang="en-US" smtClean="0"/>
              <a:t>10</a:t>
            </a:fld>
            <a:endParaRPr lang="en-US" dirty="0"/>
          </a:p>
        </p:txBody>
      </p:sp>
    </p:spTree>
    <p:extLst>
      <p:ext uri="{BB962C8B-B14F-4D97-AF65-F5344CB8AC3E}">
        <p14:creationId xmlns:p14="http://schemas.microsoft.com/office/powerpoint/2010/main" val="10286459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6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92500" lnSpcReduction="20000"/>
          </a:bodyPr>
          <a:lstStyle/>
          <a:p>
            <a:pPr marL="0" indent="0">
              <a:buNone/>
            </a:pPr>
            <a:r>
              <a:rPr lang="en-US" sz="2000" b="1" dirty="0"/>
              <a:t>Efficiency</a:t>
            </a:r>
            <a:r>
              <a:rPr lang="en-US" sz="2000" i="1" dirty="0"/>
              <a:t> </a:t>
            </a:r>
            <a:r>
              <a:rPr lang="en-US" sz="2000" dirty="0"/>
              <a:t>is an estimation of the amount of computational resources used by an algorithm. </a:t>
            </a:r>
          </a:p>
          <a:p>
            <a:pPr marL="0" indent="0">
              <a:buNone/>
            </a:pPr>
            <a:endParaRPr lang="en-US" sz="2000" dirty="0"/>
          </a:p>
          <a:p>
            <a:pPr marL="0" indent="0">
              <a:buNone/>
            </a:pPr>
            <a:r>
              <a:rPr lang="en-US" sz="2000" dirty="0"/>
              <a:t>Efficiency is typically expressed as a function of the size of the input(</a:t>
            </a:r>
            <a:r>
              <a:rPr lang="en-US" sz="2000" dirty="0" err="1"/>
              <a:t>e.g</a:t>
            </a:r>
            <a:r>
              <a:rPr lang="en-US" sz="2000" dirty="0"/>
              <a:t> the size of the list). </a:t>
            </a:r>
            <a:r>
              <a:rPr lang="en-US" altLang="en-US" sz="2000" dirty="0">
                <a:latin typeface="Gill Sans MT" panose="020B0502020104020203" pitchFamily="34" charset="77"/>
              </a:rPr>
              <a:t>Can either be worst-case complexity or average-case complexity.</a:t>
            </a:r>
          </a:p>
          <a:p>
            <a:pPr marL="0" indent="0">
              <a:buNone/>
            </a:pPr>
            <a:endParaRPr lang="en-US" altLang="en-US" sz="2000" dirty="0">
              <a:latin typeface="Gill Sans MT" panose="020B0502020104020203" pitchFamily="34" charset="77"/>
            </a:endParaRPr>
          </a:p>
          <a:p>
            <a:pPr marL="0" indent="0">
              <a:buNone/>
            </a:pPr>
            <a:r>
              <a:rPr lang="en-US" dirty="0"/>
              <a:t>An algorithm’s efficiency can be informally measured by determining the number of times a statement or group of statements executes. </a:t>
            </a:r>
            <a:endParaRPr lang="en-US" sz="2000" dirty="0"/>
          </a:p>
          <a:p>
            <a:pPr marL="0" indent="0">
              <a:buNone/>
            </a:pPr>
            <a:endParaRPr lang="en-US" altLang="en-US" sz="2000" dirty="0">
              <a:latin typeface="Gill Sans MT" panose="020B0502020104020203" pitchFamily="34" charset="77"/>
            </a:endParaRPr>
          </a:p>
          <a:p>
            <a:pPr marL="0" indent="0">
              <a:buNone/>
            </a:pPr>
            <a:r>
              <a:rPr lang="en-US" dirty="0"/>
              <a:t>Different correct algorithms for the same problem can have different efficiencies. For example, a sorting algorithm that requires more computations is slower than a different sorting algorithm </a:t>
            </a:r>
            <a:r>
              <a:rPr lang="en-US"/>
              <a:t>that requires less. </a:t>
            </a:r>
            <a:endParaRPr lang="en-US" sz="2000" dirty="0"/>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11</a:t>
            </a:fld>
            <a:endParaRPr lang="en-US" dirty="0"/>
          </a:p>
        </p:txBody>
      </p:sp>
    </p:spTree>
    <p:extLst>
      <p:ext uri="{BB962C8B-B14F-4D97-AF65-F5344CB8AC3E}">
        <p14:creationId xmlns:p14="http://schemas.microsoft.com/office/powerpoint/2010/main" val="89213011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6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Example 1 of 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85000" lnSpcReduction="20000"/>
          </a:bodyPr>
          <a:lstStyle/>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sum</a:t>
            </a:r>
            <a:r>
              <a:rPr lang="en-US" sz="2000" b="1" dirty="0">
                <a:solidFill>
                  <a:srgbClr val="000000"/>
                </a:solidFill>
                <a:latin typeface="Inconsolata" panose="020B0609030003000000" pitchFamily="49" charset="77"/>
              </a:rPr>
              <a:t>(</a:t>
            </a:r>
            <a:r>
              <a:rPr lang="en-US" sz="2000" b="1" dirty="0" err="1">
                <a:solidFill>
                  <a:srgbClr val="000000"/>
                </a:solidFill>
                <a:latin typeface="Inconsolata" panose="020B0609030003000000" pitchFamily="49" charset="77"/>
              </a:rPr>
              <a:t>lst</a:t>
            </a:r>
            <a:r>
              <a:rPr lang="en-US" sz="2000" b="1" dirty="0">
                <a:solidFill>
                  <a:srgbClr val="000000"/>
                </a:solidFill>
                <a:latin typeface="Inconsolata" panose="020B0609030003000000" pitchFamily="49" charset="77"/>
              </a:rPr>
              <a:t>):  </a:t>
            </a:r>
          </a:p>
          <a:p>
            <a:pPr marL="0" indent="0">
              <a:buNone/>
            </a:pPr>
            <a:r>
              <a:rPr lang="en-US" sz="2000" b="1" dirty="0">
                <a:solidFill>
                  <a:srgbClr val="000000"/>
                </a:solidFill>
                <a:latin typeface="Inconsolata" panose="020B0609030003000000" pitchFamily="49" charset="77"/>
              </a:rPr>
              <a:t>	s = 0</a:t>
            </a:r>
          </a:p>
          <a:p>
            <a:pPr marL="0" indent="0">
              <a:buNone/>
            </a:pPr>
            <a:r>
              <a:rPr lang="en-US" sz="2000" b="1" dirty="0">
                <a:solidFill>
                  <a:srgbClr val="006699"/>
                </a:solidFill>
                <a:latin typeface="Inconsolata" panose="020B0609030003000000" pitchFamily="49" charset="77"/>
              </a:rPr>
              <a:t>	for x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336666"/>
                </a:solidFill>
                <a:latin typeface="Inconsolata" panose="020B0609030003000000" pitchFamily="49" charset="77"/>
              </a:rPr>
              <a:t>	    </a:t>
            </a:r>
            <a:r>
              <a:rPr lang="en-US" sz="2000" b="1" dirty="0">
                <a:solidFill>
                  <a:srgbClr val="34A327"/>
                </a:solidFill>
                <a:latin typeface="Inconsolata" panose="020B0609030003000000" pitchFamily="49" charset="77"/>
              </a:rPr>
              <a:t>s += x</a:t>
            </a:r>
          </a:p>
          <a:p>
            <a:pPr marL="0" indent="0">
              <a:buNone/>
            </a:pPr>
            <a:r>
              <a:rPr lang="en-US" sz="2000" b="1" dirty="0">
                <a:solidFill>
                  <a:srgbClr val="34A327"/>
                </a:solidFill>
                <a:latin typeface="Inconsolata" panose="020B0609030003000000" pitchFamily="49" charset="77"/>
              </a:rPr>
              <a:t>	    s += 1</a:t>
            </a:r>
            <a:r>
              <a:rPr lang="en-US" sz="2000" b="1" dirty="0">
                <a:solidFill>
                  <a:srgbClr val="000000"/>
                </a:solidFill>
                <a:latin typeface="Inconsolata" panose="020B0609030003000000" pitchFamily="49" charset="77"/>
              </a:rPr>
              <a:t> </a:t>
            </a:r>
          </a:p>
          <a:p>
            <a:pPr marL="0" indent="0">
              <a:buNone/>
            </a:pPr>
            <a:r>
              <a:rPr lang="en-US" altLang="en-US" sz="2000" b="1" dirty="0">
                <a:latin typeface="Gill Sans MT" panose="020B0502020104020203" pitchFamily="34" charset="77"/>
              </a:rPr>
              <a:t>	return s</a:t>
            </a:r>
          </a:p>
          <a:p>
            <a:pPr marL="0" indent="0">
              <a:buNone/>
            </a:pPr>
            <a:endParaRPr lang="en-US" altLang="en-US" sz="2000" dirty="0">
              <a:latin typeface="Gill Sans MT" panose="020B0502020104020203" pitchFamily="34" charset="77"/>
            </a:endParaRPr>
          </a:p>
          <a:p>
            <a:pPr marL="0" indent="0">
              <a:buNone/>
            </a:pPr>
            <a:r>
              <a:rPr lang="en-US" altLang="en-US" sz="2000" dirty="0">
                <a:latin typeface="Gill Sans MT" panose="020B0502020104020203" pitchFamily="34" charset="77"/>
              </a:rPr>
              <a:t>Let's define efficiency as the number of times a math operation statement is executed. Let the size of </a:t>
            </a:r>
            <a:r>
              <a:rPr lang="en-US" altLang="en-US" sz="2000" dirty="0" err="1">
                <a:latin typeface="Gill Sans MT" panose="020B0502020104020203" pitchFamily="34" charset="77"/>
              </a:rPr>
              <a:t>lst</a:t>
            </a:r>
            <a:r>
              <a:rPr lang="en-US" altLang="en-US" sz="2000" dirty="0">
                <a:latin typeface="Gill Sans MT" panose="020B0502020104020203" pitchFamily="34" charset="77"/>
              </a:rPr>
              <a:t> be n. What is the efficiency of the function sum as a function of n? </a:t>
            </a:r>
          </a:p>
          <a:p>
            <a:pPr marL="0" indent="0">
              <a:buNone/>
            </a:pPr>
            <a:r>
              <a:rPr lang="en-US" altLang="en-US" sz="2000" dirty="0">
                <a:latin typeface="Gill Sans MT" panose="020B0502020104020203" pitchFamily="34" charset="77"/>
              </a:rPr>
              <a:t>Answer: 2n</a:t>
            </a: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12</a:t>
            </a:fld>
            <a:endParaRPr lang="en-US" dirty="0"/>
          </a:p>
        </p:txBody>
      </p:sp>
    </p:spTree>
    <p:extLst>
      <p:ext uri="{BB962C8B-B14F-4D97-AF65-F5344CB8AC3E}">
        <p14:creationId xmlns:p14="http://schemas.microsoft.com/office/powerpoint/2010/main" val="32158793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Example 2 of 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77500" lnSpcReduction="20000"/>
          </a:bodyPr>
          <a:lstStyle/>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sum</a:t>
            </a:r>
            <a:r>
              <a:rPr lang="en-US" sz="2000" b="1" dirty="0">
                <a:solidFill>
                  <a:srgbClr val="000000"/>
                </a:solidFill>
                <a:latin typeface="Inconsolata" panose="020B0609030003000000" pitchFamily="49" charset="77"/>
              </a:rPr>
              <a:t>(</a:t>
            </a:r>
            <a:r>
              <a:rPr lang="en-US" sz="2000" b="1" dirty="0" err="1">
                <a:solidFill>
                  <a:srgbClr val="000000"/>
                </a:solidFill>
                <a:latin typeface="Inconsolata" panose="020B0609030003000000" pitchFamily="49" charset="77"/>
              </a:rPr>
              <a:t>lst</a:t>
            </a:r>
            <a:r>
              <a:rPr lang="en-US" sz="2000" b="1" dirty="0">
                <a:solidFill>
                  <a:srgbClr val="000000"/>
                </a:solidFill>
                <a:latin typeface="Inconsolata" panose="020B0609030003000000" pitchFamily="49" charset="77"/>
              </a:rPr>
              <a:t>):  </a:t>
            </a:r>
          </a:p>
          <a:p>
            <a:pPr marL="0" indent="0">
              <a:buNone/>
            </a:pPr>
            <a:r>
              <a:rPr lang="en-US" sz="2000" b="1" dirty="0">
                <a:solidFill>
                  <a:srgbClr val="000000"/>
                </a:solidFill>
                <a:latin typeface="Inconsolata" panose="020B0609030003000000" pitchFamily="49" charset="77"/>
              </a:rPr>
              <a:t>	s = 0</a:t>
            </a:r>
          </a:p>
          <a:p>
            <a:pPr marL="0" indent="0">
              <a:buNone/>
            </a:pPr>
            <a:r>
              <a:rPr lang="en-US" sz="2000" b="1" dirty="0">
                <a:solidFill>
                  <a:srgbClr val="006699"/>
                </a:solidFill>
                <a:latin typeface="Inconsolata" panose="020B0609030003000000" pitchFamily="49" charset="77"/>
              </a:rPr>
              <a:t>	for x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336666"/>
                </a:solidFill>
                <a:latin typeface="Inconsolata" panose="020B0609030003000000" pitchFamily="49" charset="77"/>
              </a:rPr>
              <a:t>	    </a:t>
            </a:r>
            <a:r>
              <a:rPr lang="en-US" sz="2000" b="1" dirty="0">
                <a:solidFill>
                  <a:srgbClr val="34A327"/>
                </a:solidFill>
                <a:latin typeface="Inconsolata" panose="020B0609030003000000" pitchFamily="49" charset="77"/>
              </a:rPr>
              <a:t>s += x</a:t>
            </a:r>
          </a:p>
          <a:p>
            <a:pPr marL="0" indent="0">
              <a:buNone/>
            </a:pPr>
            <a:r>
              <a:rPr lang="en-US" sz="2000" b="1" dirty="0">
                <a:solidFill>
                  <a:srgbClr val="34A327"/>
                </a:solidFill>
                <a:latin typeface="Inconsolata" panose="020B0609030003000000" pitchFamily="49" charset="77"/>
              </a:rPr>
              <a:t>	    s += 1</a:t>
            </a:r>
            <a:r>
              <a:rPr lang="en-US" sz="2000" b="1" dirty="0">
                <a:solidFill>
                  <a:srgbClr val="000000"/>
                </a:solidFill>
                <a:latin typeface="Inconsolata" panose="020B0609030003000000" pitchFamily="49" charset="77"/>
              </a:rPr>
              <a:t> </a:t>
            </a:r>
          </a:p>
          <a:p>
            <a:pPr marL="0" indent="0">
              <a:buNone/>
            </a:pPr>
            <a:r>
              <a:rPr lang="en-US" sz="2000" b="1" dirty="0">
                <a:solidFill>
                  <a:srgbClr val="006699"/>
                </a:solidFill>
                <a:latin typeface="Inconsolata" panose="020B0609030003000000" pitchFamily="49" charset="77"/>
              </a:rPr>
              <a:t>	for x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336666"/>
                </a:solidFill>
                <a:latin typeface="Inconsolata" panose="020B0609030003000000" pitchFamily="49" charset="77"/>
              </a:rPr>
              <a:t>	    </a:t>
            </a:r>
            <a:r>
              <a:rPr lang="en-US" sz="2000" b="1" dirty="0">
                <a:solidFill>
                  <a:srgbClr val="34A327"/>
                </a:solidFill>
                <a:latin typeface="Inconsolata" panose="020B0609030003000000" pitchFamily="49" charset="77"/>
              </a:rPr>
              <a:t>s -= 1</a:t>
            </a:r>
            <a:r>
              <a:rPr lang="en-US" sz="2000" b="1" dirty="0">
                <a:solidFill>
                  <a:srgbClr val="000000"/>
                </a:solidFill>
                <a:latin typeface="Inconsolata" panose="020B0609030003000000" pitchFamily="49" charset="77"/>
              </a:rPr>
              <a:t> </a:t>
            </a:r>
          </a:p>
          <a:p>
            <a:pPr marL="0" indent="0">
              <a:buNone/>
            </a:pPr>
            <a:r>
              <a:rPr lang="en-US" altLang="en-US" sz="2000" b="1" dirty="0">
                <a:latin typeface="Gill Sans MT" panose="020B0502020104020203" pitchFamily="34" charset="77"/>
              </a:rPr>
              <a:t>	return s</a:t>
            </a:r>
            <a:endParaRPr lang="en-US" altLang="en-US" sz="2000" dirty="0">
              <a:latin typeface="Gill Sans MT" panose="020B0502020104020203" pitchFamily="34" charset="77"/>
            </a:endParaRPr>
          </a:p>
          <a:p>
            <a:pPr marL="0" indent="0">
              <a:buNone/>
            </a:pPr>
            <a:r>
              <a:rPr lang="en-US" altLang="en-US" sz="2000" dirty="0">
                <a:latin typeface="Gill Sans MT" panose="020B0502020104020203" pitchFamily="34" charset="77"/>
              </a:rPr>
              <a:t>Let's define efficiency as the number of times a math operation statement is executed. Let the size of </a:t>
            </a:r>
            <a:r>
              <a:rPr lang="en-US" altLang="en-US" sz="2000" dirty="0" err="1">
                <a:latin typeface="Gill Sans MT" panose="020B0502020104020203" pitchFamily="34" charset="77"/>
              </a:rPr>
              <a:t>lst</a:t>
            </a:r>
            <a:r>
              <a:rPr lang="en-US" altLang="en-US" sz="2000" dirty="0">
                <a:latin typeface="Gill Sans MT" panose="020B0502020104020203" pitchFamily="34" charset="77"/>
              </a:rPr>
              <a:t> be n. What is the efficiency of the function sum as a function of n? </a:t>
            </a:r>
          </a:p>
          <a:p>
            <a:pPr marL="0" indent="0">
              <a:buNone/>
            </a:pPr>
            <a:r>
              <a:rPr lang="en-US" altLang="en-US" sz="2000" dirty="0">
                <a:latin typeface="Gill Sans MT" panose="020B0502020104020203" pitchFamily="34" charset="77"/>
              </a:rPr>
              <a:t>Answer: 3n</a:t>
            </a: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13</a:t>
            </a:fld>
            <a:endParaRPr lang="en-US" dirty="0"/>
          </a:p>
        </p:txBody>
      </p:sp>
    </p:spTree>
    <p:extLst>
      <p:ext uri="{BB962C8B-B14F-4D97-AF65-F5344CB8AC3E}">
        <p14:creationId xmlns:p14="http://schemas.microsoft.com/office/powerpoint/2010/main" val="24842923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Example 3 of Algorithmic Efficiency</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fontScale="85000" lnSpcReduction="20000"/>
          </a:bodyPr>
          <a:lstStyle/>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sum</a:t>
            </a:r>
            <a:r>
              <a:rPr lang="en-US" sz="2000" b="1" dirty="0">
                <a:solidFill>
                  <a:srgbClr val="000000"/>
                </a:solidFill>
                <a:latin typeface="Inconsolata" panose="020B0609030003000000" pitchFamily="49" charset="77"/>
              </a:rPr>
              <a:t>(</a:t>
            </a:r>
            <a:r>
              <a:rPr lang="en-US" sz="2000" b="1" dirty="0" err="1">
                <a:solidFill>
                  <a:srgbClr val="000000"/>
                </a:solidFill>
                <a:latin typeface="Inconsolata" panose="020B0609030003000000" pitchFamily="49" charset="77"/>
              </a:rPr>
              <a:t>lst</a:t>
            </a:r>
            <a:r>
              <a:rPr lang="en-US" sz="2000" b="1" dirty="0">
                <a:solidFill>
                  <a:srgbClr val="000000"/>
                </a:solidFill>
                <a:latin typeface="Inconsolata" panose="020B0609030003000000" pitchFamily="49" charset="77"/>
              </a:rPr>
              <a:t>):  </a:t>
            </a:r>
          </a:p>
          <a:p>
            <a:pPr marL="0" indent="0">
              <a:buNone/>
            </a:pPr>
            <a:r>
              <a:rPr lang="en-US" sz="2000" b="1" dirty="0">
                <a:solidFill>
                  <a:srgbClr val="000000"/>
                </a:solidFill>
                <a:latin typeface="Inconsolata" panose="020B0609030003000000" pitchFamily="49" charset="77"/>
              </a:rPr>
              <a:t>	s = 0</a:t>
            </a:r>
          </a:p>
          <a:p>
            <a:pPr marL="0" indent="0">
              <a:buNone/>
            </a:pPr>
            <a:r>
              <a:rPr lang="en-US" sz="2000" b="1" dirty="0">
                <a:solidFill>
                  <a:srgbClr val="006699"/>
                </a:solidFill>
                <a:latin typeface="Inconsolata" panose="020B0609030003000000" pitchFamily="49" charset="77"/>
              </a:rPr>
              <a:t>	for x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006699"/>
                </a:solidFill>
                <a:latin typeface="Inconsolata" panose="020B0609030003000000" pitchFamily="49" charset="77"/>
              </a:rPr>
              <a:t>		for y </a:t>
            </a:r>
            <a:r>
              <a:rPr lang="en-US" sz="2000" b="1" dirty="0">
                <a:latin typeface="Inconsolata" panose="020B0609030003000000" pitchFamily="49" charset="77"/>
              </a:rPr>
              <a:t>in </a:t>
            </a:r>
            <a:r>
              <a:rPr lang="en-US" sz="2000" b="1" dirty="0" err="1">
                <a:solidFill>
                  <a:srgbClr val="000087"/>
                </a:solidFill>
                <a:latin typeface="Inconsolata" panose="020B0609030003000000" pitchFamily="49" charset="77"/>
              </a:rPr>
              <a:t>lst</a:t>
            </a:r>
            <a:r>
              <a:rPr lang="en-US" sz="2000" b="1" dirty="0">
                <a:solidFill>
                  <a:srgbClr val="336666"/>
                </a:solidFill>
                <a:latin typeface="Inconsolata" panose="020B0609030003000000" pitchFamily="49" charset="77"/>
              </a:rPr>
              <a:t>:</a:t>
            </a:r>
          </a:p>
          <a:p>
            <a:pPr marL="0" indent="0">
              <a:buNone/>
            </a:pPr>
            <a:r>
              <a:rPr lang="en-US" sz="2000" b="1" dirty="0">
                <a:solidFill>
                  <a:srgbClr val="336666"/>
                </a:solidFill>
                <a:latin typeface="Inconsolata" panose="020B0609030003000000" pitchFamily="49" charset="77"/>
              </a:rPr>
              <a:t>	    </a:t>
            </a:r>
            <a:r>
              <a:rPr lang="en-US" sz="2000" b="1" dirty="0">
                <a:solidFill>
                  <a:srgbClr val="34A327"/>
                </a:solidFill>
                <a:latin typeface="Inconsolata" panose="020B0609030003000000" pitchFamily="49" charset="77"/>
              </a:rPr>
              <a:t>		s += y</a:t>
            </a:r>
          </a:p>
          <a:p>
            <a:pPr marL="0" indent="0">
              <a:buNone/>
            </a:pPr>
            <a:r>
              <a:rPr lang="en-US" altLang="en-US" sz="2000" b="1" dirty="0">
                <a:latin typeface="Gill Sans MT" panose="020B0502020104020203" pitchFamily="34" charset="77"/>
              </a:rPr>
              <a:t>	return s</a:t>
            </a:r>
          </a:p>
          <a:p>
            <a:pPr marL="0" indent="0">
              <a:buNone/>
            </a:pPr>
            <a:endParaRPr lang="en-US" altLang="en-US" sz="2000" dirty="0">
              <a:latin typeface="Gill Sans MT" panose="020B0502020104020203" pitchFamily="34" charset="77"/>
            </a:endParaRPr>
          </a:p>
          <a:p>
            <a:pPr marL="0" indent="0">
              <a:buNone/>
            </a:pPr>
            <a:r>
              <a:rPr lang="en-US" altLang="en-US" sz="2000" dirty="0">
                <a:latin typeface="Gill Sans MT" panose="020B0502020104020203" pitchFamily="34" charset="77"/>
              </a:rPr>
              <a:t>Let's define efficiency as the number of times a math operation statement is executed. Let the size of </a:t>
            </a:r>
            <a:r>
              <a:rPr lang="en-US" altLang="en-US" sz="2000" dirty="0" err="1">
                <a:latin typeface="Gill Sans MT" panose="020B0502020104020203" pitchFamily="34" charset="77"/>
              </a:rPr>
              <a:t>lst</a:t>
            </a:r>
            <a:r>
              <a:rPr lang="en-US" altLang="en-US" sz="2000" dirty="0">
                <a:latin typeface="Gill Sans MT" panose="020B0502020104020203" pitchFamily="34" charset="77"/>
              </a:rPr>
              <a:t> be n. What is the efficiency of the function sum as a function of n? </a:t>
            </a:r>
          </a:p>
          <a:p>
            <a:pPr marL="0" indent="0">
              <a:buNone/>
            </a:pPr>
            <a:r>
              <a:rPr lang="en-US" altLang="en-US" sz="2000" dirty="0">
                <a:latin typeface="Gill Sans MT" panose="020B0502020104020203" pitchFamily="34" charset="77"/>
              </a:rPr>
              <a:t>Answer: n*n = n^2</a:t>
            </a: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marL="0" indent="0" eaLnBrk="1" hangingPunct="1">
              <a:buNone/>
            </a:pPr>
            <a:endParaRPr lang="en-US" altLang="en-US" sz="2000" dirty="0">
              <a:latin typeface="Gill Sans MT" panose="020B0502020104020203" pitchFamily="34" charset="77"/>
            </a:endParaRPr>
          </a:p>
          <a:p>
            <a:pPr lvl="1" eaLnBrk="1" hangingPunct="1">
              <a:buFontTx/>
              <a:buNone/>
            </a:pPr>
            <a:r>
              <a:rPr lang="en-US" altLang="en-US" sz="2000" dirty="0">
                <a:latin typeface="Gill Sans MT" panose="020B0502020104020203" pitchFamily="34" charset="77"/>
              </a:rPr>
              <a:t>	</a:t>
            </a: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14</a:t>
            </a:fld>
            <a:endParaRPr lang="en-US" dirty="0"/>
          </a:p>
        </p:txBody>
      </p:sp>
    </p:spTree>
    <p:extLst>
      <p:ext uri="{BB962C8B-B14F-4D97-AF65-F5344CB8AC3E}">
        <p14:creationId xmlns:p14="http://schemas.microsoft.com/office/powerpoint/2010/main" val="144466483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2">
            <a:extLst>
              <a:ext uri="{FF2B5EF4-FFF2-40B4-BE49-F238E27FC236}">
                <a16:creationId xmlns:a16="http://schemas.microsoft.com/office/drawing/2014/main" id="{1CB6B526-C09C-C949-9FC4-4AD8C5153452}"/>
              </a:ext>
            </a:extLst>
          </p:cNvPr>
          <p:cNvSpPr>
            <a:spLocks noGrp="1" noChangeArrowheads="1"/>
          </p:cNvSpPr>
          <p:nvPr>
            <p:ph type="title"/>
          </p:nvPr>
        </p:nvSpPr>
        <p:spPr>
          <a:xfrm>
            <a:off x="154112" y="127000"/>
            <a:ext cx="7898901" cy="710264"/>
          </a:xfrm>
        </p:spPr>
        <p:txBody>
          <a:bodyPr/>
          <a:lstStyle/>
          <a:p>
            <a:pPr eaLnBrk="1" hangingPunct="1"/>
            <a:r>
              <a:rPr lang="en-US" altLang="en-US" sz="2500" dirty="0">
                <a:latin typeface="Gill Sans MT" panose="020B0502020104020203" pitchFamily="34" charset="77"/>
                <a:ea typeface="ＭＳ Ｐゴシック" panose="020B0600070205080204" pitchFamily="34" charset="-128"/>
              </a:rPr>
              <a:t>Efficiency for Searching</a:t>
            </a:r>
          </a:p>
        </p:txBody>
      </p:sp>
      <p:sp>
        <p:nvSpPr>
          <p:cNvPr id="26627" name="Rectangle 3">
            <a:extLst>
              <a:ext uri="{FF2B5EF4-FFF2-40B4-BE49-F238E27FC236}">
                <a16:creationId xmlns:a16="http://schemas.microsoft.com/office/drawing/2014/main" id="{B6877C2B-693C-FB47-8825-67E05FA1C999}"/>
              </a:ext>
            </a:extLst>
          </p:cNvPr>
          <p:cNvSpPr>
            <a:spLocks noGrp="1" noChangeArrowheads="1"/>
          </p:cNvSpPr>
          <p:nvPr>
            <p:ph type="body" idx="1"/>
          </p:nvPr>
        </p:nvSpPr>
        <p:spPr>
          <a:xfrm>
            <a:off x="287676" y="739739"/>
            <a:ext cx="8702212" cy="4848261"/>
          </a:xfrm>
        </p:spPr>
        <p:txBody>
          <a:bodyPr>
            <a:normAutofit/>
          </a:bodyPr>
          <a:lstStyle/>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Suppose we have a list of size n. </a:t>
            </a:r>
          </a:p>
          <a:p>
            <a:pPr marL="0" indent="0">
              <a:buNone/>
            </a:pPr>
            <a:endParaRPr lang="en-US" altLang="en-US" sz="2000" dirty="0">
              <a:solidFill>
                <a:srgbClr val="000000"/>
              </a:solidFill>
              <a:latin typeface="Gill Sans MT" panose="020B0502020104020203" pitchFamily="34" charset="77"/>
              <a:ea typeface="ＭＳ Ｐゴシック" panose="020B0600070205080204" pitchFamily="34" charset="-128"/>
            </a:endParaRPr>
          </a:p>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1) In the worst-case scenario, what is the number of comparisons needed to find the target using sequential or linear search?</a:t>
            </a:r>
          </a:p>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Answer: n</a:t>
            </a:r>
          </a:p>
          <a:p>
            <a:pPr marL="0" indent="0">
              <a:buNone/>
            </a:pPr>
            <a:endParaRPr lang="en-US" altLang="en-US" sz="2000" dirty="0">
              <a:solidFill>
                <a:srgbClr val="000000"/>
              </a:solidFill>
              <a:latin typeface="Gill Sans MT" panose="020B0502020104020203" pitchFamily="34" charset="77"/>
              <a:ea typeface="ＭＳ Ｐゴシック" panose="020B0600070205080204" pitchFamily="34" charset="-128"/>
            </a:endParaRPr>
          </a:p>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2) In the worst-case scenario, what is the number of comparisons needed to find the target using binary search(when applied to a sorted list)?</a:t>
            </a:r>
          </a:p>
          <a:p>
            <a:pPr marL="0" indent="0">
              <a:buNone/>
            </a:pPr>
            <a:r>
              <a:rPr lang="en-US" altLang="en-US" sz="2000" dirty="0">
                <a:solidFill>
                  <a:srgbClr val="000000"/>
                </a:solidFill>
                <a:latin typeface="Gill Sans MT" panose="020B0502020104020203" pitchFamily="34" charset="77"/>
                <a:ea typeface="ＭＳ Ｐゴシック" panose="020B0600070205080204" pitchFamily="34" charset="-128"/>
              </a:rPr>
              <a:t>Answer: Approximately log_2(n). </a:t>
            </a:r>
          </a:p>
          <a:p>
            <a:pPr marL="0" indent="0">
              <a:buNone/>
            </a:pPr>
            <a:endParaRPr lang="en-US" altLang="en-US" sz="2000" dirty="0">
              <a:solidFill>
                <a:srgbClr val="000000"/>
              </a:solidFill>
              <a:latin typeface="Gill Sans MT" panose="020B0502020104020203" pitchFamily="34" charset="77"/>
              <a:ea typeface="ＭＳ Ｐゴシック" panose="020B0600070205080204" pitchFamily="34" charset="-128"/>
            </a:endParaRPr>
          </a:p>
          <a:p>
            <a:pPr marL="0" indent="0">
              <a:buNone/>
            </a:pPr>
            <a:endParaRPr lang="en-US" altLang="en-US" sz="2000" dirty="0">
              <a:solidFill>
                <a:srgbClr val="000000"/>
              </a:solidFill>
              <a:latin typeface="Gill Sans MT" panose="020B0502020104020203" pitchFamily="34" charset="77"/>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E84E7056-87A5-0548-98A6-537CA8B5F75C}"/>
              </a:ext>
            </a:extLst>
          </p:cNvPr>
          <p:cNvSpPr>
            <a:spLocks noGrp="1"/>
          </p:cNvSpPr>
          <p:nvPr>
            <p:ph type="sldNum" sz="quarter" idx="12"/>
          </p:nvPr>
        </p:nvSpPr>
        <p:spPr/>
        <p:txBody>
          <a:bodyPr/>
          <a:lstStyle/>
          <a:p>
            <a:fld id="{D57F1E4F-1CFF-5643-939E-02111984F565}" type="slidenum">
              <a:rPr lang="en-US" smtClean="0"/>
              <a:t>15</a:t>
            </a:fld>
            <a:endParaRPr lang="en-US" dirty="0"/>
          </a:p>
        </p:txBody>
      </p:sp>
    </p:spTree>
    <p:extLst>
      <p:ext uri="{BB962C8B-B14F-4D97-AF65-F5344CB8AC3E}">
        <p14:creationId xmlns:p14="http://schemas.microsoft.com/office/powerpoint/2010/main" val="318260639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6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a:extLst>
              <a:ext uri="{FF2B5EF4-FFF2-40B4-BE49-F238E27FC236}">
                <a16:creationId xmlns:a16="http://schemas.microsoft.com/office/drawing/2014/main" id="{10DC4524-FEAA-1C43-9A5F-D4EED83A9121}"/>
              </a:ext>
            </a:extLst>
          </p:cNvPr>
          <p:cNvSpPr>
            <a:spLocks noGrp="1" noChangeArrowheads="1"/>
          </p:cNvSpPr>
          <p:nvPr>
            <p:ph type="title"/>
          </p:nvPr>
        </p:nvSpPr>
        <p:spPr>
          <a:xfrm>
            <a:off x="102742" y="127000"/>
            <a:ext cx="7878352" cy="586974"/>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Exponential Complexity Problems</a:t>
            </a:r>
          </a:p>
        </p:txBody>
      </p:sp>
      <p:sp>
        <p:nvSpPr>
          <p:cNvPr id="26627" name="Rectangle 3">
            <a:extLst>
              <a:ext uri="{FF2B5EF4-FFF2-40B4-BE49-F238E27FC236}">
                <a16:creationId xmlns:a16="http://schemas.microsoft.com/office/drawing/2014/main" id="{AA018CDD-1CB9-8C4C-87A2-C27A2A82440A}"/>
              </a:ext>
            </a:extLst>
          </p:cNvPr>
          <p:cNvSpPr>
            <a:spLocks noGrp="1" noChangeArrowheads="1"/>
          </p:cNvSpPr>
          <p:nvPr>
            <p:ph type="body" idx="1"/>
          </p:nvPr>
        </p:nvSpPr>
        <p:spPr>
          <a:xfrm>
            <a:off x="174661" y="713974"/>
            <a:ext cx="8774130" cy="4659410"/>
          </a:xfrm>
        </p:spPr>
        <p:txBody>
          <a:bodyPr/>
          <a:lstStyle/>
          <a:p>
            <a:pPr marL="0" indent="0">
              <a:buNone/>
            </a:pPr>
            <a:endParaRPr lang="en-US" dirty="0"/>
          </a:p>
          <a:p>
            <a:pPr marL="0" indent="0">
              <a:buNone/>
            </a:pPr>
            <a:r>
              <a:rPr lang="en-US" dirty="0"/>
              <a:t>Algorithms with a polynomial efficiency(constant, linear, square, cube, etc.)</a:t>
            </a:r>
            <a:br>
              <a:rPr lang="en-US" dirty="0"/>
            </a:br>
            <a:r>
              <a:rPr lang="en-US" dirty="0"/>
              <a:t>are said to run in a </a:t>
            </a:r>
            <a:r>
              <a:rPr lang="en-US" i="1" dirty="0"/>
              <a:t>reasonable amount of time</a:t>
            </a:r>
            <a:r>
              <a:rPr lang="en-US" dirty="0"/>
              <a:t>. They can be executed quickly on a modern processor. </a:t>
            </a:r>
          </a:p>
          <a:p>
            <a:pPr marL="0" indent="0">
              <a:buNone/>
            </a:pPr>
            <a:endParaRPr lang="en-US" dirty="0"/>
          </a:p>
          <a:p>
            <a:pPr marL="0" indent="0">
              <a:buNone/>
            </a:pPr>
            <a:r>
              <a:rPr lang="en-US" dirty="0"/>
              <a:t>However, there exists important and practical problems for which there exists no known polynomial time algorithm.  Algorithms with exponential or factorial efficiencies are examples of algorithms that run in an </a:t>
            </a:r>
            <a:r>
              <a:rPr lang="en-US" i="1" dirty="0"/>
              <a:t>unreasonable amount of time</a:t>
            </a:r>
            <a:r>
              <a:rPr lang="en-US" dirty="0"/>
              <a:t>.</a:t>
            </a:r>
            <a:r>
              <a:rPr lang="en-US" sz="2000" dirty="0">
                <a:latin typeface="Gill Sans MT" panose="020B0502020104020203" pitchFamily="34" charset="77"/>
                <a:ea typeface="ＭＳ Ｐゴシック" panose="020B0600070205080204" pitchFamily="34" charset="-128"/>
              </a:rPr>
              <a:t> </a:t>
            </a:r>
            <a:endParaRPr lang="en-US" altLang="en-US" sz="2000" dirty="0">
              <a:latin typeface="Gill Sans MT" panose="020B0502020104020203" pitchFamily="34" charset="77"/>
              <a:ea typeface="ＭＳ Ｐゴシック" panose="020B0600070205080204" pitchFamily="34" charset="-128"/>
            </a:endParaRPr>
          </a:p>
          <a:p>
            <a:pPr lvl="1" eaLnBrk="1" hangingPunct="1"/>
            <a:r>
              <a:rPr lang="en-US" altLang="en-US" sz="2000" dirty="0">
                <a:latin typeface="Gill Sans MT" panose="020B0502020104020203" pitchFamily="34" charset="77"/>
              </a:rPr>
              <a:t>For example, given a set of integers, find a subset that sums to zero. A brute-force algorithm would try every possible subset. But there are 2^n different subsets. This is an example of an exponential time algorithm. If n is large, even the fastest computers would take too long.  </a:t>
            </a:r>
          </a:p>
        </p:txBody>
      </p:sp>
      <p:sp>
        <p:nvSpPr>
          <p:cNvPr id="2" name="Slide Number Placeholder 1">
            <a:extLst>
              <a:ext uri="{FF2B5EF4-FFF2-40B4-BE49-F238E27FC236}">
                <a16:creationId xmlns:a16="http://schemas.microsoft.com/office/drawing/2014/main" id="{694758AE-C7B2-8844-866A-6BF5B60A2629}"/>
              </a:ext>
            </a:extLst>
          </p:cNvPr>
          <p:cNvSpPr>
            <a:spLocks noGrp="1"/>
          </p:cNvSpPr>
          <p:nvPr>
            <p:ph type="sldNum" sz="quarter" idx="12"/>
          </p:nvPr>
        </p:nvSpPr>
        <p:spPr/>
        <p:txBody>
          <a:bodyPr/>
          <a:lstStyle/>
          <a:p>
            <a:fld id="{D57F1E4F-1CFF-5643-939E-02111984F565}" type="slidenum">
              <a:rPr lang="en-US" smtClean="0"/>
              <a:t>16</a:t>
            </a:fld>
            <a:endParaRPr lang="en-US" dirty="0"/>
          </a:p>
        </p:txBody>
      </p:sp>
    </p:spTree>
    <p:extLst>
      <p:ext uri="{BB962C8B-B14F-4D97-AF65-F5344CB8AC3E}">
        <p14:creationId xmlns:p14="http://schemas.microsoft.com/office/powerpoint/2010/main" val="15142742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FE63D7D0-16AC-974E-AF55-6BAED8C880F6}"/>
              </a:ext>
            </a:extLst>
          </p:cNvPr>
          <p:cNvSpPr>
            <a:spLocks noGrp="1" noChangeArrowheads="1"/>
          </p:cNvSpPr>
          <p:nvPr>
            <p:ph type="title"/>
          </p:nvPr>
        </p:nvSpPr>
        <p:spPr>
          <a:xfrm>
            <a:off x="0" y="127000"/>
            <a:ext cx="7888626" cy="638345"/>
          </a:xfrm>
        </p:spPr>
        <p:txBody>
          <a:bodyPr/>
          <a:lstStyle/>
          <a:p>
            <a:pPr eaLnBrk="1" hangingPunct="1"/>
            <a:r>
              <a:rPr lang="en-US" altLang="en-US" sz="2500" dirty="0">
                <a:latin typeface="Tahoma" panose="020B0604030504040204" pitchFamily="34" charset="0"/>
                <a:ea typeface="ＭＳ Ｐゴシック" panose="020B0600070205080204" pitchFamily="34" charset="-128"/>
              </a:rPr>
              <a:t>Heuristic</a:t>
            </a:r>
          </a:p>
        </p:txBody>
      </p:sp>
      <p:sp>
        <p:nvSpPr>
          <p:cNvPr id="26627" name="Rectangle 3">
            <a:extLst>
              <a:ext uri="{FF2B5EF4-FFF2-40B4-BE49-F238E27FC236}">
                <a16:creationId xmlns:a16="http://schemas.microsoft.com/office/drawing/2014/main" id="{BD7CEE5B-C52A-794A-BCE5-C92159F2026F}"/>
              </a:ext>
            </a:extLst>
          </p:cNvPr>
          <p:cNvSpPr>
            <a:spLocks noGrp="1" noChangeArrowheads="1"/>
          </p:cNvSpPr>
          <p:nvPr>
            <p:ph type="body" idx="1"/>
          </p:nvPr>
        </p:nvSpPr>
        <p:spPr>
          <a:xfrm>
            <a:off x="123290" y="842481"/>
            <a:ext cx="8763856" cy="4541177"/>
          </a:xfrm>
        </p:spPr>
        <p:txBody>
          <a:bodyPr>
            <a:normAutofit/>
          </a:bodyPr>
          <a:lstStyle/>
          <a:p>
            <a:pPr marL="0" indent="0">
              <a:buNone/>
            </a:pPr>
            <a:r>
              <a:rPr lang="en-US" dirty="0"/>
              <a:t>Some problems cannot be solved in a reasonable amount of time because there is no efficient algorithm for solving them. In these cases, approximate solutions are sought. </a:t>
            </a:r>
          </a:p>
          <a:p>
            <a:pPr marL="0" indent="0">
              <a:buNone/>
            </a:pPr>
            <a:endParaRPr lang="en-US" sz="2000" dirty="0"/>
          </a:p>
          <a:p>
            <a:pPr marL="0" indent="0">
              <a:buNone/>
            </a:pPr>
            <a:r>
              <a:rPr lang="en-US" dirty="0"/>
              <a:t>A </a:t>
            </a:r>
            <a:r>
              <a:rPr lang="en-US" b="1" dirty="0"/>
              <a:t>heuristic</a:t>
            </a:r>
            <a:r>
              <a:rPr lang="en-US" i="1" dirty="0"/>
              <a:t> </a:t>
            </a:r>
            <a:r>
              <a:rPr lang="en-US" dirty="0"/>
              <a:t>is an approach to a problem that produces a solution that is not guaranteed to be optimal but may be used when techniques that are guaranteed to always find an optimal solution are impractical. </a:t>
            </a:r>
          </a:p>
          <a:p>
            <a:pPr marL="0" indent="0">
              <a:buNone/>
            </a:pPr>
            <a:endParaRPr lang="en-US" sz="2000" dirty="0"/>
          </a:p>
          <a:p>
            <a:pPr marL="0" indent="0">
              <a:buNone/>
            </a:pPr>
            <a:r>
              <a:rPr lang="en-US" sz="2000" dirty="0"/>
              <a:t>For example, ﻿a file-organizing algorithm(sorting a folder based on file types e.g. pdf, docs, jpegs) determines the content of a file based on a certain number of bytes in the beginning of the file. This is an approximate solution since only a few bytes are examined. But it is more practical and faster to run than examining every byte of every file. </a:t>
            </a:r>
          </a:p>
          <a:p>
            <a:pPr marL="0" indent="0">
              <a:buNone/>
            </a:pPr>
            <a:endParaRPr lang="en-US" sz="2000" dirty="0"/>
          </a:p>
          <a:p>
            <a:pPr marL="0" indent="0">
              <a:buNone/>
            </a:pPr>
            <a:endParaRPr lang="en-US" sz="2000" dirty="0"/>
          </a:p>
          <a:p>
            <a:pPr marL="0" indent="0">
              <a:buNone/>
            </a:pPr>
            <a:endParaRPr lang="en-US" altLang="en-US" sz="2000" b="1" dirty="0">
              <a:solidFill>
                <a:srgbClr val="008000"/>
              </a:solidFill>
              <a:latin typeface="Gill Sans MT" panose="020B0502020104020203" pitchFamily="34" charset="77"/>
            </a:endParaRPr>
          </a:p>
        </p:txBody>
      </p:sp>
      <p:sp>
        <p:nvSpPr>
          <p:cNvPr id="2" name="Slide Number Placeholder 1">
            <a:extLst>
              <a:ext uri="{FF2B5EF4-FFF2-40B4-BE49-F238E27FC236}">
                <a16:creationId xmlns:a16="http://schemas.microsoft.com/office/drawing/2014/main" id="{699FD964-70C4-F341-B4C5-F152247F1F1B}"/>
              </a:ext>
            </a:extLst>
          </p:cNvPr>
          <p:cNvSpPr>
            <a:spLocks noGrp="1"/>
          </p:cNvSpPr>
          <p:nvPr>
            <p:ph type="sldNum" sz="quarter" idx="12"/>
          </p:nvPr>
        </p:nvSpPr>
        <p:spPr/>
        <p:txBody>
          <a:bodyPr/>
          <a:lstStyle/>
          <a:p>
            <a:fld id="{D57F1E4F-1CFF-5643-939E-02111984F565}" type="slidenum">
              <a:rPr lang="en-US" smtClean="0"/>
              <a:t>17</a:t>
            </a:fld>
            <a:endParaRPr lang="en-US" dirty="0"/>
          </a:p>
        </p:txBody>
      </p:sp>
    </p:spTree>
    <p:extLst>
      <p:ext uri="{BB962C8B-B14F-4D97-AF65-F5344CB8AC3E}">
        <p14:creationId xmlns:p14="http://schemas.microsoft.com/office/powerpoint/2010/main" val="628729618"/>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a:extLst>
              <a:ext uri="{FF2B5EF4-FFF2-40B4-BE49-F238E27FC236}">
                <a16:creationId xmlns:a16="http://schemas.microsoft.com/office/drawing/2014/main" id="{10DC4524-FEAA-1C43-9A5F-D4EED83A9121}"/>
              </a:ext>
            </a:extLst>
          </p:cNvPr>
          <p:cNvSpPr>
            <a:spLocks noGrp="1" noChangeArrowheads="1"/>
          </p:cNvSpPr>
          <p:nvPr>
            <p:ph type="title"/>
          </p:nvPr>
        </p:nvSpPr>
        <p:spPr>
          <a:xfrm>
            <a:off x="102742" y="127000"/>
            <a:ext cx="7878352" cy="586974"/>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Exponential Complexity Problems</a:t>
            </a:r>
          </a:p>
        </p:txBody>
      </p:sp>
      <p:sp>
        <p:nvSpPr>
          <p:cNvPr id="26627" name="Rectangle 3">
            <a:extLst>
              <a:ext uri="{FF2B5EF4-FFF2-40B4-BE49-F238E27FC236}">
                <a16:creationId xmlns:a16="http://schemas.microsoft.com/office/drawing/2014/main" id="{AA018CDD-1CB9-8C4C-87A2-C27A2A82440A}"/>
              </a:ext>
            </a:extLst>
          </p:cNvPr>
          <p:cNvSpPr>
            <a:spLocks noGrp="1" noChangeArrowheads="1"/>
          </p:cNvSpPr>
          <p:nvPr>
            <p:ph type="body" idx="1"/>
          </p:nvPr>
        </p:nvSpPr>
        <p:spPr>
          <a:xfrm>
            <a:off x="174661" y="713974"/>
            <a:ext cx="8774130" cy="4659410"/>
          </a:xfrm>
        </p:spPr>
        <p:txBody>
          <a:bodyPr/>
          <a:lstStyle/>
          <a:p>
            <a:pPr marL="0" indent="0">
              <a:buNone/>
            </a:pPr>
            <a:endParaRPr lang="en-US" dirty="0"/>
          </a:p>
          <a:p>
            <a:pPr marL="0" indent="0">
              <a:buNone/>
            </a:pPr>
            <a:r>
              <a:rPr lang="en-US" dirty="0"/>
              <a:t>Algorithms with a polynomial efficiency(constant, linear, square, cube, etc.)</a:t>
            </a:r>
            <a:br>
              <a:rPr lang="en-US" dirty="0"/>
            </a:br>
            <a:r>
              <a:rPr lang="en-US" dirty="0"/>
              <a:t>are said to run in a </a:t>
            </a:r>
            <a:r>
              <a:rPr lang="en-US" i="1" dirty="0"/>
              <a:t>reasonable amount of time</a:t>
            </a:r>
            <a:r>
              <a:rPr lang="en-US" dirty="0"/>
              <a:t>. They can be executed quickly on a modern processor. </a:t>
            </a:r>
          </a:p>
          <a:p>
            <a:pPr marL="0" indent="0">
              <a:buNone/>
            </a:pPr>
            <a:endParaRPr lang="en-US" dirty="0"/>
          </a:p>
          <a:p>
            <a:pPr marL="0" indent="0">
              <a:buNone/>
            </a:pPr>
            <a:r>
              <a:rPr lang="en-US" dirty="0"/>
              <a:t>However, there exists important and practical problems for which there exists no known polynomial time algorithm.  Algorithms with exponential or factorial efficiencies are examples of algorithms that run in an </a:t>
            </a:r>
            <a:r>
              <a:rPr lang="en-US" i="1" dirty="0"/>
              <a:t>unreasonable amount of time</a:t>
            </a:r>
            <a:r>
              <a:rPr lang="en-US" dirty="0"/>
              <a:t>.</a:t>
            </a:r>
            <a:r>
              <a:rPr lang="en-US" sz="2000" dirty="0">
                <a:latin typeface="Gill Sans MT" panose="020B0502020104020203" pitchFamily="34" charset="77"/>
                <a:ea typeface="ＭＳ Ｐゴシック" panose="020B0600070205080204" pitchFamily="34" charset="-128"/>
              </a:rPr>
              <a:t> </a:t>
            </a:r>
            <a:endParaRPr lang="en-US" altLang="en-US" sz="2000" dirty="0">
              <a:latin typeface="Gill Sans MT" panose="020B0502020104020203" pitchFamily="34" charset="77"/>
              <a:ea typeface="ＭＳ Ｐゴシック" panose="020B0600070205080204" pitchFamily="34" charset="-128"/>
            </a:endParaRPr>
          </a:p>
          <a:p>
            <a:pPr lvl="1" eaLnBrk="1" hangingPunct="1"/>
            <a:r>
              <a:rPr lang="en-US" altLang="en-US" sz="2000" dirty="0">
                <a:latin typeface="Gill Sans MT" panose="020B0502020104020203" pitchFamily="34" charset="77"/>
              </a:rPr>
              <a:t>For example, given a set of integers, find a subset that sums to zero. A brute-force algorithm would try every possible subset. But there are 2^n different subsets. This is an example of an exponential time algorithm. If n is large, even the fastest computers would take too long.  </a:t>
            </a:r>
          </a:p>
        </p:txBody>
      </p:sp>
      <p:sp>
        <p:nvSpPr>
          <p:cNvPr id="2" name="Slide Number Placeholder 1">
            <a:extLst>
              <a:ext uri="{FF2B5EF4-FFF2-40B4-BE49-F238E27FC236}">
                <a16:creationId xmlns:a16="http://schemas.microsoft.com/office/drawing/2014/main" id="{694758AE-C7B2-8844-866A-6BF5B60A2629}"/>
              </a:ext>
            </a:extLst>
          </p:cNvPr>
          <p:cNvSpPr>
            <a:spLocks noGrp="1"/>
          </p:cNvSpPr>
          <p:nvPr>
            <p:ph type="sldNum" sz="quarter" idx="12"/>
          </p:nvPr>
        </p:nvSpPr>
        <p:spPr/>
        <p:txBody>
          <a:bodyPr/>
          <a:lstStyle/>
          <a:p>
            <a:fld id="{D57F1E4F-1CFF-5643-939E-02111984F565}" type="slidenum">
              <a:rPr lang="en-US" smtClean="0"/>
              <a:t>18</a:t>
            </a:fld>
            <a:endParaRPr lang="en-US" dirty="0"/>
          </a:p>
        </p:txBody>
      </p:sp>
    </p:spTree>
    <p:extLst>
      <p:ext uri="{BB962C8B-B14F-4D97-AF65-F5344CB8AC3E}">
        <p14:creationId xmlns:p14="http://schemas.microsoft.com/office/powerpoint/2010/main" val="6277373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2">
            <a:extLst>
              <a:ext uri="{FF2B5EF4-FFF2-40B4-BE49-F238E27FC236}">
                <a16:creationId xmlns:a16="http://schemas.microsoft.com/office/drawing/2014/main" id="{53AFC3D9-E72E-2B4F-B892-82CAC5FCF163}"/>
              </a:ext>
            </a:extLst>
          </p:cNvPr>
          <p:cNvSpPr>
            <a:spLocks noGrp="1" noChangeArrowheads="1"/>
          </p:cNvSpPr>
          <p:nvPr>
            <p:ph type="title"/>
          </p:nvPr>
        </p:nvSpPr>
        <p:spPr>
          <a:xfrm>
            <a:off x="164387" y="127000"/>
            <a:ext cx="7888626" cy="638345"/>
          </a:xfrm>
        </p:spPr>
        <p:txBody>
          <a:bodyPr/>
          <a:lstStyle/>
          <a:p>
            <a:pPr eaLnBrk="1" hangingPunct="1"/>
            <a:r>
              <a:rPr lang="en-US" altLang="en-US" sz="2500" dirty="0">
                <a:latin typeface="Gill Sans MT" panose="020B0502020104020203" pitchFamily="34" charset="77"/>
                <a:ea typeface="ＭＳ Ｐゴシック" panose="020B0600070205080204" pitchFamily="34" charset="-128"/>
              </a:rPr>
              <a:t>Decidability</a:t>
            </a:r>
          </a:p>
        </p:txBody>
      </p:sp>
      <p:sp>
        <p:nvSpPr>
          <p:cNvPr id="26627" name="Rectangle 3">
            <a:extLst>
              <a:ext uri="{FF2B5EF4-FFF2-40B4-BE49-F238E27FC236}">
                <a16:creationId xmlns:a16="http://schemas.microsoft.com/office/drawing/2014/main" id="{2866E521-C643-A640-8C85-770D4B956A75}"/>
              </a:ext>
            </a:extLst>
          </p:cNvPr>
          <p:cNvSpPr>
            <a:spLocks noGrp="1" noChangeArrowheads="1"/>
          </p:cNvSpPr>
          <p:nvPr>
            <p:ph type="body" idx="1"/>
          </p:nvPr>
        </p:nvSpPr>
        <p:spPr>
          <a:xfrm>
            <a:off x="236306" y="765345"/>
            <a:ext cx="8145694" cy="4822655"/>
          </a:xfrm>
        </p:spPr>
        <p:txBody>
          <a:bodyPr>
            <a:noAutofit/>
          </a:bodyPr>
          <a:lstStyle/>
          <a:p>
            <a:pPr marL="0" indent="0">
              <a:buNone/>
            </a:pPr>
            <a:r>
              <a:rPr lang="en-US" altLang="en-US" sz="2000" dirty="0">
                <a:latin typeface="Gill Sans MT" panose="020B0502020104020203" pitchFamily="34" charset="77"/>
                <a:ea typeface="ＭＳ Ｐゴシック" panose="020B0600070205080204" pitchFamily="34" charset="-128"/>
              </a:rPr>
              <a:t>A </a:t>
            </a:r>
            <a:r>
              <a:rPr lang="en-US" altLang="en-US" sz="2000" b="1" dirty="0">
                <a:latin typeface="Gill Sans MT" panose="020B0502020104020203" pitchFamily="34" charset="77"/>
                <a:ea typeface="ＭＳ Ｐゴシック" panose="020B0600070205080204" pitchFamily="34" charset="-128"/>
              </a:rPr>
              <a:t>decidable problem</a:t>
            </a:r>
            <a:r>
              <a:rPr lang="en-US" altLang="en-US" sz="2000" dirty="0">
                <a:latin typeface="Gill Sans MT" panose="020B0502020104020203" pitchFamily="34" charset="77"/>
                <a:ea typeface="ＭＳ Ｐゴシック" panose="020B0600070205080204" pitchFamily="34" charset="-128"/>
              </a:rPr>
              <a:t> is a decision problem for which an algorithm can be written to produce a correct output for all inputs.</a:t>
            </a:r>
          </a:p>
          <a:p>
            <a:pPr lvl="1" eaLnBrk="1" hangingPunct="1"/>
            <a:r>
              <a:rPr lang="en-US" altLang="en-US" sz="2000" dirty="0">
                <a:latin typeface="Gill Sans MT" panose="020B0502020104020203" pitchFamily="34" charset="77"/>
              </a:rPr>
              <a:t>E.g. Is the number even?</a:t>
            </a:r>
          </a:p>
          <a:p>
            <a:pPr lvl="1" eaLnBrk="1" hangingPunct="1"/>
            <a:endParaRPr lang="en-US" altLang="en-US" sz="2000" dirty="0">
              <a:latin typeface="Gill Sans MT" panose="020B0502020104020203" pitchFamily="34" charset="77"/>
            </a:endParaRPr>
          </a:p>
          <a:p>
            <a:pPr marL="0" indent="0">
              <a:buNone/>
            </a:pPr>
            <a:r>
              <a:rPr lang="en-US" altLang="en-US" sz="2000" dirty="0">
                <a:latin typeface="Gill Sans MT" panose="020B0502020104020203" pitchFamily="34" charset="77"/>
                <a:ea typeface="ＭＳ Ｐゴシック" panose="020B0600070205080204" pitchFamily="34" charset="-128"/>
              </a:rPr>
              <a:t>An </a:t>
            </a:r>
            <a:r>
              <a:rPr lang="en-US" altLang="en-US" sz="2000" b="1" dirty="0">
                <a:latin typeface="Gill Sans MT" panose="020B0502020104020203" pitchFamily="34" charset="77"/>
                <a:ea typeface="ＭＳ Ｐゴシック" panose="020B0600070205080204" pitchFamily="34" charset="-128"/>
              </a:rPr>
              <a:t>undecidable problem </a:t>
            </a:r>
            <a:r>
              <a:rPr lang="en-US" altLang="en-US" sz="2000" dirty="0">
                <a:latin typeface="Gill Sans MT" panose="020B0502020104020203" pitchFamily="34" charset="77"/>
                <a:ea typeface="ＭＳ Ｐゴシック" panose="020B0600070205080204" pitchFamily="34" charset="-128"/>
              </a:rPr>
              <a:t>is one for which no algorithm can be constructed that is always capable of providing a correct yes-or-no answer. </a:t>
            </a:r>
          </a:p>
          <a:p>
            <a:pPr marL="0" indent="0" eaLnBrk="1" hangingPunct="1">
              <a:buNone/>
            </a:pPr>
            <a:endParaRPr lang="en-US" altLang="en-US" sz="2000" dirty="0">
              <a:latin typeface="Gill Sans MT" panose="020B0502020104020203" pitchFamily="34" charset="77"/>
              <a:ea typeface="ＭＳ Ｐゴシック" panose="020B0600070205080204" pitchFamily="34" charset="-128"/>
            </a:endParaRPr>
          </a:p>
          <a:p>
            <a:pPr marL="0" indent="0">
              <a:buNone/>
            </a:pPr>
            <a:r>
              <a:rPr lang="en-US" dirty="0"/>
              <a:t>An undecidable problem may have some instances that have an algorithmic solution, but there is no algorithmic solution that could solve all instances of the problem. </a:t>
            </a:r>
            <a:endParaRPr lang="en-US" sz="2000" dirty="0"/>
          </a:p>
          <a:p>
            <a:pPr marL="0" indent="0" eaLnBrk="1" hangingPunct="1">
              <a:buNone/>
            </a:pPr>
            <a:endParaRPr lang="en-US" altLang="en-US" sz="2000" dirty="0">
              <a:latin typeface="Gill Sans MT" panose="020B0502020104020203" pitchFamily="34" charset="77"/>
              <a:ea typeface="ＭＳ Ｐゴシック" panose="020B0600070205080204" pitchFamily="34" charset="-128"/>
            </a:endParaRPr>
          </a:p>
          <a:p>
            <a:pPr marL="0" indent="0" eaLnBrk="1" hangingPunct="1">
              <a:buNone/>
            </a:pPr>
            <a:r>
              <a:rPr lang="en-US" altLang="en-US" sz="2000" dirty="0">
                <a:latin typeface="Gill Sans MT" panose="020B0502020104020203" pitchFamily="34" charset="77"/>
                <a:ea typeface="ＭＳ Ｐゴシック" panose="020B0600070205080204" pitchFamily="34" charset="-128"/>
              </a:rPr>
              <a:t>Alan Turing, considered by many to be the father of computer science, proved that there exists undecidable problems.  An example he posed is the Halting Problem. </a:t>
            </a:r>
          </a:p>
          <a:p>
            <a:pPr eaLnBrk="1" hangingPunct="1"/>
            <a:endParaRPr lang="en-US" altLang="en-US" sz="2000" dirty="0">
              <a:latin typeface="Gill Sans MT" panose="020B0502020104020203" pitchFamily="34" charset="77"/>
              <a:ea typeface="ＭＳ Ｐゴシック" panose="020B0600070205080204" pitchFamily="34" charset="-128"/>
            </a:endParaRPr>
          </a:p>
          <a:p>
            <a:pPr eaLnBrk="1" hangingPunct="1">
              <a:buFontTx/>
              <a:buNone/>
            </a:pPr>
            <a:endParaRPr lang="en-US" altLang="en-US" sz="2000" dirty="0">
              <a:latin typeface="Gill Sans MT" panose="020B0502020104020203" pitchFamily="34" charset="77"/>
              <a:ea typeface="ＭＳ Ｐゴシック" panose="020B0600070205080204" pitchFamily="34" charset="-128"/>
            </a:endParaRPr>
          </a:p>
          <a:p>
            <a:pPr eaLnBrk="1" hangingPunct="1"/>
            <a:endParaRPr lang="en-US" altLang="en-US" sz="2000" dirty="0">
              <a:latin typeface="Gill Sans MT" panose="020B0502020104020203" pitchFamily="34" charset="77"/>
              <a:ea typeface="ＭＳ Ｐゴシック" panose="020B0600070205080204" pitchFamily="34" charset="-128"/>
            </a:endParaRPr>
          </a:p>
          <a:p>
            <a:pPr eaLnBrk="1" hangingPunct="1"/>
            <a:endParaRPr lang="en-US" altLang="en-US" sz="2000" dirty="0">
              <a:latin typeface="Gill Sans MT" panose="020B0502020104020203" pitchFamily="34" charset="77"/>
              <a:ea typeface="ＭＳ Ｐゴシック" panose="020B0600070205080204" pitchFamily="34" charset="-128"/>
            </a:endParaRPr>
          </a:p>
          <a:p>
            <a:pPr lvl="1" eaLnBrk="1" hangingPunct="1">
              <a:buFontTx/>
              <a:buNone/>
            </a:pPr>
            <a:r>
              <a:rPr lang="en-US" altLang="en-US" sz="2000" dirty="0">
                <a:latin typeface="Gill Sans MT" panose="020B0502020104020203" pitchFamily="34" charset="77"/>
              </a:rPr>
              <a:t>	</a:t>
            </a:r>
          </a:p>
          <a:p>
            <a:pPr lvl="1" eaLnBrk="1" hangingPunct="1">
              <a:buFontTx/>
              <a:buNone/>
            </a:pPr>
            <a:r>
              <a:rPr lang="en-US" altLang="en-US" sz="2000" dirty="0">
                <a:latin typeface="Gill Sans MT" panose="020B0502020104020203" pitchFamily="34" charset="77"/>
              </a:rPr>
              <a:t>	</a:t>
            </a:r>
          </a:p>
        </p:txBody>
      </p:sp>
      <p:sp>
        <p:nvSpPr>
          <p:cNvPr id="2" name="Slide Number Placeholder 1">
            <a:extLst>
              <a:ext uri="{FF2B5EF4-FFF2-40B4-BE49-F238E27FC236}">
                <a16:creationId xmlns:a16="http://schemas.microsoft.com/office/drawing/2014/main" id="{890C1C5E-5C56-5440-8BE4-54237F383ACA}"/>
              </a:ext>
            </a:extLst>
          </p:cNvPr>
          <p:cNvSpPr>
            <a:spLocks noGrp="1"/>
          </p:cNvSpPr>
          <p:nvPr>
            <p:ph type="sldNum" sz="quarter" idx="12"/>
          </p:nvPr>
        </p:nvSpPr>
        <p:spPr/>
        <p:txBody>
          <a:bodyPr/>
          <a:lstStyle/>
          <a:p>
            <a:fld id="{D57F1E4F-1CFF-5643-939E-02111984F565}" type="slidenum">
              <a:rPr lang="en-US" smtClean="0"/>
              <a:t>19</a:t>
            </a:fld>
            <a:endParaRPr lang="en-US" dirty="0"/>
          </a:p>
        </p:txBody>
      </p:sp>
    </p:spTree>
    <p:extLst>
      <p:ext uri="{BB962C8B-B14F-4D97-AF65-F5344CB8AC3E}">
        <p14:creationId xmlns:p14="http://schemas.microsoft.com/office/powerpoint/2010/main" val="5127837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62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ED11F17B-90BB-E643-864C-A7CD96ECBCD5}"/>
              </a:ext>
            </a:extLst>
          </p:cNvPr>
          <p:cNvSpPr>
            <a:spLocks noGrp="1" noChangeArrowheads="1"/>
          </p:cNvSpPr>
          <p:nvPr>
            <p:ph type="title"/>
          </p:nvPr>
        </p:nvSpPr>
        <p:spPr>
          <a:xfrm>
            <a:off x="154112" y="127000"/>
            <a:ext cx="7847530" cy="607523"/>
          </a:xfrm>
        </p:spPr>
        <p:txBody>
          <a:bodyPr/>
          <a:lstStyle/>
          <a:p>
            <a:pPr eaLnBrk="1" hangingPunct="1"/>
            <a:r>
              <a:rPr lang="en-US" altLang="en-US" sz="2500" dirty="0">
                <a:latin typeface="Tahoma" panose="020B0604030504040204" pitchFamily="34" charset="0"/>
                <a:ea typeface="ＭＳ Ｐゴシック" panose="020B0600070205080204" pitchFamily="34" charset="-128"/>
              </a:rPr>
              <a:t>The Halting Problem(optional)</a:t>
            </a:r>
          </a:p>
        </p:txBody>
      </p:sp>
      <p:sp>
        <p:nvSpPr>
          <p:cNvPr id="26627" name="Rectangle 3">
            <a:extLst>
              <a:ext uri="{FF2B5EF4-FFF2-40B4-BE49-F238E27FC236}">
                <a16:creationId xmlns:a16="http://schemas.microsoft.com/office/drawing/2014/main" id="{7661587A-2BF3-9445-BC18-44350E3935D4}"/>
              </a:ext>
            </a:extLst>
          </p:cNvPr>
          <p:cNvSpPr>
            <a:spLocks noGrp="1" noChangeArrowheads="1"/>
          </p:cNvSpPr>
          <p:nvPr>
            <p:ph type="body" idx="1"/>
          </p:nvPr>
        </p:nvSpPr>
        <p:spPr>
          <a:xfrm>
            <a:off x="154112" y="734523"/>
            <a:ext cx="8753582" cy="4853477"/>
          </a:xfrm>
        </p:spPr>
        <p:txBody>
          <a:bodyPr/>
          <a:lstStyle/>
          <a:p>
            <a:pPr marL="0" indent="0" eaLnBrk="1" hangingPunct="1">
              <a:buNone/>
            </a:pPr>
            <a:r>
              <a:rPr lang="en-US" altLang="en-US" sz="2000" dirty="0">
                <a:ea typeface="ＭＳ Ｐゴシック" panose="020B0600070205080204" pitchFamily="34" charset="-128"/>
              </a:rPr>
              <a:t>Can you write a program that takes the source code of another program and some input and returns whether the program will terminate(not go into an infinite loop) with the given input?</a:t>
            </a:r>
          </a:p>
          <a:p>
            <a:pPr marL="0" indent="0" eaLnBrk="1" hangingPunct="1">
              <a:buNone/>
            </a:pPr>
            <a:endParaRPr lang="en-US" altLang="en-US" sz="2000" dirty="0">
              <a:latin typeface="Tahoma" panose="020B0604030504040204" pitchFamily="34" charset="0"/>
              <a:ea typeface="ＭＳ Ｐゴシック" panose="020B0600070205080204" pitchFamily="34" charset="-128"/>
            </a:endParaRPr>
          </a:p>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halting</a:t>
            </a:r>
            <a:r>
              <a:rPr lang="en-US" sz="2000" b="1" dirty="0">
                <a:solidFill>
                  <a:srgbClr val="000000"/>
                </a:solidFill>
                <a:latin typeface="Inconsolata" panose="020B0609030003000000" pitchFamily="49" charset="77"/>
              </a:rPr>
              <a:t>(function, input):  </a:t>
            </a:r>
          </a:p>
          <a:p>
            <a:pPr marL="0" indent="0">
              <a:buNone/>
            </a:pPr>
            <a:r>
              <a:rPr lang="en-US" sz="2000" b="1" dirty="0">
                <a:solidFill>
                  <a:srgbClr val="006699"/>
                </a:solidFill>
                <a:latin typeface="Inconsolata" panose="020B0609030003000000" pitchFamily="49" charset="77"/>
              </a:rPr>
              <a:t>	# returns whether the function terminates with 	</a:t>
            </a:r>
          </a:p>
          <a:p>
            <a:pPr marL="0" indent="0">
              <a:buNone/>
            </a:pPr>
            <a:r>
              <a:rPr lang="en-US" sz="2000" b="1" dirty="0">
                <a:solidFill>
                  <a:srgbClr val="006699"/>
                </a:solidFill>
                <a:latin typeface="Inconsolata" panose="020B0609030003000000" pitchFamily="49" charset="77"/>
              </a:rPr>
              <a:t>	# given input. </a:t>
            </a:r>
          </a:p>
          <a:p>
            <a:pPr marL="0" indent="0">
              <a:buNone/>
            </a:pPr>
            <a:r>
              <a:rPr lang="en-US" altLang="en-US" sz="2000" b="1" dirty="0">
                <a:latin typeface="INCONSOLATA" panose="020B0609030003000000" pitchFamily="49" charset="77"/>
                <a:ea typeface="ＭＳ Ｐゴシック" panose="020B0600070205080204" pitchFamily="34" charset="-128"/>
              </a:rPr>
              <a:t>	</a:t>
            </a:r>
            <a:r>
              <a:rPr lang="en-US" sz="2000" b="1" dirty="0">
                <a:solidFill>
                  <a:srgbClr val="006699"/>
                </a:solidFill>
                <a:latin typeface="INCONSOLATA" panose="020B0609030003000000" pitchFamily="49" charset="77"/>
              </a:rPr>
              <a:t># Is there an implementation of this function?</a:t>
            </a:r>
          </a:p>
          <a:p>
            <a:pPr marL="0" indent="0" eaLnBrk="1" hangingPunct="1">
              <a:buNone/>
            </a:pPr>
            <a:endParaRPr lang="en-US" altLang="en-US" sz="1833" dirty="0">
              <a:latin typeface="Tahoma" panose="020B0604030504040204" pitchFamily="34" charset="0"/>
              <a:ea typeface="ＭＳ Ｐゴシック" panose="020B0600070205080204" pitchFamily="34" charset="-128"/>
            </a:endParaRP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eaLnBrk="1" hangingPunct="1"/>
            <a:endParaRPr lang="en-US" altLang="en-US" sz="1833" dirty="0">
              <a:latin typeface="Tahoma" panose="020B0604030504040204" pitchFamily="34" charset="0"/>
              <a:ea typeface="ＭＳ Ｐゴシック" panose="020B0600070205080204" pitchFamily="34" charset="-128"/>
            </a:endParaRPr>
          </a:p>
          <a:p>
            <a:pPr marL="380985" lvl="1" indent="0">
              <a:buNone/>
            </a:pPr>
            <a:r>
              <a:rPr lang="en-US" altLang="en-US" sz="1500" dirty="0">
                <a:latin typeface="Tahoma" panose="020B0604030504040204" pitchFamily="34" charset="0"/>
              </a:rPr>
              <a:t>	</a:t>
            </a:r>
          </a:p>
          <a:p>
            <a:pPr marL="380985" lvl="1" indent="0">
              <a:buNone/>
            </a:pPr>
            <a:r>
              <a:rPr lang="en-US" altLang="en-US" sz="1500" dirty="0">
                <a:latin typeface="Tahoma" panose="020B0604030504040204" pitchFamily="34" charset="0"/>
              </a:rPr>
              <a:t>	</a:t>
            </a:r>
            <a:endParaRPr lang="en-US" altLang="en-US" sz="1833" dirty="0">
              <a:latin typeface="Tahoma" panose="020B0604030504040204" pitchFamily="34" charset="0"/>
            </a:endParaRPr>
          </a:p>
        </p:txBody>
      </p:sp>
      <p:sp>
        <p:nvSpPr>
          <p:cNvPr id="2" name="Slide Number Placeholder 1">
            <a:extLst>
              <a:ext uri="{FF2B5EF4-FFF2-40B4-BE49-F238E27FC236}">
                <a16:creationId xmlns:a16="http://schemas.microsoft.com/office/drawing/2014/main" id="{86F49B2A-4E0E-E54E-AC2E-88FD75DD53ED}"/>
              </a:ext>
            </a:extLst>
          </p:cNvPr>
          <p:cNvSpPr>
            <a:spLocks noGrp="1"/>
          </p:cNvSpPr>
          <p:nvPr>
            <p:ph type="sldNum" sz="quarter" idx="12"/>
          </p:nvPr>
        </p:nvSpPr>
        <p:spPr/>
        <p:txBody>
          <a:bodyPr/>
          <a:lstStyle/>
          <a:p>
            <a:fld id="{D57F1E4F-1CFF-5643-939E-02111984F565}" type="slidenum">
              <a:rPr lang="en-US" smtClean="0"/>
              <a:t>20</a:t>
            </a:fld>
            <a:endParaRPr lang="en-US" dirty="0"/>
          </a:p>
        </p:txBody>
      </p:sp>
    </p:spTree>
    <p:extLst>
      <p:ext uri="{BB962C8B-B14F-4D97-AF65-F5344CB8AC3E}">
        <p14:creationId xmlns:p14="http://schemas.microsoft.com/office/powerpoint/2010/main" val="289216089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62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62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62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ED11F17B-90BB-E643-864C-A7CD96ECBCD5}"/>
              </a:ext>
            </a:extLst>
          </p:cNvPr>
          <p:cNvSpPr>
            <a:spLocks noGrp="1" noChangeArrowheads="1"/>
          </p:cNvSpPr>
          <p:nvPr>
            <p:ph type="title"/>
          </p:nvPr>
        </p:nvSpPr>
        <p:spPr>
          <a:xfrm>
            <a:off x="154112" y="110162"/>
            <a:ext cx="7847530" cy="607523"/>
          </a:xfrm>
        </p:spPr>
        <p:txBody>
          <a:bodyPr/>
          <a:lstStyle/>
          <a:p>
            <a:pPr eaLnBrk="1" hangingPunct="1"/>
            <a:r>
              <a:rPr lang="en-US" altLang="en-US" sz="2500" dirty="0">
                <a:latin typeface="Tahoma" panose="020B0604030504040204" pitchFamily="34" charset="0"/>
                <a:ea typeface="ＭＳ Ｐゴシック" panose="020B0600070205080204" pitchFamily="34" charset="-128"/>
              </a:rPr>
              <a:t>Example(optional)</a:t>
            </a:r>
          </a:p>
        </p:txBody>
      </p:sp>
      <p:sp>
        <p:nvSpPr>
          <p:cNvPr id="26627" name="Rectangle 3">
            <a:extLst>
              <a:ext uri="{FF2B5EF4-FFF2-40B4-BE49-F238E27FC236}">
                <a16:creationId xmlns:a16="http://schemas.microsoft.com/office/drawing/2014/main" id="{7661587A-2BF3-9445-BC18-44350E3935D4}"/>
              </a:ext>
            </a:extLst>
          </p:cNvPr>
          <p:cNvSpPr>
            <a:spLocks noGrp="1" noChangeArrowheads="1"/>
          </p:cNvSpPr>
          <p:nvPr>
            <p:ph type="body" idx="1"/>
          </p:nvPr>
        </p:nvSpPr>
        <p:spPr>
          <a:xfrm>
            <a:off x="154111" y="681358"/>
            <a:ext cx="8819767" cy="4980477"/>
          </a:xfrm>
        </p:spPr>
        <p:txBody>
          <a:bodyPr>
            <a:normAutofit fontScale="85000" lnSpcReduction="20000"/>
          </a:bodyPr>
          <a:lstStyle/>
          <a:p>
            <a:pPr marL="0" indent="0" eaLnBrk="1" hangingPunct="1">
              <a:buNone/>
            </a:pPr>
            <a:r>
              <a:rPr lang="en-US" altLang="en-US" sz="2000" dirty="0">
                <a:ea typeface="ＭＳ Ｐゴシック" panose="020B0600070205080204" pitchFamily="34" charset="-128"/>
              </a:rPr>
              <a:t>IF the halting function can be implemented, it will give the following outputs for the sum function(sum 1 to 10 with step size= increment).</a:t>
            </a:r>
            <a:endParaRPr lang="en-US" sz="2000" b="1" dirty="0">
              <a:solidFill>
                <a:srgbClr val="34A327"/>
              </a:solidFill>
              <a:latin typeface="Inconsolata" panose="020B0609030003000000" pitchFamily="49" charset="77"/>
            </a:endParaRPr>
          </a:p>
          <a:p>
            <a:pPr marL="0" indent="0">
              <a:buNone/>
            </a:pPr>
            <a:r>
              <a:rPr lang="en-US" sz="2000" b="1" dirty="0">
                <a:solidFill>
                  <a:srgbClr val="34A327"/>
                </a:solidFill>
                <a:latin typeface="Inconsolata" panose="020B0609030003000000" pitchFamily="49" charset="77"/>
              </a:rPr>
              <a:t>def</a:t>
            </a:r>
            <a:r>
              <a:rPr lang="en-US" sz="2000" b="1" dirty="0">
                <a:solidFill>
                  <a:srgbClr val="000000"/>
                </a:solidFill>
                <a:latin typeface="Inconsolata" panose="020B0609030003000000" pitchFamily="49" charset="77"/>
              </a:rPr>
              <a:t> </a:t>
            </a:r>
            <a:r>
              <a:rPr lang="en-US" sz="2000" b="1" dirty="0">
                <a:solidFill>
                  <a:srgbClr val="3C9FF2"/>
                </a:solidFill>
                <a:latin typeface="Inconsolata" panose="020B0609030003000000" pitchFamily="49" charset="77"/>
              </a:rPr>
              <a:t>sum</a:t>
            </a:r>
            <a:r>
              <a:rPr lang="en-US" sz="2000" b="1" dirty="0">
                <a:solidFill>
                  <a:srgbClr val="000000"/>
                </a:solidFill>
                <a:latin typeface="Inconsolata" panose="020B0609030003000000" pitchFamily="49" charset="77"/>
              </a:rPr>
              <a:t>(increment):</a:t>
            </a:r>
          </a:p>
          <a:p>
            <a:pPr marL="0" indent="0">
              <a:buNone/>
            </a:pPr>
            <a:r>
              <a:rPr lang="en-US" sz="2000" b="1" dirty="0">
                <a:solidFill>
                  <a:srgbClr val="000000"/>
                </a:solidFill>
                <a:latin typeface="Inconsolata" panose="020B0609030003000000" pitchFamily="49" charset="77"/>
              </a:rPr>
              <a:t>	</a:t>
            </a:r>
            <a:r>
              <a:rPr lang="en-US" sz="2000" b="1" dirty="0">
                <a:latin typeface="Inconsolata" panose="020B0609030003000000" pitchFamily="49" charset="77"/>
              </a:rPr>
              <a:t>x = 1  </a:t>
            </a:r>
          </a:p>
          <a:p>
            <a:pPr marL="0" indent="0">
              <a:buNone/>
            </a:pPr>
            <a:r>
              <a:rPr lang="en-US" sz="2000" b="1" dirty="0">
                <a:latin typeface="Inconsolata" panose="020B0609030003000000" pitchFamily="49" charset="77"/>
              </a:rPr>
              <a:t>	while x &lt;= 10:</a:t>
            </a:r>
          </a:p>
          <a:p>
            <a:pPr marL="0" indent="0">
              <a:buNone/>
            </a:pPr>
            <a:r>
              <a:rPr lang="en-US" altLang="en-US" sz="2000" b="1" dirty="0">
                <a:latin typeface="Inconsolata" panose="020B0609030003000000" pitchFamily="49" charset="77"/>
                <a:ea typeface="ＭＳ Ｐゴシック" panose="020B0600070205080204" pitchFamily="34" charset="-128"/>
              </a:rPr>
              <a:t>		x += increment</a:t>
            </a:r>
          </a:p>
          <a:p>
            <a:pPr marL="0" indent="0">
              <a:buNone/>
            </a:pPr>
            <a:r>
              <a:rPr lang="en-US" altLang="en-US" sz="2000" b="1" dirty="0">
                <a:latin typeface="Inconsolata" panose="020B0609030003000000" pitchFamily="49" charset="77"/>
                <a:ea typeface="ＭＳ Ｐゴシック" panose="020B0600070205080204" pitchFamily="34" charset="-128"/>
              </a:rPr>
              <a:t>	return x</a:t>
            </a:r>
          </a:p>
          <a:p>
            <a:pPr marL="0" indent="0">
              <a:buNone/>
            </a:pPr>
            <a:r>
              <a:rPr lang="en-US" altLang="en-US" sz="2000" b="1" dirty="0">
                <a:latin typeface="Inconsolata" panose="020B0609030003000000" pitchFamily="49" charset="77"/>
                <a:ea typeface="ＭＳ Ｐゴシック" panose="020B0600070205080204" pitchFamily="34" charset="-128"/>
              </a:rPr>
              <a:t>print(halting(sum, 1)) # True</a:t>
            </a:r>
            <a:endParaRPr lang="en-US" altLang="en-US" sz="1833" dirty="0">
              <a:latin typeface="Tahoma" panose="020B0604030504040204" pitchFamily="34" charset="0"/>
              <a:ea typeface="ＭＳ Ｐゴシック" panose="020B0600070205080204" pitchFamily="34" charset="-128"/>
            </a:endParaRPr>
          </a:p>
          <a:p>
            <a:pPr>
              <a:buNone/>
            </a:pPr>
            <a:r>
              <a:rPr lang="en-US" altLang="en-US" sz="2000" b="1" dirty="0">
                <a:latin typeface="Inconsolata" panose="020B0609030003000000" pitchFamily="49" charset="77"/>
                <a:ea typeface="ＭＳ Ｐゴシック" panose="020B0600070205080204" pitchFamily="34" charset="-128"/>
              </a:rPr>
              <a:t>print(halting(sum, -1)) # False (infinite loop)</a:t>
            </a:r>
            <a:endParaRPr lang="en-US" altLang="en-US" sz="2000" dirty="0">
              <a:latin typeface="Tahoma" panose="020B0604030504040204" pitchFamily="34" charset="0"/>
              <a:ea typeface="ＭＳ Ｐゴシック" panose="020B0600070205080204" pitchFamily="34" charset="-128"/>
            </a:endParaRP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a:buNone/>
            </a:pPr>
            <a:r>
              <a:rPr lang="en-US" altLang="en-US" sz="2000" dirty="0">
                <a:latin typeface="Gill Sans MT" panose="020B0502020104020203" pitchFamily="34" charset="77"/>
                <a:ea typeface="ＭＳ Ｐゴシック" panose="020B0600070205080204" pitchFamily="34" charset="-128"/>
              </a:rPr>
              <a:t>Alan Turing proved that such a function(halting) does not exist(cannot be</a:t>
            </a:r>
          </a:p>
          <a:p>
            <a:pPr>
              <a:buNone/>
            </a:pPr>
            <a:r>
              <a:rPr lang="en-US" altLang="en-US" sz="2000" dirty="0">
                <a:latin typeface="Gill Sans MT" panose="020B0502020104020203" pitchFamily="34" charset="77"/>
                <a:ea typeface="ＭＳ Ｐゴシック" panose="020B0600070205080204" pitchFamily="34" charset="-128"/>
              </a:rPr>
              <a:t>implemented).  Alan Turing is portrayed by the incredible Benedict Cumberbatch in </a:t>
            </a:r>
          </a:p>
          <a:p>
            <a:pPr>
              <a:buNone/>
            </a:pPr>
            <a:r>
              <a:rPr lang="en-US" altLang="en-US" sz="2000" dirty="0">
                <a:latin typeface="Gill Sans MT" panose="020B0502020104020203" pitchFamily="34" charset="77"/>
                <a:ea typeface="ＭＳ Ｐゴシック" panose="020B0600070205080204" pitchFamily="34" charset="-128"/>
              </a:rPr>
              <a:t>the movie "The Imitation Game". </a:t>
            </a: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eaLnBrk="1" hangingPunct="1">
              <a:buFontTx/>
              <a:buNone/>
            </a:pPr>
            <a:endParaRPr lang="en-US" altLang="en-US" sz="1833" dirty="0">
              <a:latin typeface="Tahoma" panose="020B0604030504040204" pitchFamily="34" charset="0"/>
              <a:ea typeface="ＭＳ Ｐゴシック" panose="020B0600070205080204" pitchFamily="34" charset="-128"/>
            </a:endParaRPr>
          </a:p>
          <a:p>
            <a:pPr eaLnBrk="1" hangingPunct="1"/>
            <a:endParaRPr lang="en-US" altLang="en-US" sz="1833" dirty="0">
              <a:latin typeface="Tahoma" panose="020B0604030504040204" pitchFamily="34" charset="0"/>
              <a:ea typeface="ＭＳ Ｐゴシック" panose="020B0600070205080204" pitchFamily="34" charset="-128"/>
            </a:endParaRPr>
          </a:p>
          <a:p>
            <a:pPr marL="380985" lvl="1" indent="0">
              <a:buNone/>
            </a:pPr>
            <a:r>
              <a:rPr lang="en-US" altLang="en-US" sz="1500" dirty="0">
                <a:latin typeface="Tahoma" panose="020B0604030504040204" pitchFamily="34" charset="0"/>
              </a:rPr>
              <a:t>	</a:t>
            </a:r>
          </a:p>
          <a:p>
            <a:pPr marL="380985" lvl="1" indent="0">
              <a:buNone/>
            </a:pPr>
            <a:r>
              <a:rPr lang="en-US" altLang="en-US" sz="1500" dirty="0">
                <a:latin typeface="Tahoma" panose="020B0604030504040204" pitchFamily="34" charset="0"/>
              </a:rPr>
              <a:t>	</a:t>
            </a:r>
            <a:endParaRPr lang="en-US" altLang="en-US" sz="1833" dirty="0">
              <a:latin typeface="Tahoma" panose="020B0604030504040204" pitchFamily="34" charset="0"/>
            </a:endParaRPr>
          </a:p>
        </p:txBody>
      </p:sp>
      <p:sp>
        <p:nvSpPr>
          <p:cNvPr id="2" name="Slide Number Placeholder 1">
            <a:extLst>
              <a:ext uri="{FF2B5EF4-FFF2-40B4-BE49-F238E27FC236}">
                <a16:creationId xmlns:a16="http://schemas.microsoft.com/office/drawing/2014/main" id="{502FCDCF-F7A3-194E-B43B-D9F5FB7BDC6F}"/>
              </a:ext>
            </a:extLst>
          </p:cNvPr>
          <p:cNvSpPr>
            <a:spLocks noGrp="1"/>
          </p:cNvSpPr>
          <p:nvPr>
            <p:ph type="sldNum" sz="quarter" idx="12"/>
          </p:nvPr>
        </p:nvSpPr>
        <p:spPr/>
        <p:txBody>
          <a:bodyPr/>
          <a:lstStyle/>
          <a:p>
            <a:fld id="{D57F1E4F-1CFF-5643-939E-02111984F565}" type="slidenum">
              <a:rPr lang="en-US" smtClean="0"/>
              <a:t>21</a:t>
            </a:fld>
            <a:endParaRPr lang="en-US" dirty="0"/>
          </a:p>
        </p:txBody>
      </p:sp>
    </p:spTree>
    <p:extLst>
      <p:ext uri="{BB962C8B-B14F-4D97-AF65-F5344CB8AC3E}">
        <p14:creationId xmlns:p14="http://schemas.microsoft.com/office/powerpoint/2010/main" val="124115627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62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62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62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627">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62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62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104519"/>
            <a:ext cx="7724240" cy="679442"/>
          </a:xfrm>
        </p:spPr>
        <p:txBody>
          <a:bodyPr/>
          <a:lstStyle/>
          <a:p>
            <a:pPr eaLnBrk="1" hangingPunct="1">
              <a:defRPr/>
            </a:pPr>
            <a:r>
              <a:rPr lang="en-US" dirty="0">
                <a:solidFill>
                  <a:srgbClr val="FF0000"/>
                </a:solidFill>
                <a:cs typeface="+mj-cs"/>
              </a:rPr>
              <a:t>Algorithms to know for AP Exam</a:t>
            </a:r>
            <a:endParaRPr lang="en-US" sz="2333" dirty="0">
              <a:solidFill>
                <a:srgbClr val="FF0000"/>
              </a:solidFill>
            </a:endParaRPr>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783961"/>
            <a:ext cx="8537825" cy="4931039"/>
          </a:xfrm>
        </p:spPr>
        <p:txBody>
          <a:bodyPr>
            <a:normAutofit/>
          </a:bodyPr>
          <a:lstStyle/>
          <a:p>
            <a:pPr marL="0" indent="0">
              <a:buNone/>
            </a:pPr>
            <a:r>
              <a:rPr lang="en-US" altLang="en-US" sz="2000" dirty="0">
                <a:latin typeface="Gill Sans MT" panose="020B0502020104020203" pitchFamily="34" charset="77"/>
                <a:ea typeface="ＭＳ Ｐゴシック" panose="020B0600070205080204" pitchFamily="34" charset="-128"/>
              </a:rPr>
              <a:t>You should know how to implement(write the code for) the following algorithms. The AP exam may give you the code for an algorithm and ask you to find the error or explain what it does. </a:t>
            </a:r>
          </a:p>
          <a:p>
            <a:pPr marL="0" indent="0">
              <a:buNone/>
            </a:pPr>
            <a:endParaRPr lang="en-US" altLang="en-US" sz="2000" dirty="0">
              <a:latin typeface="Courier New" panose="02070309020205020404" pitchFamily="49" charset="0"/>
              <a:ea typeface="ＭＳ Ｐゴシック" panose="020B0600070205080204" pitchFamily="34" charset="-128"/>
            </a:endParaRPr>
          </a:p>
          <a:p>
            <a:pPr marL="457200" indent="-457200">
              <a:buAutoNum type="arabicParenR"/>
            </a:pPr>
            <a:r>
              <a:rPr lang="en-US" altLang="en-US" sz="2000" dirty="0">
                <a:latin typeface="Gill Sans MT" panose="020B0502020104020203" pitchFamily="34" charset="77"/>
                <a:ea typeface="ＭＳ Ｐゴシック" panose="020B0600070205080204" pitchFamily="34" charset="-128"/>
              </a:rPr>
              <a:t>Finding an item in a list(sequential search).</a:t>
            </a:r>
          </a:p>
          <a:p>
            <a:pPr marL="800100" lvl="1" indent="-457200">
              <a:buFont typeface="+mj-lt"/>
              <a:buAutoNum type="alphaLcParenR"/>
            </a:pPr>
            <a:r>
              <a:rPr lang="en-US" altLang="en-US" dirty="0">
                <a:latin typeface="Gill Sans MT" panose="020B0502020104020203" pitchFamily="34" charset="77"/>
                <a:ea typeface="ＭＳ Ｐゴシック" panose="020B0600070205080204" pitchFamily="34" charset="-128"/>
              </a:rPr>
              <a:t>Given a list and an item, return whether(True or False) the item is in the list</a:t>
            </a:r>
          </a:p>
          <a:p>
            <a:pPr marL="800100" lvl="1" indent="-457200">
              <a:buFont typeface="+mj-lt"/>
              <a:buAutoNum type="alphaLcParenR"/>
            </a:pPr>
            <a:r>
              <a:rPr lang="en-US" altLang="en-US" dirty="0">
                <a:latin typeface="Gill Sans MT" panose="020B0502020104020203" pitchFamily="34" charset="77"/>
                <a:ea typeface="ＭＳ Ｐゴシック" panose="020B0600070205080204" pitchFamily="34" charset="-128"/>
              </a:rPr>
              <a:t>Give a list an an item, return the index of the item in the list(-1 if not found).</a:t>
            </a:r>
          </a:p>
          <a:p>
            <a:pPr marL="457200" indent="-457200">
              <a:buFont typeface="+mj-lt"/>
              <a:buAutoNum type="arabicParenR"/>
            </a:pPr>
            <a:r>
              <a:rPr lang="en-US" altLang="en-US" sz="2000" dirty="0">
                <a:latin typeface="Gill Sans MT" panose="020B0502020104020203" pitchFamily="34" charset="77"/>
                <a:ea typeface="ＭＳ Ｐゴシック" panose="020B0600070205080204" pitchFamily="34" charset="-128"/>
              </a:rPr>
              <a:t>Compute the sum or average of a list of numbers.</a:t>
            </a:r>
          </a:p>
          <a:p>
            <a:pPr marL="457200" indent="-457200">
              <a:buFont typeface="+mj-lt"/>
              <a:buAutoNum type="arabicParenR"/>
            </a:pPr>
            <a:r>
              <a:rPr lang="en-US" altLang="en-US" sz="2000" dirty="0">
                <a:latin typeface="Gill Sans MT" panose="020B0502020104020203" pitchFamily="34" charset="77"/>
                <a:ea typeface="ＭＳ Ｐゴシック" panose="020B0600070205080204" pitchFamily="34" charset="-128"/>
              </a:rPr>
              <a:t>Find the minimum or maximum value of a list of numbers.</a:t>
            </a:r>
          </a:p>
          <a:p>
            <a:pPr marL="0" indent="0">
              <a:buNone/>
            </a:pPr>
            <a:endParaRPr lang="en-US" altLang="en-US" sz="2000"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EAEC08EF-B495-0248-BDF8-D62158BA5FFD}"/>
              </a:ext>
            </a:extLst>
          </p:cNvPr>
          <p:cNvSpPr>
            <a:spLocks noGrp="1"/>
          </p:cNvSpPr>
          <p:nvPr>
            <p:ph type="sldNum" sz="quarter" idx="12"/>
          </p:nvPr>
        </p:nvSpPr>
        <p:spPr/>
        <p:txBody>
          <a:bodyPr/>
          <a:lstStyle/>
          <a:p>
            <a:fld id="{D57F1E4F-1CFF-5643-939E-02111984F565}" type="slidenum">
              <a:rPr lang="en-US" smtClean="0"/>
              <a:t>22</a:t>
            </a:fld>
            <a:endParaRPr lang="en-US" dirty="0"/>
          </a:p>
        </p:txBody>
      </p:sp>
    </p:spTree>
    <p:extLst>
      <p:ext uri="{BB962C8B-B14F-4D97-AF65-F5344CB8AC3E}">
        <p14:creationId xmlns:p14="http://schemas.microsoft.com/office/powerpoint/2010/main" val="1656957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ED11F17B-90BB-E643-864C-A7CD96ECBCD5}"/>
              </a:ext>
            </a:extLst>
          </p:cNvPr>
          <p:cNvSpPr>
            <a:spLocks noGrp="1" noChangeArrowheads="1"/>
          </p:cNvSpPr>
          <p:nvPr>
            <p:ph type="title"/>
          </p:nvPr>
        </p:nvSpPr>
        <p:spPr>
          <a:xfrm>
            <a:off x="154112" y="110162"/>
            <a:ext cx="7847530" cy="607523"/>
          </a:xfrm>
        </p:spPr>
        <p:txBody>
          <a:bodyPr/>
          <a:lstStyle/>
          <a:p>
            <a:pPr eaLnBrk="1" hangingPunct="1"/>
            <a:r>
              <a:rPr lang="en-US" altLang="en-US" sz="2500" dirty="0">
                <a:latin typeface="Tahoma" panose="020B0604030504040204" pitchFamily="34" charset="0"/>
                <a:ea typeface="ＭＳ Ｐゴシック" panose="020B0600070205080204" pitchFamily="34" charset="-128"/>
              </a:rPr>
              <a:t>Simulation</a:t>
            </a:r>
          </a:p>
        </p:txBody>
      </p:sp>
      <p:sp>
        <p:nvSpPr>
          <p:cNvPr id="26627" name="Rectangle 3">
            <a:extLst>
              <a:ext uri="{FF2B5EF4-FFF2-40B4-BE49-F238E27FC236}">
                <a16:creationId xmlns:a16="http://schemas.microsoft.com/office/drawing/2014/main" id="{7661587A-2BF3-9445-BC18-44350E3935D4}"/>
              </a:ext>
            </a:extLst>
          </p:cNvPr>
          <p:cNvSpPr>
            <a:spLocks noGrp="1" noChangeArrowheads="1"/>
          </p:cNvSpPr>
          <p:nvPr>
            <p:ph type="body" idx="1"/>
          </p:nvPr>
        </p:nvSpPr>
        <p:spPr>
          <a:xfrm>
            <a:off x="154111" y="681358"/>
            <a:ext cx="8819767" cy="4980477"/>
          </a:xfrm>
        </p:spPr>
        <p:txBody>
          <a:bodyPr>
            <a:normAutofit/>
          </a:bodyPr>
          <a:lstStyle/>
          <a:p>
            <a:pPr marL="0" indent="0">
              <a:buNone/>
            </a:pPr>
            <a:endParaRPr lang="en-US" sz="2000" dirty="0"/>
          </a:p>
          <a:p>
            <a:pPr marL="0" indent="0">
              <a:buNone/>
            </a:pPr>
            <a:r>
              <a:rPr lang="en-US" sz="2000" dirty="0"/>
              <a:t>Computer simulation is the process of mathematical modeling, performed on a computer, which is designed to predict the behavior of, or the outcome of, a real-world or physical system.</a:t>
            </a:r>
          </a:p>
          <a:p>
            <a:pPr marL="0" indent="0">
              <a:buNone/>
            </a:pPr>
            <a:endParaRPr lang="en-US" altLang="en-US" sz="2000" dirty="0">
              <a:latin typeface="Tahoma" panose="020B0604030504040204" pitchFamily="34" charset="0"/>
            </a:endParaRPr>
          </a:p>
          <a:p>
            <a:pPr marL="0" indent="0">
              <a:buNone/>
            </a:pPr>
            <a:r>
              <a:rPr lang="en-US" sz="2000" dirty="0"/>
              <a:t>Simulations often mimic real-world events with the purpose of drawing inferences, allowing investigation of a phenomenon without the constraints of the real world.</a:t>
            </a:r>
          </a:p>
          <a:p>
            <a:pPr marL="0" indent="0">
              <a:buNone/>
            </a:pPr>
            <a:endParaRPr lang="en-US" altLang="en-US" sz="2000" dirty="0">
              <a:latin typeface="Tahoma" panose="020B0604030504040204" pitchFamily="34" charset="0"/>
            </a:endParaRPr>
          </a:p>
          <a:p>
            <a:pPr marL="0" indent="0">
              <a:buNone/>
            </a:pPr>
            <a:r>
              <a:rPr lang="en-US" sz="2000" dirty="0"/>
              <a:t>Simulations are most useful when real-world events are impractical for experiments (e.g., too big, too small, too fast, too slow, too expensive, or too dangerous).</a:t>
            </a:r>
          </a:p>
          <a:p>
            <a:pPr marL="0" indent="0">
              <a:buNone/>
            </a:pPr>
            <a:endParaRPr lang="en-US" altLang="en-US" sz="2000" dirty="0">
              <a:latin typeface="Tahoma" panose="020B0604030504040204" pitchFamily="34" charset="0"/>
            </a:endParaRPr>
          </a:p>
          <a:p>
            <a:pPr marL="0" indent="0">
              <a:buNone/>
            </a:pPr>
            <a:r>
              <a:rPr lang="en-US" altLang="en-US" sz="2000" dirty="0">
                <a:latin typeface="Gill Sans MT" panose="020B0502020104020203" pitchFamily="34" charset="77"/>
              </a:rPr>
              <a:t>For example, instead of letting an untrained pilot fly an actual plane, the pilot can learn by using a flight simulator. </a:t>
            </a:r>
          </a:p>
          <a:p>
            <a:pPr marL="0" indent="0">
              <a:buNone/>
            </a:pPr>
            <a:endParaRPr lang="en-US" altLang="en-US" sz="2000" dirty="0">
              <a:latin typeface="Tahoma" panose="020B0604030504040204" pitchFamily="34" charset="0"/>
            </a:endParaRPr>
          </a:p>
          <a:p>
            <a:pPr marL="0" indent="0">
              <a:buNone/>
            </a:pPr>
            <a:endParaRPr lang="en-US" sz="2000" dirty="0"/>
          </a:p>
          <a:p>
            <a:pPr marL="0" indent="0">
              <a:buNone/>
            </a:pPr>
            <a:endParaRPr lang="en-US" altLang="en-US" sz="2000" dirty="0">
              <a:latin typeface="Tahoma" panose="020B0604030504040204" pitchFamily="34" charset="0"/>
            </a:endParaRPr>
          </a:p>
        </p:txBody>
      </p:sp>
      <p:sp>
        <p:nvSpPr>
          <p:cNvPr id="2" name="Slide Number Placeholder 1">
            <a:extLst>
              <a:ext uri="{FF2B5EF4-FFF2-40B4-BE49-F238E27FC236}">
                <a16:creationId xmlns:a16="http://schemas.microsoft.com/office/drawing/2014/main" id="{502FCDCF-F7A3-194E-B43B-D9F5FB7BDC6F}"/>
              </a:ext>
            </a:extLst>
          </p:cNvPr>
          <p:cNvSpPr>
            <a:spLocks noGrp="1"/>
          </p:cNvSpPr>
          <p:nvPr>
            <p:ph type="sldNum" sz="quarter" idx="12"/>
          </p:nvPr>
        </p:nvSpPr>
        <p:spPr/>
        <p:txBody>
          <a:bodyPr/>
          <a:lstStyle/>
          <a:p>
            <a:fld id="{D57F1E4F-1CFF-5643-939E-02111984F565}" type="slidenum">
              <a:rPr lang="en-US" smtClean="0"/>
              <a:t>23</a:t>
            </a:fld>
            <a:endParaRPr lang="en-US" dirty="0"/>
          </a:p>
        </p:txBody>
      </p:sp>
    </p:spTree>
    <p:extLst>
      <p:ext uri="{BB962C8B-B14F-4D97-AF65-F5344CB8AC3E}">
        <p14:creationId xmlns:p14="http://schemas.microsoft.com/office/powerpoint/2010/main" val="1676973257"/>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ED11F17B-90BB-E643-864C-A7CD96ECBCD5}"/>
              </a:ext>
            </a:extLst>
          </p:cNvPr>
          <p:cNvSpPr>
            <a:spLocks noGrp="1" noChangeArrowheads="1"/>
          </p:cNvSpPr>
          <p:nvPr>
            <p:ph type="title"/>
          </p:nvPr>
        </p:nvSpPr>
        <p:spPr>
          <a:xfrm>
            <a:off x="154112" y="110162"/>
            <a:ext cx="7847530" cy="607523"/>
          </a:xfrm>
        </p:spPr>
        <p:txBody>
          <a:bodyPr/>
          <a:lstStyle/>
          <a:p>
            <a:pPr eaLnBrk="1" hangingPunct="1"/>
            <a:r>
              <a:rPr lang="en-US" altLang="en-US" sz="2500" dirty="0">
                <a:latin typeface="Tahoma" panose="020B0604030504040204" pitchFamily="34" charset="0"/>
                <a:ea typeface="ＭＳ Ｐゴシック" panose="020B0600070205080204" pitchFamily="34" charset="-128"/>
              </a:rPr>
              <a:t>Simulation</a:t>
            </a:r>
          </a:p>
        </p:txBody>
      </p:sp>
      <p:sp>
        <p:nvSpPr>
          <p:cNvPr id="26627" name="Rectangle 3">
            <a:extLst>
              <a:ext uri="{FF2B5EF4-FFF2-40B4-BE49-F238E27FC236}">
                <a16:creationId xmlns:a16="http://schemas.microsoft.com/office/drawing/2014/main" id="{7661587A-2BF3-9445-BC18-44350E3935D4}"/>
              </a:ext>
            </a:extLst>
          </p:cNvPr>
          <p:cNvSpPr>
            <a:spLocks noGrp="1" noChangeArrowheads="1"/>
          </p:cNvSpPr>
          <p:nvPr>
            <p:ph type="body" idx="1"/>
          </p:nvPr>
        </p:nvSpPr>
        <p:spPr>
          <a:xfrm>
            <a:off x="154111" y="681358"/>
            <a:ext cx="8819767" cy="4980477"/>
          </a:xfrm>
        </p:spPr>
        <p:txBody>
          <a:bodyPr>
            <a:normAutofit/>
          </a:bodyPr>
          <a:lstStyle/>
          <a:p>
            <a:pPr marL="0" indent="0">
              <a:buNone/>
            </a:pPr>
            <a:endParaRPr lang="en-US" altLang="en-US" sz="2000" dirty="0">
              <a:latin typeface="Tahoma" panose="020B0604030504040204" pitchFamily="34" charset="0"/>
            </a:endParaRPr>
          </a:p>
          <a:p>
            <a:pPr marL="0" indent="0">
              <a:buNone/>
            </a:pPr>
            <a:r>
              <a:rPr lang="en-US" sz="2000"/>
              <a:t>The process of developing an abstract simulation involves removing specific details or simplifying functionality. </a:t>
            </a:r>
          </a:p>
          <a:p>
            <a:pPr marL="0" indent="0">
              <a:buNone/>
            </a:pPr>
            <a:endParaRPr lang="en-US" altLang="en-US" sz="2000" dirty="0">
              <a:latin typeface="Tahoma" panose="020B0604030504040204" pitchFamily="34" charset="0"/>
            </a:endParaRPr>
          </a:p>
          <a:p>
            <a:pPr marL="0" indent="0">
              <a:buNone/>
            </a:pPr>
            <a:r>
              <a:rPr lang="en-US" sz="2000"/>
              <a:t>Simulations can contain bias derived from the choices of real-world elements that were included or excluded.</a:t>
            </a:r>
          </a:p>
          <a:p>
            <a:pPr marL="0" indent="0">
              <a:buNone/>
            </a:pPr>
            <a:endParaRPr lang="en-US" altLang="en-US" sz="2000" dirty="0">
              <a:latin typeface="Tahoma" panose="020B0604030504040204" pitchFamily="34" charset="0"/>
            </a:endParaRPr>
          </a:p>
          <a:p>
            <a:pPr marL="0" indent="0">
              <a:buNone/>
            </a:pPr>
            <a:r>
              <a:rPr lang="en-US" sz="2000"/>
              <a:t>Simulations facilitate the formulation and refinement of hypotheses related to the objects or phenomena under consideration.</a:t>
            </a:r>
          </a:p>
          <a:p>
            <a:pPr marL="0" indent="0">
              <a:buNone/>
            </a:pPr>
            <a:endParaRPr lang="en-US" altLang="en-US" sz="2000" dirty="0">
              <a:latin typeface="Tahoma" panose="020B0604030504040204" pitchFamily="34" charset="0"/>
            </a:endParaRPr>
          </a:p>
          <a:p>
            <a:pPr marL="0" indent="0">
              <a:buNone/>
            </a:pPr>
            <a:r>
              <a:rPr lang="en-US" sz="2000"/>
              <a:t>Random number generators can be used to simulate the variability that exists in the real world.</a:t>
            </a:r>
            <a:endParaRPr lang="en-US" altLang="en-US" sz="1833" dirty="0">
              <a:latin typeface="Tahoma" panose="020B0604030504040204" pitchFamily="34" charset="0"/>
            </a:endParaRPr>
          </a:p>
        </p:txBody>
      </p:sp>
      <p:sp>
        <p:nvSpPr>
          <p:cNvPr id="2" name="Slide Number Placeholder 1">
            <a:extLst>
              <a:ext uri="{FF2B5EF4-FFF2-40B4-BE49-F238E27FC236}">
                <a16:creationId xmlns:a16="http://schemas.microsoft.com/office/drawing/2014/main" id="{502FCDCF-F7A3-194E-B43B-D9F5FB7BDC6F}"/>
              </a:ext>
            </a:extLst>
          </p:cNvPr>
          <p:cNvSpPr>
            <a:spLocks noGrp="1"/>
          </p:cNvSpPr>
          <p:nvPr>
            <p:ph type="sldNum" sz="quarter" idx="12"/>
          </p:nvPr>
        </p:nvSpPr>
        <p:spPr/>
        <p:txBody>
          <a:bodyPr/>
          <a:lstStyle/>
          <a:p>
            <a:fld id="{D57F1E4F-1CFF-5643-939E-02111984F565}" type="slidenum">
              <a:rPr lang="en-US" smtClean="0"/>
              <a:t>24</a:t>
            </a:fld>
            <a:endParaRPr lang="en-US" dirty="0"/>
          </a:p>
        </p:txBody>
      </p:sp>
    </p:spTree>
    <p:extLst>
      <p:ext uri="{BB962C8B-B14F-4D97-AF65-F5344CB8AC3E}">
        <p14:creationId xmlns:p14="http://schemas.microsoft.com/office/powerpoint/2010/main" val="4019444777"/>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10417</TotalTime>
  <Words>2439</Words>
  <Application>Microsoft Macintosh PowerPoint</Application>
  <PresentationFormat>On-screen Show (16:10)</PresentationFormat>
  <Paragraphs>290</Paragraphs>
  <Slides>24</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24</vt:i4>
      </vt:variant>
    </vt:vector>
  </HeadingPairs>
  <TitlesOfParts>
    <vt:vector size="33" baseType="lpstr">
      <vt:lpstr>ＭＳ Ｐゴシック</vt:lpstr>
      <vt:lpstr>Arial</vt:lpstr>
      <vt:lpstr>Calibri</vt:lpstr>
      <vt:lpstr>Courier New</vt:lpstr>
      <vt:lpstr>Gill Sans MT</vt:lpstr>
      <vt:lpstr>INCONSOLATA</vt:lpstr>
      <vt:lpstr>INCONSOLATA</vt:lpstr>
      <vt:lpstr>Tahoma</vt:lpstr>
      <vt:lpstr>Office Theme</vt:lpstr>
      <vt:lpstr>Algorithms</vt:lpstr>
      <vt:lpstr>Algorithms</vt:lpstr>
      <vt:lpstr>Sequential search</vt:lpstr>
      <vt:lpstr>Sequential search</vt:lpstr>
      <vt:lpstr>Sequential search</vt:lpstr>
      <vt:lpstr>Binary Search</vt:lpstr>
      <vt:lpstr>PowerPoint Presentation</vt:lpstr>
      <vt:lpstr>PowerPoint Presentation</vt:lpstr>
      <vt:lpstr>Binary Search</vt:lpstr>
      <vt:lpstr>Algorithmic Efficiency</vt:lpstr>
      <vt:lpstr>Algorithmic Efficiency</vt:lpstr>
      <vt:lpstr>Example 1 of Algorithmic Efficiency</vt:lpstr>
      <vt:lpstr>Example 2 of Algorithmic Efficiency</vt:lpstr>
      <vt:lpstr>Example 3 of Algorithmic Efficiency</vt:lpstr>
      <vt:lpstr>Efficiency for Searching</vt:lpstr>
      <vt:lpstr>Exponential Complexity Problems</vt:lpstr>
      <vt:lpstr>Heuristic</vt:lpstr>
      <vt:lpstr>Exponential Complexity Problems</vt:lpstr>
      <vt:lpstr>Decidability</vt:lpstr>
      <vt:lpstr>The Halting Problem(optional)</vt:lpstr>
      <vt:lpstr>Example(optional)</vt:lpstr>
      <vt:lpstr>Algorithms to know for AP Exam</vt:lpstr>
      <vt:lpstr>Simulation</vt:lpstr>
      <vt:lpstr>Simulation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Data</dc:title>
  <dc:creator>Long B Nguyen</dc:creator>
  <cp:lastModifiedBy>Long B Nguyen</cp:lastModifiedBy>
  <cp:revision>93</cp:revision>
  <dcterms:created xsi:type="dcterms:W3CDTF">2020-01-25T14:46:43Z</dcterms:created>
  <dcterms:modified xsi:type="dcterms:W3CDTF">2025-12-09T08:30:13Z</dcterms:modified>
</cp:coreProperties>
</file>