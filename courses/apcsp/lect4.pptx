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91" r:id="rId1"/>
  </p:sldMasterIdLst>
  <p:notesMasterIdLst>
    <p:notesMasterId r:id="rId38"/>
  </p:notesMasterIdLst>
  <p:sldIdLst>
    <p:sldId id="256" r:id="rId2"/>
    <p:sldId id="286" r:id="rId3"/>
    <p:sldId id="304" r:id="rId4"/>
    <p:sldId id="401" r:id="rId5"/>
    <p:sldId id="400" r:id="rId6"/>
    <p:sldId id="403" r:id="rId7"/>
    <p:sldId id="402" r:id="rId8"/>
    <p:sldId id="404" r:id="rId9"/>
    <p:sldId id="405" r:id="rId10"/>
    <p:sldId id="407" r:id="rId11"/>
    <p:sldId id="408" r:id="rId12"/>
    <p:sldId id="411" r:id="rId13"/>
    <p:sldId id="409" r:id="rId14"/>
    <p:sldId id="410" r:id="rId15"/>
    <p:sldId id="307" r:id="rId16"/>
    <p:sldId id="334" r:id="rId17"/>
    <p:sldId id="419" r:id="rId18"/>
    <p:sldId id="412" r:id="rId19"/>
    <p:sldId id="433" r:id="rId20"/>
    <p:sldId id="436" r:id="rId21"/>
    <p:sldId id="435" r:id="rId22"/>
    <p:sldId id="437" r:id="rId23"/>
    <p:sldId id="337" r:id="rId24"/>
    <p:sldId id="423" r:id="rId25"/>
    <p:sldId id="438" r:id="rId26"/>
    <p:sldId id="424" r:id="rId27"/>
    <p:sldId id="427" r:id="rId28"/>
    <p:sldId id="330" r:id="rId29"/>
    <p:sldId id="325" r:id="rId30"/>
    <p:sldId id="429" r:id="rId31"/>
    <p:sldId id="432" r:id="rId32"/>
    <p:sldId id="431" r:id="rId33"/>
    <p:sldId id="398" r:id="rId34"/>
    <p:sldId id="417" r:id="rId35"/>
    <p:sldId id="399" r:id="rId36"/>
    <p:sldId id="284" r:id="rId37"/>
  </p:sldIdLst>
  <p:sldSz cx="9144000" cy="5715000" type="screen16x10"/>
  <p:notesSz cx="6858000" cy="9144000"/>
  <p:defaultTextStyle>
    <a:defPPr>
      <a:defRPr lang="en-US"/>
    </a:defPPr>
    <a:lvl1pPr marL="0" algn="l" defTabSz="356616" rtl="0" eaLnBrk="1" latinLnBrk="0" hangingPunct="1">
      <a:defRPr sz="1404" kern="1200">
        <a:solidFill>
          <a:schemeClr val="tx1"/>
        </a:solidFill>
        <a:latin typeface="+mn-lt"/>
        <a:ea typeface="+mn-ea"/>
        <a:cs typeface="+mn-cs"/>
      </a:defRPr>
    </a:lvl1pPr>
    <a:lvl2pPr marL="356616" algn="l" defTabSz="356616" rtl="0" eaLnBrk="1" latinLnBrk="0" hangingPunct="1">
      <a:defRPr sz="1404" kern="1200">
        <a:solidFill>
          <a:schemeClr val="tx1"/>
        </a:solidFill>
        <a:latin typeface="+mn-lt"/>
        <a:ea typeface="+mn-ea"/>
        <a:cs typeface="+mn-cs"/>
      </a:defRPr>
    </a:lvl2pPr>
    <a:lvl3pPr marL="713232" algn="l" defTabSz="356616" rtl="0" eaLnBrk="1" latinLnBrk="0" hangingPunct="1">
      <a:defRPr sz="1404" kern="1200">
        <a:solidFill>
          <a:schemeClr val="tx1"/>
        </a:solidFill>
        <a:latin typeface="+mn-lt"/>
        <a:ea typeface="+mn-ea"/>
        <a:cs typeface="+mn-cs"/>
      </a:defRPr>
    </a:lvl3pPr>
    <a:lvl4pPr marL="1069848" algn="l" defTabSz="356616" rtl="0" eaLnBrk="1" latinLnBrk="0" hangingPunct="1">
      <a:defRPr sz="1404" kern="1200">
        <a:solidFill>
          <a:schemeClr val="tx1"/>
        </a:solidFill>
        <a:latin typeface="+mn-lt"/>
        <a:ea typeface="+mn-ea"/>
        <a:cs typeface="+mn-cs"/>
      </a:defRPr>
    </a:lvl4pPr>
    <a:lvl5pPr marL="1426464" algn="l" defTabSz="356616" rtl="0" eaLnBrk="1" latinLnBrk="0" hangingPunct="1">
      <a:defRPr sz="1404" kern="1200">
        <a:solidFill>
          <a:schemeClr val="tx1"/>
        </a:solidFill>
        <a:latin typeface="+mn-lt"/>
        <a:ea typeface="+mn-ea"/>
        <a:cs typeface="+mn-cs"/>
      </a:defRPr>
    </a:lvl5pPr>
    <a:lvl6pPr marL="1783080" algn="l" defTabSz="356616" rtl="0" eaLnBrk="1" latinLnBrk="0" hangingPunct="1">
      <a:defRPr sz="1404" kern="1200">
        <a:solidFill>
          <a:schemeClr val="tx1"/>
        </a:solidFill>
        <a:latin typeface="+mn-lt"/>
        <a:ea typeface="+mn-ea"/>
        <a:cs typeface="+mn-cs"/>
      </a:defRPr>
    </a:lvl6pPr>
    <a:lvl7pPr marL="2139696" algn="l" defTabSz="356616" rtl="0" eaLnBrk="1" latinLnBrk="0" hangingPunct="1">
      <a:defRPr sz="1404" kern="1200">
        <a:solidFill>
          <a:schemeClr val="tx1"/>
        </a:solidFill>
        <a:latin typeface="+mn-lt"/>
        <a:ea typeface="+mn-ea"/>
        <a:cs typeface="+mn-cs"/>
      </a:defRPr>
    </a:lvl7pPr>
    <a:lvl8pPr marL="2496312" algn="l" defTabSz="356616" rtl="0" eaLnBrk="1" latinLnBrk="0" hangingPunct="1">
      <a:defRPr sz="1404" kern="1200">
        <a:solidFill>
          <a:schemeClr val="tx1"/>
        </a:solidFill>
        <a:latin typeface="+mn-lt"/>
        <a:ea typeface="+mn-ea"/>
        <a:cs typeface="+mn-cs"/>
      </a:defRPr>
    </a:lvl8pPr>
    <a:lvl9pPr marL="2852928" algn="l" defTabSz="356616" rtl="0" eaLnBrk="1" latinLnBrk="0" hangingPunct="1">
      <a:defRPr sz="1404"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7F2E9A-AFFD-1648-BAA5-80BC6025366D}" v="25" dt="2025-10-02T17:31:10.6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5590"/>
  </p:normalViewPr>
  <p:slideViewPr>
    <p:cSldViewPr snapToGrid="0" snapToObjects="1">
      <p:cViewPr varScale="1">
        <p:scale>
          <a:sx n="128" d="100"/>
          <a:sy n="128" d="100"/>
        </p:scale>
        <p:origin x="176"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ong B Nguyen" userId="f59fb8f3-a021-417a-8bc1-65c8d471c621" providerId="ADAL" clId="{18B307F0-82DA-8342-AB9A-1CC8CB1F1087}"/>
    <pc:docChg chg="addSld modSld">
      <pc:chgData name="Long B Nguyen" userId="f59fb8f3-a021-417a-8bc1-65c8d471c621" providerId="ADAL" clId="{18B307F0-82DA-8342-AB9A-1CC8CB1F1087}" dt="2020-10-27T12:30:23.869" v="941" actId="20577"/>
      <pc:docMkLst>
        <pc:docMk/>
      </pc:docMkLst>
      <pc:sldChg chg="addSp modSp add mod modAnim">
        <pc:chgData name="Long B Nguyen" userId="f59fb8f3-a021-417a-8bc1-65c8d471c621" providerId="ADAL" clId="{18B307F0-82DA-8342-AB9A-1CC8CB1F1087}" dt="2020-10-20T19:08:19.384" v="494" actId="207"/>
        <pc:sldMkLst>
          <pc:docMk/>
          <pc:sldMk cId="123529303" sldId="298"/>
        </pc:sldMkLst>
      </pc:sldChg>
      <pc:sldChg chg="modSp">
        <pc:chgData name="Long B Nguyen" userId="f59fb8f3-a021-417a-8bc1-65c8d471c621" providerId="ADAL" clId="{18B307F0-82DA-8342-AB9A-1CC8CB1F1087}" dt="2020-10-26T10:12:25.522" v="495" actId="20577"/>
        <pc:sldMkLst>
          <pc:docMk/>
          <pc:sldMk cId="3748840513" sldId="326"/>
        </pc:sldMkLst>
      </pc:sldChg>
      <pc:sldChg chg="modSp">
        <pc:chgData name="Long B Nguyen" userId="f59fb8f3-a021-417a-8bc1-65c8d471c621" providerId="ADAL" clId="{18B307F0-82DA-8342-AB9A-1CC8CB1F1087}" dt="2020-10-27T12:30:23.869" v="941" actId="20577"/>
        <pc:sldMkLst>
          <pc:docMk/>
          <pc:sldMk cId="894578124" sldId="330"/>
        </pc:sldMkLst>
      </pc:sldChg>
      <pc:sldChg chg="modSp add mod">
        <pc:chgData name="Long B Nguyen" userId="f59fb8f3-a021-417a-8bc1-65c8d471c621" providerId="ADAL" clId="{18B307F0-82DA-8342-AB9A-1CC8CB1F1087}" dt="2020-10-27T12:29:19.886" v="870" actId="1076"/>
        <pc:sldMkLst>
          <pc:docMk/>
          <pc:sldMk cId="226687820" sldId="398"/>
        </pc:sldMkLst>
      </pc:sldChg>
      <pc:sldChg chg="modSp add mod">
        <pc:chgData name="Long B Nguyen" userId="f59fb8f3-a021-417a-8bc1-65c8d471c621" providerId="ADAL" clId="{18B307F0-82DA-8342-AB9A-1CC8CB1F1087}" dt="2020-10-27T12:29:57.416" v="939" actId="20577"/>
        <pc:sldMkLst>
          <pc:docMk/>
          <pc:sldMk cId="70090437" sldId="399"/>
        </pc:sldMkLst>
      </pc:sldChg>
    </pc:docChg>
  </pc:docChgLst>
  <pc:docChgLst>
    <pc:chgData name="Long B Nguyen" userId="f59fb8f3-a021-417a-8bc1-65c8d471c621" providerId="ADAL" clId="{F6FAB4CF-097B-3A43-AE67-D10B4D53D1CA}"/>
    <pc:docChg chg="undo custSel addSld delSld modSld">
      <pc:chgData name="Long B Nguyen" userId="f59fb8f3-a021-417a-8bc1-65c8d471c621" providerId="ADAL" clId="{F6FAB4CF-097B-3A43-AE67-D10B4D53D1CA}" dt="2023-10-20T12:00:36.728" v="832" actId="478"/>
      <pc:docMkLst>
        <pc:docMk/>
      </pc:docMkLst>
      <pc:sldChg chg="modSp del mod modAnim">
        <pc:chgData name="Long B Nguyen" userId="f59fb8f3-a021-417a-8bc1-65c8d471c621" providerId="ADAL" clId="{F6FAB4CF-097B-3A43-AE67-D10B4D53D1CA}" dt="2023-10-20T11:58:21.006" v="814" actId="2696"/>
        <pc:sldMkLst>
          <pc:docMk/>
          <pc:sldMk cId="847072393" sldId="292"/>
        </pc:sldMkLst>
      </pc:sldChg>
      <pc:sldChg chg="del">
        <pc:chgData name="Long B Nguyen" userId="f59fb8f3-a021-417a-8bc1-65c8d471c621" providerId="ADAL" clId="{F6FAB4CF-097B-3A43-AE67-D10B4D53D1CA}" dt="2023-10-20T11:58:21.006" v="814" actId="2696"/>
        <pc:sldMkLst>
          <pc:docMk/>
          <pc:sldMk cId="1511080215" sldId="300"/>
        </pc:sldMkLst>
      </pc:sldChg>
      <pc:sldChg chg="del">
        <pc:chgData name="Long B Nguyen" userId="f59fb8f3-a021-417a-8bc1-65c8d471c621" providerId="ADAL" clId="{F6FAB4CF-097B-3A43-AE67-D10B4D53D1CA}" dt="2023-10-20T11:58:21.006" v="814" actId="2696"/>
        <pc:sldMkLst>
          <pc:docMk/>
          <pc:sldMk cId="885822507" sldId="303"/>
        </pc:sldMkLst>
      </pc:sldChg>
      <pc:sldChg chg="del">
        <pc:chgData name="Long B Nguyen" userId="f59fb8f3-a021-417a-8bc1-65c8d471c621" providerId="ADAL" clId="{F6FAB4CF-097B-3A43-AE67-D10B4D53D1CA}" dt="2023-10-20T11:58:21.006" v="814" actId="2696"/>
        <pc:sldMkLst>
          <pc:docMk/>
          <pc:sldMk cId="4013144405" sldId="310"/>
        </pc:sldMkLst>
      </pc:sldChg>
      <pc:sldChg chg="addSp modSp mod modAnim">
        <pc:chgData name="Long B Nguyen" userId="f59fb8f3-a021-417a-8bc1-65c8d471c621" providerId="ADAL" clId="{F6FAB4CF-097B-3A43-AE67-D10B4D53D1CA}" dt="2023-10-20T12:00:30.014" v="831" actId="207"/>
        <pc:sldMkLst>
          <pc:docMk/>
          <pc:sldMk cId="426544314" sldId="337"/>
        </pc:sldMkLst>
      </pc:sldChg>
      <pc:sldChg chg="del">
        <pc:chgData name="Long B Nguyen" userId="f59fb8f3-a021-417a-8bc1-65c8d471c621" providerId="ADAL" clId="{F6FAB4CF-097B-3A43-AE67-D10B4D53D1CA}" dt="2023-10-20T11:58:21.006" v="814" actId="2696"/>
        <pc:sldMkLst>
          <pc:docMk/>
          <pc:sldMk cId="3041297697" sldId="358"/>
        </pc:sldMkLst>
      </pc:sldChg>
      <pc:sldChg chg="addSp modSp mod">
        <pc:chgData name="Long B Nguyen" userId="f59fb8f3-a021-417a-8bc1-65c8d471c621" providerId="ADAL" clId="{F6FAB4CF-097B-3A43-AE67-D10B4D53D1CA}" dt="2023-10-10T11:53:23.351" v="86" actId="14100"/>
        <pc:sldMkLst>
          <pc:docMk/>
          <pc:sldMk cId="3395584097" sldId="404"/>
        </pc:sldMkLst>
      </pc:sldChg>
      <pc:sldChg chg="addSp modSp mod">
        <pc:chgData name="Long B Nguyen" userId="f59fb8f3-a021-417a-8bc1-65c8d471c621" providerId="ADAL" clId="{F6FAB4CF-097B-3A43-AE67-D10B4D53D1CA}" dt="2023-10-10T11:53:34.613" v="88" actId="1076"/>
        <pc:sldMkLst>
          <pc:docMk/>
          <pc:sldMk cId="3714893887" sldId="405"/>
        </pc:sldMkLst>
      </pc:sldChg>
      <pc:sldChg chg="addSp modSp mod">
        <pc:chgData name="Long B Nguyen" userId="f59fb8f3-a021-417a-8bc1-65c8d471c621" providerId="ADAL" clId="{F6FAB4CF-097B-3A43-AE67-D10B4D53D1CA}" dt="2023-10-10T11:53:44.060" v="91" actId="1076"/>
        <pc:sldMkLst>
          <pc:docMk/>
          <pc:sldMk cId="2579223391" sldId="407"/>
        </pc:sldMkLst>
      </pc:sldChg>
      <pc:sldChg chg="del">
        <pc:chgData name="Long B Nguyen" userId="f59fb8f3-a021-417a-8bc1-65c8d471c621" providerId="ADAL" clId="{F6FAB4CF-097B-3A43-AE67-D10B4D53D1CA}" dt="2023-10-20T11:59:10.242" v="815" actId="2696"/>
        <pc:sldMkLst>
          <pc:docMk/>
          <pc:sldMk cId="3612472641" sldId="418"/>
        </pc:sldMkLst>
      </pc:sldChg>
      <pc:sldChg chg="addSp delSp modSp mod delAnim modAnim">
        <pc:chgData name="Long B Nguyen" userId="f59fb8f3-a021-417a-8bc1-65c8d471c621" providerId="ADAL" clId="{F6FAB4CF-097B-3A43-AE67-D10B4D53D1CA}" dt="2023-10-20T11:49:51.497" v="811" actId="20577"/>
        <pc:sldMkLst>
          <pc:docMk/>
          <pc:sldMk cId="4022128097" sldId="423"/>
        </pc:sldMkLst>
      </pc:sldChg>
      <pc:sldChg chg="modSp mod modAnim">
        <pc:chgData name="Long B Nguyen" userId="f59fb8f3-a021-417a-8bc1-65c8d471c621" providerId="ADAL" clId="{F6FAB4CF-097B-3A43-AE67-D10B4D53D1CA}" dt="2023-10-17T12:19:52.041" v="252"/>
        <pc:sldMkLst>
          <pc:docMk/>
          <pc:sldMk cId="19326315" sldId="433"/>
        </pc:sldMkLst>
      </pc:sldChg>
      <pc:sldChg chg="modSp mod">
        <pc:chgData name="Long B Nguyen" userId="f59fb8f3-a021-417a-8bc1-65c8d471c621" providerId="ADAL" clId="{F6FAB4CF-097B-3A43-AE67-D10B4D53D1CA}" dt="2023-10-20T11:59:19.582" v="826" actId="20577"/>
        <pc:sldMkLst>
          <pc:docMk/>
          <pc:sldMk cId="866280552" sldId="435"/>
        </pc:sldMkLst>
      </pc:sldChg>
      <pc:sldChg chg="modSp mod">
        <pc:chgData name="Long B Nguyen" userId="f59fb8f3-a021-417a-8bc1-65c8d471c621" providerId="ADAL" clId="{F6FAB4CF-097B-3A43-AE67-D10B4D53D1CA}" dt="2023-10-17T12:07:22.301" v="249" actId="20577"/>
        <pc:sldMkLst>
          <pc:docMk/>
          <pc:sldMk cId="2004293111" sldId="436"/>
        </pc:sldMkLst>
      </pc:sldChg>
      <pc:sldChg chg="delSp modSp add mod delAnim modAnim">
        <pc:chgData name="Long B Nguyen" userId="f59fb8f3-a021-417a-8bc1-65c8d471c621" providerId="ADAL" clId="{F6FAB4CF-097B-3A43-AE67-D10B4D53D1CA}" dt="2023-10-20T12:00:36.728" v="832" actId="478"/>
        <pc:sldMkLst>
          <pc:docMk/>
          <pc:sldMk cId="31051183" sldId="437"/>
        </pc:sldMkLst>
      </pc:sldChg>
    </pc:docChg>
  </pc:docChgLst>
  <pc:docChgLst>
    <pc:chgData name="Long B Nguyen" userId="f59fb8f3-a021-417a-8bc1-65c8d471c621" providerId="ADAL" clId="{93BE87BA-F8CA-5C1F-82FF-B4CAB5F485A1}"/>
    <pc:docChg chg="custSel addSld delSld modSld">
      <pc:chgData name="Long B Nguyen" userId="f59fb8f3-a021-417a-8bc1-65c8d471c621" providerId="ADAL" clId="{93BE87BA-F8CA-5C1F-82FF-B4CAB5F485A1}" dt="2025-10-02T17:31:13.089" v="28" actId="1076"/>
      <pc:docMkLst>
        <pc:docMk/>
      </pc:docMkLst>
      <pc:sldChg chg="add">
        <pc:chgData name="Long B Nguyen" userId="f59fb8f3-a021-417a-8bc1-65c8d471c621" providerId="ADAL" clId="{93BE87BA-F8CA-5C1F-82FF-B4CAB5F485A1}" dt="2025-10-02T17:30:14.717" v="24"/>
        <pc:sldMkLst>
          <pc:docMk/>
          <pc:sldMk cId="209517259" sldId="337"/>
        </pc:sldMkLst>
      </pc:sldChg>
      <pc:sldChg chg="del">
        <pc:chgData name="Long B Nguyen" userId="f59fb8f3-a021-417a-8bc1-65c8d471c621" providerId="ADAL" clId="{93BE87BA-F8CA-5C1F-82FF-B4CAB5F485A1}" dt="2025-10-02T17:30:13.386" v="23" actId="2696"/>
        <pc:sldMkLst>
          <pc:docMk/>
          <pc:sldMk cId="426544314" sldId="337"/>
        </pc:sldMkLst>
      </pc:sldChg>
      <pc:sldChg chg="addSp delSp modSp mod delAnim modAnim">
        <pc:chgData name="Long B Nguyen" userId="f59fb8f3-a021-417a-8bc1-65c8d471c621" providerId="ADAL" clId="{93BE87BA-F8CA-5C1F-82FF-B4CAB5F485A1}" dt="2025-10-02T17:31:13.089" v="28" actId="1076"/>
        <pc:sldMkLst>
          <pc:docMk/>
          <pc:sldMk cId="4022128097" sldId="423"/>
        </pc:sldMkLst>
        <pc:spChg chg="del">
          <ac:chgData name="Long B Nguyen" userId="f59fb8f3-a021-417a-8bc1-65c8d471c621" providerId="ADAL" clId="{93BE87BA-F8CA-5C1F-82FF-B4CAB5F485A1}" dt="2025-10-02T17:30:58.611" v="26" actId="478"/>
          <ac:spMkLst>
            <pc:docMk/>
            <pc:sldMk cId="4022128097" sldId="423"/>
            <ac:spMk id="5" creationId="{9261AA8A-3D68-3F98-917B-8BFC3F52AED6}"/>
          </ac:spMkLst>
        </pc:spChg>
        <pc:spChg chg="add mod">
          <ac:chgData name="Long B Nguyen" userId="f59fb8f3-a021-417a-8bc1-65c8d471c621" providerId="ADAL" clId="{93BE87BA-F8CA-5C1F-82FF-B4CAB5F485A1}" dt="2025-10-02T17:31:13.089" v="28" actId="1076"/>
          <ac:spMkLst>
            <pc:docMk/>
            <pc:sldMk cId="4022128097" sldId="423"/>
            <ac:spMk id="6" creationId="{95DED054-02BA-9611-881D-AD0C148110B9}"/>
          </ac:spMkLst>
        </pc:spChg>
      </pc:sldChg>
      <pc:sldChg chg="modSp add mod">
        <pc:chgData name="Long B Nguyen" userId="f59fb8f3-a021-417a-8bc1-65c8d471c621" providerId="ADAL" clId="{93BE87BA-F8CA-5C1F-82FF-B4CAB5F485A1}" dt="2025-10-02T17:30:08.116" v="22" actId="207"/>
        <pc:sldMkLst>
          <pc:docMk/>
          <pc:sldMk cId="3734558204" sldId="437"/>
        </pc:sldMkLst>
        <pc:spChg chg="mod">
          <ac:chgData name="Long B Nguyen" userId="f59fb8f3-a021-417a-8bc1-65c8d471c621" providerId="ADAL" clId="{93BE87BA-F8CA-5C1F-82FF-B4CAB5F485A1}" dt="2025-10-02T17:30:08.116" v="22" actId="207"/>
          <ac:spMkLst>
            <pc:docMk/>
            <pc:sldMk cId="3734558204" sldId="437"/>
            <ac:spMk id="4" creationId="{C61A8553-CA2E-3E35-2A17-D0E49E5C14A8}"/>
          </ac:spMkLst>
        </pc:spChg>
      </pc:sldChg>
      <pc:sldChg chg="add">
        <pc:chgData name="Long B Nguyen" userId="f59fb8f3-a021-417a-8bc1-65c8d471c621" providerId="ADAL" clId="{93BE87BA-F8CA-5C1F-82FF-B4CAB5F485A1}" dt="2025-10-02T17:30:19.360" v="25"/>
        <pc:sldMkLst>
          <pc:docMk/>
          <pc:sldMk cId="1632300815" sldId="438"/>
        </pc:sldMkLst>
      </pc:sldChg>
    </pc:docChg>
  </pc:docChgLst>
  <pc:docChgLst>
    <pc:chgData name="Long B Nguyen" userId="f59fb8f3-a021-417a-8bc1-65c8d471c621" providerId="ADAL" clId="{4C2FC867-C2FC-8048-8952-4886924F1964}"/>
    <pc:docChg chg="modSld">
      <pc:chgData name="Long B Nguyen" userId="f59fb8f3-a021-417a-8bc1-65c8d471c621" providerId="ADAL" clId="{4C2FC867-C2FC-8048-8952-4886924F1964}" dt="2021-06-09T15:35:48.122" v="528" actId="255"/>
      <pc:docMkLst>
        <pc:docMk/>
      </pc:docMkLst>
      <pc:sldChg chg="modSp mod">
        <pc:chgData name="Long B Nguyen" userId="f59fb8f3-a021-417a-8bc1-65c8d471c621" providerId="ADAL" clId="{4C2FC867-C2FC-8048-8952-4886924F1964}" dt="2021-06-04T16:30:58.322" v="170" actId="20577"/>
        <pc:sldMkLst>
          <pc:docMk/>
          <pc:sldMk cId="131840209" sldId="286"/>
        </pc:sldMkLst>
      </pc:sldChg>
      <pc:sldChg chg="modSp mod">
        <pc:chgData name="Long B Nguyen" userId="f59fb8f3-a021-417a-8bc1-65c8d471c621" providerId="ADAL" clId="{4C2FC867-C2FC-8048-8952-4886924F1964}" dt="2021-06-09T15:31:11.475" v="261" actId="1076"/>
        <pc:sldMkLst>
          <pc:docMk/>
          <pc:sldMk cId="3395584097" sldId="404"/>
        </pc:sldMkLst>
      </pc:sldChg>
      <pc:sldChg chg="modSp mod">
        <pc:chgData name="Long B Nguyen" userId="f59fb8f3-a021-417a-8bc1-65c8d471c621" providerId="ADAL" clId="{4C2FC867-C2FC-8048-8952-4886924F1964}" dt="2021-06-09T15:30:33.163" v="243" actId="20577"/>
        <pc:sldMkLst>
          <pc:docMk/>
          <pc:sldMk cId="3714893887" sldId="405"/>
        </pc:sldMkLst>
      </pc:sldChg>
      <pc:sldChg chg="modSp mod">
        <pc:chgData name="Long B Nguyen" userId="f59fb8f3-a021-417a-8bc1-65c8d471c621" providerId="ADAL" clId="{4C2FC867-C2FC-8048-8952-4886924F1964}" dt="2021-06-09T15:30:28.413" v="238" actId="20577"/>
        <pc:sldMkLst>
          <pc:docMk/>
          <pc:sldMk cId="2579223391" sldId="407"/>
        </pc:sldMkLst>
      </pc:sldChg>
      <pc:sldChg chg="modSp mod">
        <pc:chgData name="Long B Nguyen" userId="f59fb8f3-a021-417a-8bc1-65c8d471c621" providerId="ADAL" clId="{4C2FC867-C2FC-8048-8952-4886924F1964}" dt="2021-06-09T15:31:27.441" v="276" actId="20577"/>
        <pc:sldMkLst>
          <pc:docMk/>
          <pc:sldMk cId="3574827976" sldId="408"/>
        </pc:sldMkLst>
      </pc:sldChg>
      <pc:sldChg chg="modSp mod">
        <pc:chgData name="Long B Nguyen" userId="f59fb8f3-a021-417a-8bc1-65c8d471c621" providerId="ADAL" clId="{4C2FC867-C2FC-8048-8952-4886924F1964}" dt="2021-06-09T15:33:02.683" v="335" actId="20577"/>
        <pc:sldMkLst>
          <pc:docMk/>
          <pc:sldMk cId="3264478660" sldId="409"/>
        </pc:sldMkLst>
      </pc:sldChg>
      <pc:sldChg chg="addSp modSp mod">
        <pc:chgData name="Long B Nguyen" userId="f59fb8f3-a021-417a-8bc1-65c8d471c621" providerId="ADAL" clId="{4C2FC867-C2FC-8048-8952-4886924F1964}" dt="2021-06-09T15:35:48.122" v="528" actId="255"/>
        <pc:sldMkLst>
          <pc:docMk/>
          <pc:sldMk cId="1866381520" sldId="410"/>
        </pc:sldMkLst>
      </pc:sldChg>
      <pc:sldChg chg="modSp mod">
        <pc:chgData name="Long B Nguyen" userId="f59fb8f3-a021-417a-8bc1-65c8d471c621" providerId="ADAL" clId="{4C2FC867-C2FC-8048-8952-4886924F1964}" dt="2021-06-09T15:32:47.497" v="317" actId="1035"/>
        <pc:sldMkLst>
          <pc:docMk/>
          <pc:sldMk cId="3445107113" sldId="411"/>
        </pc:sldMkLst>
      </pc:sldChg>
    </pc:docChg>
  </pc:docChgLst>
  <pc:docChgLst>
    <pc:chgData name="Long B Nguyen" userId="f59fb8f3-a021-417a-8bc1-65c8d471c621" providerId="ADAL" clId="{53B69ACD-02D7-6945-9BD9-A72DE239C0D5}"/>
    <pc:docChg chg="modSld">
      <pc:chgData name="Long B Nguyen" userId="f59fb8f3-a021-417a-8bc1-65c8d471c621" providerId="ADAL" clId="{53B69ACD-02D7-6945-9BD9-A72DE239C0D5}" dt="2020-10-20T04:44:21.176" v="61" actId="14100"/>
      <pc:docMkLst>
        <pc:docMk/>
      </pc:docMkLst>
      <pc:sldChg chg="modSp mod">
        <pc:chgData name="Long B Nguyen" userId="f59fb8f3-a021-417a-8bc1-65c8d471c621" providerId="ADAL" clId="{53B69ACD-02D7-6945-9BD9-A72DE239C0D5}" dt="2020-10-20T04:40:18.795" v="27" actId="14100"/>
        <pc:sldMkLst>
          <pc:docMk/>
          <pc:sldMk cId="3670596711" sldId="304"/>
        </pc:sldMkLst>
      </pc:sldChg>
      <pc:sldChg chg="modSp mod modAnim">
        <pc:chgData name="Long B Nguyen" userId="f59fb8f3-a021-417a-8bc1-65c8d471c621" providerId="ADAL" clId="{53B69ACD-02D7-6945-9BD9-A72DE239C0D5}" dt="2020-10-20T04:43:05.756" v="34" actId="1076"/>
        <pc:sldMkLst>
          <pc:docMk/>
          <pc:sldMk cId="3984246490" sldId="307"/>
        </pc:sldMkLst>
      </pc:sldChg>
      <pc:sldChg chg="modSp mod">
        <pc:chgData name="Long B Nguyen" userId="f59fb8f3-a021-417a-8bc1-65c8d471c621" providerId="ADAL" clId="{53B69ACD-02D7-6945-9BD9-A72DE239C0D5}" dt="2020-10-20T04:44:21.176" v="61" actId="14100"/>
        <pc:sldMkLst>
          <pc:docMk/>
          <pc:sldMk cId="343975969" sldId="331"/>
        </pc:sldMkLst>
      </pc:sldChg>
      <pc:sldChg chg="modSp mod modAnim">
        <pc:chgData name="Long B Nguyen" userId="f59fb8f3-a021-417a-8bc1-65c8d471c621" providerId="ADAL" clId="{53B69ACD-02D7-6945-9BD9-A72DE239C0D5}" dt="2020-10-20T04:44:06.828" v="59" actId="20577"/>
        <pc:sldMkLst>
          <pc:docMk/>
          <pc:sldMk cId="2359254305" sldId="335"/>
        </pc:sldMkLst>
      </pc:sldChg>
    </pc:docChg>
  </pc:docChgLst>
  <pc:docChgLst>
    <pc:chgData name="Long B Nguyen" userId="f59fb8f3-a021-417a-8bc1-65c8d471c621" providerId="ADAL" clId="{926EA56F-4873-0F42-B099-8C526074B00C}"/>
    <pc:docChg chg="delSld">
      <pc:chgData name="Long B Nguyen" userId="f59fb8f3-a021-417a-8bc1-65c8d471c621" providerId="ADAL" clId="{926EA56F-4873-0F42-B099-8C526074B00C}" dt="2024-10-08T15:50:10.880" v="0" actId="2696"/>
      <pc:docMkLst>
        <pc:docMk/>
      </pc:docMkLst>
      <pc:sldChg chg="del">
        <pc:chgData name="Long B Nguyen" userId="f59fb8f3-a021-417a-8bc1-65c8d471c621" providerId="ADAL" clId="{926EA56F-4873-0F42-B099-8C526074B00C}" dt="2024-10-08T15:50:10.880" v="0" actId="2696"/>
        <pc:sldMkLst>
          <pc:docMk/>
          <pc:sldMk cId="31051183" sldId="437"/>
        </pc:sldMkLst>
      </pc:sldChg>
    </pc:docChg>
  </pc:docChgLst>
  <pc:docChgLst>
    <pc:chgData name="Long B Nguyen" userId="f59fb8f3-a021-417a-8bc1-65c8d471c621" providerId="ADAL" clId="{923F1440-0843-AA48-A969-AE3912695618}"/>
    <pc:docChg chg="undo custSel addSld delSld modSld">
      <pc:chgData name="Long B Nguyen" userId="f59fb8f3-a021-417a-8bc1-65c8d471c621" providerId="ADAL" clId="{923F1440-0843-AA48-A969-AE3912695618}" dt="2021-06-04T16:28:02.151" v="7859" actId="1076"/>
      <pc:docMkLst>
        <pc:docMk/>
      </pc:docMkLst>
      <pc:sldChg chg="del">
        <pc:chgData name="Long B Nguyen" userId="f59fb8f3-a021-417a-8bc1-65c8d471c621" providerId="ADAL" clId="{923F1440-0843-AA48-A969-AE3912695618}" dt="2021-06-03T16:05:25.791" v="2331" actId="2696"/>
        <pc:sldMkLst>
          <pc:docMk/>
          <pc:sldMk cId="123529303" sldId="298"/>
        </pc:sldMkLst>
      </pc:sldChg>
      <pc:sldChg chg="modSp mod modAnim">
        <pc:chgData name="Long B Nguyen" userId="f59fb8f3-a021-417a-8bc1-65c8d471c621" providerId="ADAL" clId="{923F1440-0843-AA48-A969-AE3912695618}" dt="2021-06-03T12:59:58.034" v="281" actId="20577"/>
        <pc:sldMkLst>
          <pc:docMk/>
          <pc:sldMk cId="3670596711" sldId="304"/>
        </pc:sldMkLst>
      </pc:sldChg>
      <pc:sldChg chg="modSp mod modAnim">
        <pc:chgData name="Long B Nguyen" userId="f59fb8f3-a021-417a-8bc1-65c8d471c621" providerId="ADAL" clId="{923F1440-0843-AA48-A969-AE3912695618}" dt="2021-06-03T19:08:00.092" v="4829" actId="20577"/>
        <pc:sldMkLst>
          <pc:docMk/>
          <pc:sldMk cId="3984246490" sldId="307"/>
        </pc:sldMkLst>
      </pc:sldChg>
      <pc:sldChg chg="modSp">
        <pc:chgData name="Long B Nguyen" userId="f59fb8f3-a021-417a-8bc1-65c8d471c621" providerId="ADAL" clId="{923F1440-0843-AA48-A969-AE3912695618}" dt="2021-06-03T19:58:20.042" v="5914" actId="20577"/>
        <pc:sldMkLst>
          <pc:docMk/>
          <pc:sldMk cId="3672999173" sldId="308"/>
        </pc:sldMkLst>
      </pc:sldChg>
      <pc:sldChg chg="modSp mod">
        <pc:chgData name="Long B Nguyen" userId="f59fb8f3-a021-417a-8bc1-65c8d471c621" providerId="ADAL" clId="{923F1440-0843-AA48-A969-AE3912695618}" dt="2021-06-03T19:57:43.548" v="5855" actId="20577"/>
        <pc:sldMkLst>
          <pc:docMk/>
          <pc:sldMk cId="4055245160" sldId="310"/>
        </pc:sldMkLst>
      </pc:sldChg>
      <pc:sldChg chg="addSp delSp modSp mod delAnim modAnim">
        <pc:chgData name="Long B Nguyen" userId="f59fb8f3-a021-417a-8bc1-65c8d471c621" providerId="ADAL" clId="{923F1440-0843-AA48-A969-AE3912695618}" dt="2021-06-03T20:15:08.711" v="6108" actId="20577"/>
        <pc:sldMkLst>
          <pc:docMk/>
          <pc:sldMk cId="4210029770" sldId="311"/>
        </pc:sldMkLst>
      </pc:sldChg>
      <pc:sldChg chg="del">
        <pc:chgData name="Long B Nguyen" userId="f59fb8f3-a021-417a-8bc1-65c8d471c621" providerId="ADAL" clId="{923F1440-0843-AA48-A969-AE3912695618}" dt="2021-06-03T20:19:13.077" v="6125" actId="2696"/>
        <pc:sldMkLst>
          <pc:docMk/>
          <pc:sldMk cId="1565173198" sldId="314"/>
        </pc:sldMkLst>
      </pc:sldChg>
      <pc:sldChg chg="del">
        <pc:chgData name="Long B Nguyen" userId="f59fb8f3-a021-417a-8bc1-65c8d471c621" providerId="ADAL" clId="{923F1440-0843-AA48-A969-AE3912695618}" dt="2021-06-03T16:05:04.149" v="2330" actId="2696"/>
        <pc:sldMkLst>
          <pc:docMk/>
          <pc:sldMk cId="3659811964" sldId="315"/>
        </pc:sldMkLst>
      </pc:sldChg>
      <pc:sldChg chg="del">
        <pc:chgData name="Long B Nguyen" userId="f59fb8f3-a021-417a-8bc1-65c8d471c621" providerId="ADAL" clId="{923F1440-0843-AA48-A969-AE3912695618}" dt="2021-06-03T16:05:00.515" v="2329" actId="2696"/>
        <pc:sldMkLst>
          <pc:docMk/>
          <pc:sldMk cId="2536712643" sldId="317"/>
        </pc:sldMkLst>
      </pc:sldChg>
      <pc:sldChg chg="del">
        <pc:chgData name="Long B Nguyen" userId="f59fb8f3-a021-417a-8bc1-65c8d471c621" providerId="ADAL" clId="{923F1440-0843-AA48-A969-AE3912695618}" dt="2021-06-03T16:05:53.793" v="2332" actId="2696"/>
        <pc:sldMkLst>
          <pc:docMk/>
          <pc:sldMk cId="3127700614" sldId="318"/>
        </pc:sldMkLst>
      </pc:sldChg>
      <pc:sldChg chg="modSp add">
        <pc:chgData name="Long B Nguyen" userId="f59fb8f3-a021-417a-8bc1-65c8d471c621" providerId="ADAL" clId="{923F1440-0843-AA48-A969-AE3912695618}" dt="2021-06-04T16:10:31.470" v="6538" actId="207"/>
        <pc:sldMkLst>
          <pc:docMk/>
          <pc:sldMk cId="1160286806" sldId="319"/>
        </pc:sldMkLst>
      </pc:sldChg>
      <pc:sldChg chg="del">
        <pc:chgData name="Long B Nguyen" userId="f59fb8f3-a021-417a-8bc1-65c8d471c621" providerId="ADAL" clId="{923F1440-0843-AA48-A969-AE3912695618}" dt="2021-06-04T16:09:43.551" v="6533" actId="2696"/>
        <pc:sldMkLst>
          <pc:docMk/>
          <pc:sldMk cId="2618277182" sldId="319"/>
        </pc:sldMkLst>
      </pc:sldChg>
      <pc:sldChg chg="modSp mod">
        <pc:chgData name="Long B Nguyen" userId="f59fb8f3-a021-417a-8bc1-65c8d471c621" providerId="ADAL" clId="{923F1440-0843-AA48-A969-AE3912695618}" dt="2021-06-04T16:12:46.496" v="6855" actId="20577"/>
        <pc:sldMkLst>
          <pc:docMk/>
          <pc:sldMk cId="617958515" sldId="320"/>
        </pc:sldMkLst>
      </pc:sldChg>
      <pc:sldChg chg="modSp mod">
        <pc:chgData name="Long B Nguyen" userId="f59fb8f3-a021-417a-8bc1-65c8d471c621" providerId="ADAL" clId="{923F1440-0843-AA48-A969-AE3912695618}" dt="2021-06-04T16:20:22.954" v="7156" actId="14100"/>
        <pc:sldMkLst>
          <pc:docMk/>
          <pc:sldMk cId="3750016062" sldId="325"/>
        </pc:sldMkLst>
      </pc:sldChg>
      <pc:sldChg chg="addSp delSp modSp del mod delAnim modAnim">
        <pc:chgData name="Long B Nguyen" userId="f59fb8f3-a021-417a-8bc1-65c8d471c621" providerId="ADAL" clId="{923F1440-0843-AA48-A969-AE3912695618}" dt="2021-06-03T20:25:07.074" v="6203" actId="2696"/>
        <pc:sldMkLst>
          <pc:docMk/>
          <pc:sldMk cId="3748840513" sldId="326"/>
        </pc:sldMkLst>
      </pc:sldChg>
      <pc:sldChg chg="del">
        <pc:chgData name="Long B Nguyen" userId="f59fb8f3-a021-417a-8bc1-65c8d471c621" providerId="ADAL" clId="{923F1440-0843-AA48-A969-AE3912695618}" dt="2021-06-03T20:25:30.603" v="6205" actId="2696"/>
        <pc:sldMkLst>
          <pc:docMk/>
          <pc:sldMk cId="894578124" sldId="330"/>
        </pc:sldMkLst>
      </pc:sldChg>
      <pc:sldChg chg="modSp add modAnim">
        <pc:chgData name="Long B Nguyen" userId="f59fb8f3-a021-417a-8bc1-65c8d471c621" providerId="ADAL" clId="{923F1440-0843-AA48-A969-AE3912695618}" dt="2021-06-04T16:16:44.291" v="7111" actId="207"/>
        <pc:sldMkLst>
          <pc:docMk/>
          <pc:sldMk cId="1984272704" sldId="330"/>
        </pc:sldMkLst>
      </pc:sldChg>
      <pc:sldChg chg="del">
        <pc:chgData name="Long B Nguyen" userId="f59fb8f3-a021-417a-8bc1-65c8d471c621" providerId="ADAL" clId="{923F1440-0843-AA48-A969-AE3912695618}" dt="2021-06-03T19:10:51.386" v="4894" actId="2696"/>
        <pc:sldMkLst>
          <pc:docMk/>
          <pc:sldMk cId="343975969" sldId="331"/>
        </pc:sldMkLst>
      </pc:sldChg>
      <pc:sldChg chg="addSp modSp mod modAnim">
        <pc:chgData name="Long B Nguyen" userId="f59fb8f3-a021-417a-8bc1-65c8d471c621" providerId="ADAL" clId="{923F1440-0843-AA48-A969-AE3912695618}" dt="2021-06-03T19:14:40.690" v="5199" actId="20577"/>
        <pc:sldMkLst>
          <pc:docMk/>
          <pc:sldMk cId="4080804918" sldId="334"/>
        </pc:sldMkLst>
      </pc:sldChg>
      <pc:sldChg chg="del">
        <pc:chgData name="Long B Nguyen" userId="f59fb8f3-a021-417a-8bc1-65c8d471c621" providerId="ADAL" clId="{923F1440-0843-AA48-A969-AE3912695618}" dt="2021-06-03T19:14:16.924" v="5142" actId="2696"/>
        <pc:sldMkLst>
          <pc:docMk/>
          <pc:sldMk cId="2359254305" sldId="335"/>
        </pc:sldMkLst>
      </pc:sldChg>
      <pc:sldChg chg="del">
        <pc:chgData name="Long B Nguyen" userId="f59fb8f3-a021-417a-8bc1-65c8d471c621" providerId="ADAL" clId="{923F1440-0843-AA48-A969-AE3912695618}" dt="2021-06-03T20:25:24.131" v="6204" actId="2696"/>
        <pc:sldMkLst>
          <pc:docMk/>
          <pc:sldMk cId="2879490838" sldId="336"/>
        </pc:sldMkLst>
      </pc:sldChg>
      <pc:sldChg chg="modSp add mod modAnim">
        <pc:chgData name="Long B Nguyen" userId="f59fb8f3-a021-417a-8bc1-65c8d471c621" providerId="ADAL" clId="{923F1440-0843-AA48-A969-AE3912695618}" dt="2021-06-04T16:15:16.261" v="7003" actId="1076"/>
        <pc:sldMkLst>
          <pc:docMk/>
          <pc:sldMk cId="426544314" sldId="337"/>
        </pc:sldMkLst>
      </pc:sldChg>
      <pc:sldChg chg="add del">
        <pc:chgData name="Long B Nguyen" userId="f59fb8f3-a021-417a-8bc1-65c8d471c621" providerId="ADAL" clId="{923F1440-0843-AA48-A969-AE3912695618}" dt="2021-06-04T16:14:32.770" v="6856" actId="2696"/>
        <pc:sldMkLst>
          <pc:docMk/>
          <pc:sldMk cId="1135099884" sldId="337"/>
        </pc:sldMkLst>
      </pc:sldChg>
      <pc:sldChg chg="modSp del mod modAnim">
        <pc:chgData name="Long B Nguyen" userId="f59fb8f3-a021-417a-8bc1-65c8d471c621" providerId="ADAL" clId="{923F1440-0843-AA48-A969-AE3912695618}" dt="2021-06-04T16:09:59.969" v="6535" actId="2696"/>
        <pc:sldMkLst>
          <pc:docMk/>
          <pc:sldMk cId="3107138983" sldId="337"/>
        </pc:sldMkLst>
      </pc:sldChg>
      <pc:sldChg chg="modSp mod">
        <pc:chgData name="Long B Nguyen" userId="f59fb8f3-a021-417a-8bc1-65c8d471c621" providerId="ADAL" clId="{923F1440-0843-AA48-A969-AE3912695618}" dt="2021-06-04T16:27:57.295" v="7857" actId="1076"/>
        <pc:sldMkLst>
          <pc:docMk/>
          <pc:sldMk cId="226687820" sldId="398"/>
        </pc:sldMkLst>
      </pc:sldChg>
      <pc:sldChg chg="modSp add mod modAnim">
        <pc:chgData name="Long B Nguyen" userId="f59fb8f3-a021-417a-8bc1-65c8d471c621" providerId="ADAL" clId="{923F1440-0843-AA48-A969-AE3912695618}" dt="2021-06-03T13:13:19.717" v="1230" actId="255"/>
        <pc:sldMkLst>
          <pc:docMk/>
          <pc:sldMk cId="2991473066" sldId="400"/>
        </pc:sldMkLst>
      </pc:sldChg>
      <pc:sldChg chg="addSp modSp add mod">
        <pc:chgData name="Long B Nguyen" userId="f59fb8f3-a021-417a-8bc1-65c8d471c621" providerId="ADAL" clId="{923F1440-0843-AA48-A969-AE3912695618}" dt="2021-06-03T13:04:25.722" v="522" actId="1076"/>
        <pc:sldMkLst>
          <pc:docMk/>
          <pc:sldMk cId="1878754954" sldId="401"/>
        </pc:sldMkLst>
      </pc:sldChg>
      <pc:sldChg chg="modSp add modAnim">
        <pc:chgData name="Long B Nguyen" userId="f59fb8f3-a021-417a-8bc1-65c8d471c621" providerId="ADAL" clId="{923F1440-0843-AA48-A969-AE3912695618}" dt="2021-06-03T15:55:00.410" v="1787" actId="20577"/>
        <pc:sldMkLst>
          <pc:docMk/>
          <pc:sldMk cId="1586487569" sldId="402"/>
        </pc:sldMkLst>
      </pc:sldChg>
      <pc:sldChg chg="addSp modSp add mod">
        <pc:chgData name="Long B Nguyen" userId="f59fb8f3-a021-417a-8bc1-65c8d471c621" providerId="ADAL" clId="{923F1440-0843-AA48-A969-AE3912695618}" dt="2021-06-03T15:55:42.912" v="1878" actId="20577"/>
        <pc:sldMkLst>
          <pc:docMk/>
          <pc:sldMk cId="1375038575" sldId="403"/>
        </pc:sldMkLst>
      </pc:sldChg>
      <pc:sldChg chg="addSp delSp modSp add mod">
        <pc:chgData name="Long B Nguyen" userId="f59fb8f3-a021-417a-8bc1-65c8d471c621" providerId="ADAL" clId="{923F1440-0843-AA48-A969-AE3912695618}" dt="2021-06-03T17:23:02.935" v="4662" actId="14100"/>
        <pc:sldMkLst>
          <pc:docMk/>
          <pc:sldMk cId="3395584097" sldId="404"/>
        </pc:sldMkLst>
      </pc:sldChg>
      <pc:sldChg chg="addSp delSp modSp add mod">
        <pc:chgData name="Long B Nguyen" userId="f59fb8f3-a021-417a-8bc1-65c8d471c621" providerId="ADAL" clId="{923F1440-0843-AA48-A969-AE3912695618}" dt="2021-06-03T16:25:56.036" v="2692" actId="20577"/>
        <pc:sldMkLst>
          <pc:docMk/>
          <pc:sldMk cId="3714893887" sldId="405"/>
        </pc:sldMkLst>
      </pc:sldChg>
      <pc:sldChg chg="addSp delSp modSp add del mod">
        <pc:chgData name="Long B Nguyen" userId="f59fb8f3-a021-417a-8bc1-65c8d471c621" providerId="ADAL" clId="{923F1440-0843-AA48-A969-AE3912695618}" dt="2021-06-03T16:51:33.867" v="4312" actId="2696"/>
        <pc:sldMkLst>
          <pc:docMk/>
          <pc:sldMk cId="777190006" sldId="406"/>
        </pc:sldMkLst>
      </pc:sldChg>
      <pc:sldChg chg="modSp add del mod">
        <pc:chgData name="Long B Nguyen" userId="f59fb8f3-a021-417a-8bc1-65c8d471c621" providerId="ADAL" clId="{923F1440-0843-AA48-A969-AE3912695618}" dt="2021-06-03T16:25:43.111" v="2676" actId="2696"/>
        <pc:sldMkLst>
          <pc:docMk/>
          <pc:sldMk cId="860533361" sldId="406"/>
        </pc:sldMkLst>
      </pc:sldChg>
      <pc:sldChg chg="modSp add del mod">
        <pc:chgData name="Long B Nguyen" userId="f59fb8f3-a021-417a-8bc1-65c8d471c621" providerId="ADAL" clId="{923F1440-0843-AA48-A969-AE3912695618}" dt="2021-06-03T16:25:26.825" v="2673" actId="2696"/>
        <pc:sldMkLst>
          <pc:docMk/>
          <pc:sldMk cId="3028268634" sldId="406"/>
        </pc:sldMkLst>
      </pc:sldChg>
      <pc:sldChg chg="add">
        <pc:chgData name="Long B Nguyen" userId="f59fb8f3-a021-417a-8bc1-65c8d471c621" providerId="ADAL" clId="{923F1440-0843-AA48-A969-AE3912695618}" dt="2021-06-03T16:44:57.778" v="3803"/>
        <pc:sldMkLst>
          <pc:docMk/>
          <pc:sldMk cId="2579223391" sldId="407"/>
        </pc:sldMkLst>
      </pc:sldChg>
      <pc:sldChg chg="add del">
        <pc:chgData name="Long B Nguyen" userId="f59fb8f3-a021-417a-8bc1-65c8d471c621" providerId="ADAL" clId="{923F1440-0843-AA48-A969-AE3912695618}" dt="2021-06-03T16:44:53.289" v="3802" actId="2696"/>
        <pc:sldMkLst>
          <pc:docMk/>
          <pc:sldMk cId="4229282266" sldId="407"/>
        </pc:sldMkLst>
      </pc:sldChg>
      <pc:sldChg chg="addSp delSp modSp add mod">
        <pc:chgData name="Long B Nguyen" userId="f59fb8f3-a021-417a-8bc1-65c8d471c621" providerId="ADAL" clId="{923F1440-0843-AA48-A969-AE3912695618}" dt="2021-06-03T16:55:24.762" v="4634" actId="478"/>
        <pc:sldMkLst>
          <pc:docMk/>
          <pc:sldMk cId="3574827976" sldId="408"/>
        </pc:sldMkLst>
      </pc:sldChg>
      <pc:sldChg chg="addSp delSp modSp add mod">
        <pc:chgData name="Long B Nguyen" userId="f59fb8f3-a021-417a-8bc1-65c8d471c621" providerId="ADAL" clId="{923F1440-0843-AA48-A969-AE3912695618}" dt="2021-06-03T17:24:55.437" v="4729" actId="14100"/>
        <pc:sldMkLst>
          <pc:docMk/>
          <pc:sldMk cId="3264478660" sldId="409"/>
        </pc:sldMkLst>
      </pc:sldChg>
      <pc:sldChg chg="delSp modSp add mod">
        <pc:chgData name="Long B Nguyen" userId="f59fb8f3-a021-417a-8bc1-65c8d471c621" providerId="ADAL" clId="{923F1440-0843-AA48-A969-AE3912695618}" dt="2021-06-03T17:25:14.761" v="4733" actId="1076"/>
        <pc:sldMkLst>
          <pc:docMk/>
          <pc:sldMk cId="1866381520" sldId="410"/>
        </pc:sldMkLst>
      </pc:sldChg>
      <pc:sldChg chg="modSp add mod">
        <pc:chgData name="Long B Nguyen" userId="f59fb8f3-a021-417a-8bc1-65c8d471c621" providerId="ADAL" clId="{923F1440-0843-AA48-A969-AE3912695618}" dt="2021-06-03T16:55:55.595" v="4636" actId="20577"/>
        <pc:sldMkLst>
          <pc:docMk/>
          <pc:sldMk cId="3445107113" sldId="411"/>
        </pc:sldMkLst>
      </pc:sldChg>
      <pc:sldChg chg="addSp delSp modSp add mod delAnim modAnim">
        <pc:chgData name="Long B Nguyen" userId="f59fb8f3-a021-417a-8bc1-65c8d471c621" providerId="ADAL" clId="{923F1440-0843-AA48-A969-AE3912695618}" dt="2021-06-03T19:57:11.321" v="5804" actId="20577"/>
        <pc:sldMkLst>
          <pc:docMk/>
          <pc:sldMk cId="26315692" sldId="412"/>
        </pc:sldMkLst>
      </pc:sldChg>
      <pc:sldChg chg="add del">
        <pc:chgData name="Long B Nguyen" userId="f59fb8f3-a021-417a-8bc1-65c8d471c621" providerId="ADAL" clId="{923F1440-0843-AA48-A969-AE3912695618}" dt="2021-06-03T20:16:13.722" v="6124" actId="2696"/>
        <pc:sldMkLst>
          <pc:docMk/>
          <pc:sldMk cId="1232917774" sldId="413"/>
        </pc:sldMkLst>
      </pc:sldChg>
      <pc:sldChg chg="addSp modSp add mod modAnim">
        <pc:chgData name="Long B Nguyen" userId="f59fb8f3-a021-417a-8bc1-65c8d471c621" providerId="ADAL" clId="{923F1440-0843-AA48-A969-AE3912695618}" dt="2021-06-04T16:06:19.536" v="6332" actId="20577"/>
        <pc:sldMkLst>
          <pc:docMk/>
          <pc:sldMk cId="3536221410" sldId="414"/>
        </pc:sldMkLst>
      </pc:sldChg>
      <pc:sldChg chg="modSp add mod modAnim">
        <pc:chgData name="Long B Nguyen" userId="f59fb8f3-a021-417a-8bc1-65c8d471c621" providerId="ADAL" clId="{923F1440-0843-AA48-A969-AE3912695618}" dt="2021-06-04T16:06:31.613" v="6336" actId="20577"/>
        <pc:sldMkLst>
          <pc:docMk/>
          <pc:sldMk cId="976150634" sldId="415"/>
        </pc:sldMkLst>
      </pc:sldChg>
      <pc:sldChg chg="modSp add mod modAnim">
        <pc:chgData name="Long B Nguyen" userId="f59fb8f3-a021-417a-8bc1-65c8d471c621" providerId="ADAL" clId="{923F1440-0843-AA48-A969-AE3912695618}" dt="2021-06-04T16:06:40.538" v="6340" actId="20577"/>
        <pc:sldMkLst>
          <pc:docMk/>
          <pc:sldMk cId="1551984946" sldId="416"/>
        </pc:sldMkLst>
      </pc:sldChg>
      <pc:sldChg chg="delSp modSp add mod delAnim modAnim">
        <pc:chgData name="Long B Nguyen" userId="f59fb8f3-a021-417a-8bc1-65c8d471c621" providerId="ADAL" clId="{923F1440-0843-AA48-A969-AE3912695618}" dt="2021-06-04T16:28:02.151" v="7859" actId="1076"/>
        <pc:sldMkLst>
          <pc:docMk/>
          <pc:sldMk cId="1811896604" sldId="417"/>
        </pc:sldMkLst>
      </pc:sldChg>
    </pc:docChg>
  </pc:docChgLst>
  <pc:docChgLst>
    <pc:chgData name="Long B Nguyen" userId="f59fb8f3-a021-417a-8bc1-65c8d471c621" providerId="ADAL" clId="{7CF42801-12ED-E04E-AC69-6FCBFB1E8006}"/>
    <pc:docChg chg="undo custSel addSld delSld modSld">
      <pc:chgData name="Long B Nguyen" userId="f59fb8f3-a021-417a-8bc1-65c8d471c621" providerId="ADAL" clId="{7CF42801-12ED-E04E-AC69-6FCBFB1E8006}" dt="2021-10-08T14:38:38.255" v="4830" actId="20577"/>
      <pc:docMkLst>
        <pc:docMk/>
      </pc:docMkLst>
      <pc:sldChg chg="addSp modSp">
        <pc:chgData name="Long B Nguyen" userId="f59fb8f3-a021-417a-8bc1-65c8d471c621" providerId="ADAL" clId="{7CF42801-12ED-E04E-AC69-6FCBFB1E8006}" dt="2021-10-06T11:28:25.245" v="450"/>
        <pc:sldMkLst>
          <pc:docMk/>
          <pc:sldMk cId="4247104139" sldId="256"/>
        </pc:sldMkLst>
      </pc:sldChg>
      <pc:sldChg chg="addSp modSp">
        <pc:chgData name="Long B Nguyen" userId="f59fb8f3-a021-417a-8bc1-65c8d471c621" providerId="ADAL" clId="{7CF42801-12ED-E04E-AC69-6FCBFB1E8006}" dt="2021-10-06T11:28:25.245" v="450"/>
        <pc:sldMkLst>
          <pc:docMk/>
          <pc:sldMk cId="1438711869" sldId="284"/>
        </pc:sldMkLst>
      </pc:sldChg>
      <pc:sldChg chg="addSp modSp mod">
        <pc:chgData name="Long B Nguyen" userId="f59fb8f3-a021-417a-8bc1-65c8d471c621" providerId="ADAL" clId="{7CF42801-12ED-E04E-AC69-6FCBFB1E8006}" dt="2021-10-07T03:27:43.417" v="2012" actId="20577"/>
        <pc:sldMkLst>
          <pc:docMk/>
          <pc:sldMk cId="131840209" sldId="286"/>
        </pc:sldMkLst>
      </pc:sldChg>
      <pc:sldChg chg="addSp modSp modAnim">
        <pc:chgData name="Long B Nguyen" userId="f59fb8f3-a021-417a-8bc1-65c8d471c621" providerId="ADAL" clId="{7CF42801-12ED-E04E-AC69-6FCBFB1E8006}" dt="2021-10-06T11:28:25.245" v="450"/>
        <pc:sldMkLst>
          <pc:docMk/>
          <pc:sldMk cId="3670596711" sldId="304"/>
        </pc:sldMkLst>
      </pc:sldChg>
      <pc:sldChg chg="addSp modSp modAnim">
        <pc:chgData name="Long B Nguyen" userId="f59fb8f3-a021-417a-8bc1-65c8d471c621" providerId="ADAL" clId="{7CF42801-12ED-E04E-AC69-6FCBFB1E8006}" dt="2021-10-06T11:28:25.245" v="450"/>
        <pc:sldMkLst>
          <pc:docMk/>
          <pc:sldMk cId="3984246490" sldId="307"/>
        </pc:sldMkLst>
      </pc:sldChg>
      <pc:sldChg chg="addSp modSp mod">
        <pc:chgData name="Long B Nguyen" userId="f59fb8f3-a021-417a-8bc1-65c8d471c621" providerId="ADAL" clId="{7CF42801-12ED-E04E-AC69-6FCBFB1E8006}" dt="2021-10-06T23:44:12.257" v="991" actId="20577"/>
        <pc:sldMkLst>
          <pc:docMk/>
          <pc:sldMk cId="3672999173" sldId="308"/>
        </pc:sldMkLst>
      </pc:sldChg>
      <pc:sldChg chg="addSp modSp">
        <pc:chgData name="Long B Nguyen" userId="f59fb8f3-a021-417a-8bc1-65c8d471c621" providerId="ADAL" clId="{7CF42801-12ED-E04E-AC69-6FCBFB1E8006}" dt="2021-10-07T03:50:13.330" v="2014" actId="20577"/>
        <pc:sldMkLst>
          <pc:docMk/>
          <pc:sldMk cId="4055245160" sldId="310"/>
        </pc:sldMkLst>
      </pc:sldChg>
      <pc:sldChg chg="addSp modSp mod">
        <pc:chgData name="Long B Nguyen" userId="f59fb8f3-a021-417a-8bc1-65c8d471c621" providerId="ADAL" clId="{7CF42801-12ED-E04E-AC69-6FCBFB1E8006}" dt="2021-10-06T23:44:23.971" v="1023" actId="20577"/>
        <pc:sldMkLst>
          <pc:docMk/>
          <pc:sldMk cId="4210029770" sldId="311"/>
        </pc:sldMkLst>
      </pc:sldChg>
      <pc:sldChg chg="addSp modSp del">
        <pc:chgData name="Long B Nguyen" userId="f59fb8f3-a021-417a-8bc1-65c8d471c621" providerId="ADAL" clId="{7CF42801-12ED-E04E-AC69-6FCBFB1E8006}" dt="2021-10-07T00:39:31.436" v="1997" actId="2696"/>
        <pc:sldMkLst>
          <pc:docMk/>
          <pc:sldMk cId="1160286806" sldId="319"/>
        </pc:sldMkLst>
      </pc:sldChg>
      <pc:sldChg chg="addSp modSp del">
        <pc:chgData name="Long B Nguyen" userId="f59fb8f3-a021-417a-8bc1-65c8d471c621" providerId="ADAL" clId="{7CF42801-12ED-E04E-AC69-6FCBFB1E8006}" dt="2021-10-07T00:39:41.342" v="2000" actId="2696"/>
        <pc:sldMkLst>
          <pc:docMk/>
          <pc:sldMk cId="617958515" sldId="320"/>
        </pc:sldMkLst>
      </pc:sldChg>
      <pc:sldChg chg="addSp modSp del">
        <pc:chgData name="Long B Nguyen" userId="f59fb8f3-a021-417a-8bc1-65c8d471c621" providerId="ADAL" clId="{7CF42801-12ED-E04E-AC69-6FCBFB1E8006}" dt="2021-10-07T00:39:42.095" v="2001" actId="2696"/>
        <pc:sldMkLst>
          <pc:docMk/>
          <pc:sldMk cId="3039307715" sldId="321"/>
        </pc:sldMkLst>
      </pc:sldChg>
      <pc:sldChg chg="addSp modSp del">
        <pc:chgData name="Long B Nguyen" userId="f59fb8f3-a021-417a-8bc1-65c8d471c621" providerId="ADAL" clId="{7CF42801-12ED-E04E-AC69-6FCBFB1E8006}" dt="2021-10-07T00:39:42.638" v="2002" actId="2696"/>
        <pc:sldMkLst>
          <pc:docMk/>
          <pc:sldMk cId="3096583072" sldId="323"/>
        </pc:sldMkLst>
      </pc:sldChg>
      <pc:sldChg chg="addSp modSp del">
        <pc:chgData name="Long B Nguyen" userId="f59fb8f3-a021-417a-8bc1-65c8d471c621" providerId="ADAL" clId="{7CF42801-12ED-E04E-AC69-6FCBFB1E8006}" dt="2021-10-07T00:39:43.432" v="2003" actId="2696"/>
        <pc:sldMkLst>
          <pc:docMk/>
          <pc:sldMk cId="3753341527" sldId="324"/>
        </pc:sldMkLst>
      </pc:sldChg>
      <pc:sldChg chg="addSp modSp">
        <pc:chgData name="Long B Nguyen" userId="f59fb8f3-a021-417a-8bc1-65c8d471c621" providerId="ADAL" clId="{7CF42801-12ED-E04E-AC69-6FCBFB1E8006}" dt="2021-10-06T11:28:25.245" v="450"/>
        <pc:sldMkLst>
          <pc:docMk/>
          <pc:sldMk cId="3750016062" sldId="325"/>
        </pc:sldMkLst>
      </pc:sldChg>
      <pc:sldChg chg="addSp modSp del">
        <pc:chgData name="Long B Nguyen" userId="f59fb8f3-a021-417a-8bc1-65c8d471c621" providerId="ADAL" clId="{7CF42801-12ED-E04E-AC69-6FCBFB1E8006}" dt="2021-10-07T00:39:46.575" v="2004" actId="2696"/>
        <pc:sldMkLst>
          <pc:docMk/>
          <pc:sldMk cId="53368268" sldId="329"/>
        </pc:sldMkLst>
      </pc:sldChg>
      <pc:sldChg chg="addSp modSp modAnim">
        <pc:chgData name="Long B Nguyen" userId="f59fb8f3-a021-417a-8bc1-65c8d471c621" providerId="ADAL" clId="{7CF42801-12ED-E04E-AC69-6FCBFB1E8006}" dt="2021-10-07T12:55:09.338" v="3937"/>
        <pc:sldMkLst>
          <pc:docMk/>
          <pc:sldMk cId="1984272704" sldId="330"/>
        </pc:sldMkLst>
      </pc:sldChg>
      <pc:sldChg chg="addSp delSp modSp mod modAnim">
        <pc:chgData name="Long B Nguyen" userId="f59fb8f3-a021-417a-8bc1-65c8d471c621" providerId="ADAL" clId="{7CF42801-12ED-E04E-AC69-6FCBFB1E8006}" dt="2021-10-06T11:29:33.390" v="455" actId="478"/>
        <pc:sldMkLst>
          <pc:docMk/>
          <pc:sldMk cId="4080804918" sldId="334"/>
        </pc:sldMkLst>
      </pc:sldChg>
      <pc:sldChg chg="addSp delSp modSp mod modAnim">
        <pc:chgData name="Long B Nguyen" userId="f59fb8f3-a021-417a-8bc1-65c8d471c621" providerId="ADAL" clId="{7CF42801-12ED-E04E-AC69-6FCBFB1E8006}" dt="2021-10-07T12:51:34.168" v="3880"/>
        <pc:sldMkLst>
          <pc:docMk/>
          <pc:sldMk cId="426544314" sldId="337"/>
        </pc:sldMkLst>
      </pc:sldChg>
      <pc:sldChg chg="addSp modSp mod">
        <pc:chgData name="Long B Nguyen" userId="f59fb8f3-a021-417a-8bc1-65c8d471c621" providerId="ADAL" clId="{7CF42801-12ED-E04E-AC69-6FCBFB1E8006}" dt="2021-10-08T13:52:57.662" v="4451" actId="20577"/>
        <pc:sldMkLst>
          <pc:docMk/>
          <pc:sldMk cId="226687820" sldId="398"/>
        </pc:sldMkLst>
      </pc:sldChg>
      <pc:sldChg chg="addSp modSp mod">
        <pc:chgData name="Long B Nguyen" userId="f59fb8f3-a021-417a-8bc1-65c8d471c621" providerId="ADAL" clId="{7CF42801-12ED-E04E-AC69-6FCBFB1E8006}" dt="2021-10-08T13:53:03.794" v="4455" actId="20577"/>
        <pc:sldMkLst>
          <pc:docMk/>
          <pc:sldMk cId="70090437" sldId="399"/>
        </pc:sldMkLst>
      </pc:sldChg>
      <pc:sldChg chg="addSp modSp modAnim">
        <pc:chgData name="Long B Nguyen" userId="f59fb8f3-a021-417a-8bc1-65c8d471c621" providerId="ADAL" clId="{7CF42801-12ED-E04E-AC69-6FCBFB1E8006}" dt="2021-10-06T11:28:25.245" v="450"/>
        <pc:sldMkLst>
          <pc:docMk/>
          <pc:sldMk cId="2991473066" sldId="400"/>
        </pc:sldMkLst>
      </pc:sldChg>
      <pc:sldChg chg="addSp modSp modAnim">
        <pc:chgData name="Long B Nguyen" userId="f59fb8f3-a021-417a-8bc1-65c8d471c621" providerId="ADAL" clId="{7CF42801-12ED-E04E-AC69-6FCBFB1E8006}" dt="2021-10-06T11:28:25.245" v="450"/>
        <pc:sldMkLst>
          <pc:docMk/>
          <pc:sldMk cId="1878754954" sldId="401"/>
        </pc:sldMkLst>
      </pc:sldChg>
      <pc:sldChg chg="addSp modSp">
        <pc:chgData name="Long B Nguyen" userId="f59fb8f3-a021-417a-8bc1-65c8d471c621" providerId="ADAL" clId="{7CF42801-12ED-E04E-AC69-6FCBFB1E8006}" dt="2021-10-06T11:28:25.245" v="450"/>
        <pc:sldMkLst>
          <pc:docMk/>
          <pc:sldMk cId="1586487569" sldId="402"/>
        </pc:sldMkLst>
      </pc:sldChg>
      <pc:sldChg chg="addSp modSp modAnim">
        <pc:chgData name="Long B Nguyen" userId="f59fb8f3-a021-417a-8bc1-65c8d471c621" providerId="ADAL" clId="{7CF42801-12ED-E04E-AC69-6FCBFB1E8006}" dt="2021-10-06T11:28:25.245" v="450"/>
        <pc:sldMkLst>
          <pc:docMk/>
          <pc:sldMk cId="1375038575" sldId="403"/>
        </pc:sldMkLst>
      </pc:sldChg>
      <pc:sldChg chg="addSp modSp modAnim">
        <pc:chgData name="Long B Nguyen" userId="f59fb8f3-a021-417a-8bc1-65c8d471c621" providerId="ADAL" clId="{7CF42801-12ED-E04E-AC69-6FCBFB1E8006}" dt="2021-10-06T11:28:25.245" v="450"/>
        <pc:sldMkLst>
          <pc:docMk/>
          <pc:sldMk cId="3395584097" sldId="404"/>
        </pc:sldMkLst>
      </pc:sldChg>
      <pc:sldChg chg="addSp modSp mod">
        <pc:chgData name="Long B Nguyen" userId="f59fb8f3-a021-417a-8bc1-65c8d471c621" providerId="ADAL" clId="{7CF42801-12ED-E04E-AC69-6FCBFB1E8006}" dt="2021-10-06T11:28:25.245" v="450"/>
        <pc:sldMkLst>
          <pc:docMk/>
          <pc:sldMk cId="3714893887" sldId="405"/>
        </pc:sldMkLst>
      </pc:sldChg>
      <pc:sldChg chg="addSp modSp mod">
        <pc:chgData name="Long B Nguyen" userId="f59fb8f3-a021-417a-8bc1-65c8d471c621" providerId="ADAL" clId="{7CF42801-12ED-E04E-AC69-6FCBFB1E8006}" dt="2021-10-06T11:28:25.245" v="450"/>
        <pc:sldMkLst>
          <pc:docMk/>
          <pc:sldMk cId="2579223391" sldId="407"/>
        </pc:sldMkLst>
      </pc:sldChg>
      <pc:sldChg chg="addSp modSp modAnim">
        <pc:chgData name="Long B Nguyen" userId="f59fb8f3-a021-417a-8bc1-65c8d471c621" providerId="ADAL" clId="{7CF42801-12ED-E04E-AC69-6FCBFB1E8006}" dt="2021-10-06T11:28:25.245" v="450"/>
        <pc:sldMkLst>
          <pc:docMk/>
          <pc:sldMk cId="3574827976" sldId="408"/>
        </pc:sldMkLst>
      </pc:sldChg>
      <pc:sldChg chg="addSp modSp">
        <pc:chgData name="Long B Nguyen" userId="f59fb8f3-a021-417a-8bc1-65c8d471c621" providerId="ADAL" clId="{7CF42801-12ED-E04E-AC69-6FCBFB1E8006}" dt="2021-10-06T11:28:25.245" v="450"/>
        <pc:sldMkLst>
          <pc:docMk/>
          <pc:sldMk cId="3264478660" sldId="409"/>
        </pc:sldMkLst>
      </pc:sldChg>
      <pc:sldChg chg="addSp modSp modAnim">
        <pc:chgData name="Long B Nguyen" userId="f59fb8f3-a021-417a-8bc1-65c8d471c621" providerId="ADAL" clId="{7CF42801-12ED-E04E-AC69-6FCBFB1E8006}" dt="2021-10-06T11:28:25.245" v="450"/>
        <pc:sldMkLst>
          <pc:docMk/>
          <pc:sldMk cId="1866381520" sldId="410"/>
        </pc:sldMkLst>
      </pc:sldChg>
      <pc:sldChg chg="addSp modSp modAnim">
        <pc:chgData name="Long B Nguyen" userId="f59fb8f3-a021-417a-8bc1-65c8d471c621" providerId="ADAL" clId="{7CF42801-12ED-E04E-AC69-6FCBFB1E8006}" dt="2021-10-06T11:28:25.245" v="450"/>
        <pc:sldMkLst>
          <pc:docMk/>
          <pc:sldMk cId="3445107113" sldId="411"/>
        </pc:sldMkLst>
      </pc:sldChg>
      <pc:sldChg chg="addSp modSp modAnim">
        <pc:chgData name="Long B Nguyen" userId="f59fb8f3-a021-417a-8bc1-65c8d471c621" providerId="ADAL" clId="{7CF42801-12ED-E04E-AC69-6FCBFB1E8006}" dt="2021-10-06T12:09:13.790" v="951" actId="20577"/>
        <pc:sldMkLst>
          <pc:docMk/>
          <pc:sldMk cId="26315692" sldId="412"/>
        </pc:sldMkLst>
      </pc:sldChg>
      <pc:sldChg chg="addSp modSp modAnim">
        <pc:chgData name="Long B Nguyen" userId="f59fb8f3-a021-417a-8bc1-65c8d471c621" providerId="ADAL" clId="{7CF42801-12ED-E04E-AC69-6FCBFB1E8006}" dt="2021-10-06T11:28:25.245" v="450"/>
        <pc:sldMkLst>
          <pc:docMk/>
          <pc:sldMk cId="3536221410" sldId="414"/>
        </pc:sldMkLst>
      </pc:sldChg>
      <pc:sldChg chg="addSp modSp modAnim">
        <pc:chgData name="Long B Nguyen" userId="f59fb8f3-a021-417a-8bc1-65c8d471c621" providerId="ADAL" clId="{7CF42801-12ED-E04E-AC69-6FCBFB1E8006}" dt="2021-10-06T11:28:25.245" v="450"/>
        <pc:sldMkLst>
          <pc:docMk/>
          <pc:sldMk cId="976150634" sldId="415"/>
        </pc:sldMkLst>
      </pc:sldChg>
      <pc:sldChg chg="addSp modSp modAnim">
        <pc:chgData name="Long B Nguyen" userId="f59fb8f3-a021-417a-8bc1-65c8d471c621" providerId="ADAL" clId="{7CF42801-12ED-E04E-AC69-6FCBFB1E8006}" dt="2021-10-06T11:28:25.245" v="450"/>
        <pc:sldMkLst>
          <pc:docMk/>
          <pc:sldMk cId="1551984946" sldId="416"/>
        </pc:sldMkLst>
      </pc:sldChg>
      <pc:sldChg chg="addSp modSp mod modAnim">
        <pc:chgData name="Long B Nguyen" userId="f59fb8f3-a021-417a-8bc1-65c8d471c621" providerId="ADAL" clId="{7CF42801-12ED-E04E-AC69-6FCBFB1E8006}" dt="2021-10-08T13:53:00.376" v="4453" actId="20577"/>
        <pc:sldMkLst>
          <pc:docMk/>
          <pc:sldMk cId="1811896604" sldId="417"/>
        </pc:sldMkLst>
      </pc:sldChg>
      <pc:sldChg chg="addSp modSp new mod">
        <pc:chgData name="Long B Nguyen" userId="f59fb8f3-a021-417a-8bc1-65c8d471c621" providerId="ADAL" clId="{7CF42801-12ED-E04E-AC69-6FCBFB1E8006}" dt="2021-10-07T00:40:32.768" v="2005" actId="1076"/>
        <pc:sldMkLst>
          <pc:docMk/>
          <pc:sldMk cId="3612472641" sldId="418"/>
        </pc:sldMkLst>
      </pc:sldChg>
      <pc:sldChg chg="addSp delSp modSp add mod modAnim">
        <pc:chgData name="Long B Nguyen" userId="f59fb8f3-a021-417a-8bc1-65c8d471c621" providerId="ADAL" clId="{7CF42801-12ED-E04E-AC69-6FCBFB1E8006}" dt="2021-10-06T11:33:25.056" v="467" actId="207"/>
        <pc:sldMkLst>
          <pc:docMk/>
          <pc:sldMk cId="2621777710" sldId="419"/>
        </pc:sldMkLst>
      </pc:sldChg>
      <pc:sldChg chg="add del">
        <pc:chgData name="Long B Nguyen" userId="f59fb8f3-a021-417a-8bc1-65c8d471c621" providerId="ADAL" clId="{7CF42801-12ED-E04E-AC69-6FCBFB1E8006}" dt="2021-10-07T00:37:04.502" v="1996" actId="2696"/>
        <pc:sldMkLst>
          <pc:docMk/>
          <pc:sldMk cId="3043991631" sldId="420"/>
        </pc:sldMkLst>
      </pc:sldChg>
      <pc:sldChg chg="add del">
        <pc:chgData name="Long B Nguyen" userId="f59fb8f3-a021-417a-8bc1-65c8d471c621" providerId="ADAL" clId="{7CF42801-12ED-E04E-AC69-6FCBFB1E8006}" dt="2021-10-07T00:39:40.073" v="1999" actId="2696"/>
        <pc:sldMkLst>
          <pc:docMk/>
          <pc:sldMk cId="4110182" sldId="421"/>
        </pc:sldMkLst>
      </pc:sldChg>
      <pc:sldChg chg="add del">
        <pc:chgData name="Long B Nguyen" userId="f59fb8f3-a021-417a-8bc1-65c8d471c621" providerId="ADAL" clId="{7CF42801-12ED-E04E-AC69-6FCBFB1E8006}" dt="2021-10-06T23:50:36.572" v="1154" actId="2696"/>
        <pc:sldMkLst>
          <pc:docMk/>
          <pc:sldMk cId="1203491919" sldId="422"/>
        </pc:sldMkLst>
      </pc:sldChg>
      <pc:sldChg chg="modSp add mod modAnim">
        <pc:chgData name="Long B Nguyen" userId="f59fb8f3-a021-417a-8bc1-65c8d471c621" providerId="ADAL" clId="{7CF42801-12ED-E04E-AC69-6FCBFB1E8006}" dt="2021-10-07T12:51:49.490" v="3882"/>
        <pc:sldMkLst>
          <pc:docMk/>
          <pc:sldMk cId="4022128097" sldId="423"/>
        </pc:sldMkLst>
      </pc:sldChg>
      <pc:sldChg chg="add del">
        <pc:chgData name="Long B Nguyen" userId="f59fb8f3-a021-417a-8bc1-65c8d471c621" providerId="ADAL" clId="{7CF42801-12ED-E04E-AC69-6FCBFB1E8006}" dt="2021-10-06T23:47:45.603" v="1064" actId="2696"/>
        <pc:sldMkLst>
          <pc:docMk/>
          <pc:sldMk cId="4198221757" sldId="423"/>
        </pc:sldMkLst>
      </pc:sldChg>
      <pc:sldChg chg="addSp delSp modSp add mod modAnim">
        <pc:chgData name="Long B Nguyen" userId="f59fb8f3-a021-417a-8bc1-65c8d471c621" providerId="ADAL" clId="{7CF42801-12ED-E04E-AC69-6FCBFB1E8006}" dt="2021-10-07T12:52:37.281" v="3887" actId="207"/>
        <pc:sldMkLst>
          <pc:docMk/>
          <pc:sldMk cId="3441302083" sldId="424"/>
        </pc:sldMkLst>
      </pc:sldChg>
      <pc:sldChg chg="modSp new del">
        <pc:chgData name="Long B Nguyen" userId="f59fb8f3-a021-417a-8bc1-65c8d471c621" providerId="ADAL" clId="{7CF42801-12ED-E04E-AC69-6FCBFB1E8006}" dt="2021-10-07T00:39:38.508" v="1998" actId="2696"/>
        <pc:sldMkLst>
          <pc:docMk/>
          <pc:sldMk cId="781604078" sldId="425"/>
        </pc:sldMkLst>
      </pc:sldChg>
      <pc:sldChg chg="add del">
        <pc:chgData name="Long B Nguyen" userId="f59fb8f3-a021-417a-8bc1-65c8d471c621" providerId="ADAL" clId="{7CF42801-12ED-E04E-AC69-6FCBFB1E8006}" dt="2021-10-07T00:41:17.579" v="2006" actId="2696"/>
        <pc:sldMkLst>
          <pc:docMk/>
          <pc:sldMk cId="3125377543" sldId="426"/>
        </pc:sldMkLst>
      </pc:sldChg>
      <pc:sldChg chg="addSp modSp add mod modAnim">
        <pc:chgData name="Long B Nguyen" userId="f59fb8f3-a021-417a-8bc1-65c8d471c621" providerId="ADAL" clId="{7CF42801-12ED-E04E-AC69-6FCBFB1E8006}" dt="2021-10-07T12:54:35.563" v="3934"/>
        <pc:sldMkLst>
          <pc:docMk/>
          <pc:sldMk cId="2920365265" sldId="427"/>
        </pc:sldMkLst>
      </pc:sldChg>
      <pc:sldChg chg="modSp add mod modAnim">
        <pc:chgData name="Long B Nguyen" userId="f59fb8f3-a021-417a-8bc1-65c8d471c621" providerId="ADAL" clId="{7CF42801-12ED-E04E-AC69-6FCBFB1E8006}" dt="2021-10-07T12:49:21.424" v="3876" actId="20577"/>
        <pc:sldMkLst>
          <pc:docMk/>
          <pc:sldMk cId="3438132956" sldId="428"/>
        </pc:sldMkLst>
      </pc:sldChg>
      <pc:sldChg chg="addSp delSp modSp add mod">
        <pc:chgData name="Long B Nguyen" userId="f59fb8f3-a021-417a-8bc1-65c8d471c621" providerId="ADAL" clId="{7CF42801-12ED-E04E-AC69-6FCBFB1E8006}" dt="2021-10-07T12:45:52.728" v="3636" actId="1036"/>
        <pc:sldMkLst>
          <pc:docMk/>
          <pc:sldMk cId="436030091" sldId="429"/>
        </pc:sldMkLst>
      </pc:sldChg>
      <pc:sldChg chg="new del">
        <pc:chgData name="Long B Nguyen" userId="f59fb8f3-a021-417a-8bc1-65c8d471c621" providerId="ADAL" clId="{7CF42801-12ED-E04E-AC69-6FCBFB1E8006}" dt="2021-10-08T13:49:56.394" v="3950" actId="2696"/>
        <pc:sldMkLst>
          <pc:docMk/>
          <pc:sldMk cId="473102918" sldId="430"/>
        </pc:sldMkLst>
      </pc:sldChg>
      <pc:sldChg chg="addSp delSp modSp add mod">
        <pc:chgData name="Long B Nguyen" userId="f59fb8f3-a021-417a-8bc1-65c8d471c621" providerId="ADAL" clId="{7CF42801-12ED-E04E-AC69-6FCBFB1E8006}" dt="2021-10-08T14:25:21.520" v="4466" actId="1076"/>
        <pc:sldMkLst>
          <pc:docMk/>
          <pc:sldMk cId="1837685341" sldId="431"/>
        </pc:sldMkLst>
      </pc:sldChg>
      <pc:sldChg chg="delSp modSp add mod">
        <pc:chgData name="Long B Nguyen" userId="f59fb8f3-a021-417a-8bc1-65c8d471c621" providerId="ADAL" clId="{7CF42801-12ED-E04E-AC69-6FCBFB1E8006}" dt="2021-10-08T14:38:38.255" v="4830" actId="20577"/>
        <pc:sldMkLst>
          <pc:docMk/>
          <pc:sldMk cId="1407476634" sldId="432"/>
        </pc:sldMkLst>
      </pc:sldChg>
    </pc:docChg>
  </pc:docChgLst>
  <pc:docChgLst>
    <pc:chgData name="Long B Nguyen" userId="f59fb8f3-a021-417a-8bc1-65c8d471c621" providerId="ADAL" clId="{00ED48EA-2E19-B648-B077-22D14873FFED}"/>
    <pc:docChg chg="undo custSel addSld delSld modSld">
      <pc:chgData name="Long B Nguyen" userId="f59fb8f3-a021-417a-8bc1-65c8d471c621" providerId="ADAL" clId="{00ED48EA-2E19-B648-B077-22D14873FFED}" dt="2020-10-20T06:07:07.103" v="1596" actId="1076"/>
      <pc:docMkLst>
        <pc:docMk/>
      </pc:docMkLst>
      <pc:sldChg chg="modSp mod">
        <pc:chgData name="Long B Nguyen" userId="f59fb8f3-a021-417a-8bc1-65c8d471c621" providerId="ADAL" clId="{00ED48EA-2E19-B648-B077-22D14873FFED}" dt="2020-10-20T05:38:29.932" v="1372" actId="20577"/>
        <pc:sldMkLst>
          <pc:docMk/>
          <pc:sldMk cId="131840209" sldId="286"/>
        </pc:sldMkLst>
      </pc:sldChg>
      <pc:sldChg chg="del">
        <pc:chgData name="Long B Nguyen" userId="f59fb8f3-a021-417a-8bc1-65c8d471c621" providerId="ADAL" clId="{00ED48EA-2E19-B648-B077-22D14873FFED}" dt="2020-10-20T04:52:11.265" v="0" actId="2696"/>
        <pc:sldMkLst>
          <pc:docMk/>
          <pc:sldMk cId="2219016551" sldId="296"/>
        </pc:sldMkLst>
      </pc:sldChg>
      <pc:sldChg chg="del">
        <pc:chgData name="Long B Nguyen" userId="f59fb8f3-a021-417a-8bc1-65c8d471c621" providerId="ADAL" clId="{00ED48EA-2E19-B648-B077-22D14873FFED}" dt="2020-10-20T05:09:51.022" v="521" actId="2696"/>
        <pc:sldMkLst>
          <pc:docMk/>
          <pc:sldMk cId="470149039" sldId="300"/>
        </pc:sldMkLst>
      </pc:sldChg>
      <pc:sldChg chg="modSp">
        <pc:chgData name="Long B Nguyen" userId="f59fb8f3-a021-417a-8bc1-65c8d471c621" providerId="ADAL" clId="{00ED48EA-2E19-B648-B077-22D14873FFED}" dt="2020-10-20T04:56:29.430" v="19" actId="20577"/>
        <pc:sldMkLst>
          <pc:docMk/>
          <pc:sldMk cId="3670596711" sldId="304"/>
        </pc:sldMkLst>
      </pc:sldChg>
      <pc:sldChg chg="addSp modSp mod modAnim">
        <pc:chgData name="Long B Nguyen" userId="f59fb8f3-a021-417a-8bc1-65c8d471c621" providerId="ADAL" clId="{00ED48EA-2E19-B648-B077-22D14873FFED}" dt="2020-10-20T05:40:22.576" v="1389"/>
        <pc:sldMkLst>
          <pc:docMk/>
          <pc:sldMk cId="3984246490" sldId="307"/>
        </pc:sldMkLst>
      </pc:sldChg>
      <pc:sldChg chg="modSp mod">
        <pc:chgData name="Long B Nguyen" userId="f59fb8f3-a021-417a-8bc1-65c8d471c621" providerId="ADAL" clId="{00ED48EA-2E19-B648-B077-22D14873FFED}" dt="2020-10-20T05:06:10.096" v="321" actId="14100"/>
        <pc:sldMkLst>
          <pc:docMk/>
          <pc:sldMk cId="3672999173" sldId="308"/>
        </pc:sldMkLst>
      </pc:sldChg>
      <pc:sldChg chg="delSp modSp mod delAnim">
        <pc:chgData name="Long B Nguyen" userId="f59fb8f3-a021-417a-8bc1-65c8d471c621" providerId="ADAL" clId="{00ED48EA-2E19-B648-B077-22D14873FFED}" dt="2020-10-20T05:03:57.024" v="318" actId="478"/>
        <pc:sldMkLst>
          <pc:docMk/>
          <pc:sldMk cId="4055245160" sldId="310"/>
        </pc:sldMkLst>
      </pc:sldChg>
      <pc:sldChg chg="modSp mod">
        <pc:chgData name="Long B Nguyen" userId="f59fb8f3-a021-417a-8bc1-65c8d471c621" providerId="ADAL" clId="{00ED48EA-2E19-B648-B077-22D14873FFED}" dt="2020-10-20T05:06:35.444" v="324" actId="14100"/>
        <pc:sldMkLst>
          <pc:docMk/>
          <pc:sldMk cId="4210029770" sldId="311"/>
        </pc:sldMkLst>
      </pc:sldChg>
      <pc:sldChg chg="del">
        <pc:chgData name="Long B Nguyen" userId="f59fb8f3-a021-417a-8bc1-65c8d471c621" providerId="ADAL" clId="{00ED48EA-2E19-B648-B077-22D14873FFED}" dt="2020-10-20T05:09:52.359" v="522" actId="2696"/>
        <pc:sldMkLst>
          <pc:docMk/>
          <pc:sldMk cId="4152459930" sldId="312"/>
        </pc:sldMkLst>
      </pc:sldChg>
      <pc:sldChg chg="del">
        <pc:chgData name="Long B Nguyen" userId="f59fb8f3-a021-417a-8bc1-65c8d471c621" providerId="ADAL" clId="{00ED48EA-2E19-B648-B077-22D14873FFED}" dt="2020-10-20T05:09:53.563" v="523" actId="2696"/>
        <pc:sldMkLst>
          <pc:docMk/>
          <pc:sldMk cId="2332116064" sldId="313"/>
        </pc:sldMkLst>
      </pc:sldChg>
      <pc:sldChg chg="modSp mod">
        <pc:chgData name="Long B Nguyen" userId="f59fb8f3-a021-417a-8bc1-65c8d471c621" providerId="ADAL" clId="{00ED48EA-2E19-B648-B077-22D14873FFED}" dt="2020-10-20T05:10:12.772" v="525" actId="1076"/>
        <pc:sldMkLst>
          <pc:docMk/>
          <pc:sldMk cId="1565173198" sldId="314"/>
        </pc:sldMkLst>
      </pc:sldChg>
      <pc:sldChg chg="modSp mod">
        <pc:chgData name="Long B Nguyen" userId="f59fb8f3-a021-417a-8bc1-65c8d471c621" providerId="ADAL" clId="{00ED48EA-2E19-B648-B077-22D14873FFED}" dt="2020-10-20T05:10:23.525" v="528" actId="14100"/>
        <pc:sldMkLst>
          <pc:docMk/>
          <pc:sldMk cId="3659811964" sldId="315"/>
        </pc:sldMkLst>
      </pc:sldChg>
      <pc:sldChg chg="modSp mod">
        <pc:chgData name="Long B Nguyen" userId="f59fb8f3-a021-417a-8bc1-65c8d471c621" providerId="ADAL" clId="{00ED48EA-2E19-B648-B077-22D14873FFED}" dt="2020-10-20T05:10:34.862" v="531" actId="14100"/>
        <pc:sldMkLst>
          <pc:docMk/>
          <pc:sldMk cId="2536712643" sldId="317"/>
        </pc:sldMkLst>
      </pc:sldChg>
      <pc:sldChg chg="modSp mod">
        <pc:chgData name="Long B Nguyen" userId="f59fb8f3-a021-417a-8bc1-65c8d471c621" providerId="ADAL" clId="{00ED48EA-2E19-B648-B077-22D14873FFED}" dt="2020-10-20T05:10:45.597" v="534" actId="14100"/>
        <pc:sldMkLst>
          <pc:docMk/>
          <pc:sldMk cId="3127700614" sldId="318"/>
        </pc:sldMkLst>
      </pc:sldChg>
      <pc:sldChg chg="modSp mod">
        <pc:chgData name="Long B Nguyen" userId="f59fb8f3-a021-417a-8bc1-65c8d471c621" providerId="ADAL" clId="{00ED48EA-2E19-B648-B077-22D14873FFED}" dt="2020-10-20T05:10:57.332" v="537" actId="14100"/>
        <pc:sldMkLst>
          <pc:docMk/>
          <pc:sldMk cId="2618277182" sldId="319"/>
        </pc:sldMkLst>
      </pc:sldChg>
      <pc:sldChg chg="modSp mod">
        <pc:chgData name="Long B Nguyen" userId="f59fb8f3-a021-417a-8bc1-65c8d471c621" providerId="ADAL" clId="{00ED48EA-2E19-B648-B077-22D14873FFED}" dt="2020-10-20T05:11:15.917" v="543" actId="14100"/>
        <pc:sldMkLst>
          <pc:docMk/>
          <pc:sldMk cId="617958515" sldId="320"/>
        </pc:sldMkLst>
      </pc:sldChg>
      <pc:sldChg chg="add del modAnim">
        <pc:chgData name="Long B Nguyen" userId="f59fb8f3-a021-417a-8bc1-65c8d471c621" providerId="ADAL" clId="{00ED48EA-2E19-B648-B077-22D14873FFED}" dt="2020-10-20T05:49:55.703" v="1410"/>
        <pc:sldMkLst>
          <pc:docMk/>
          <pc:sldMk cId="3039307715" sldId="321"/>
        </pc:sldMkLst>
      </pc:sldChg>
      <pc:sldChg chg="modAnim">
        <pc:chgData name="Long B Nguyen" userId="f59fb8f3-a021-417a-8bc1-65c8d471c621" providerId="ADAL" clId="{00ED48EA-2E19-B648-B077-22D14873FFED}" dt="2020-10-20T05:50:07.289" v="1411"/>
        <pc:sldMkLst>
          <pc:docMk/>
          <pc:sldMk cId="3096583072" sldId="323"/>
        </pc:sldMkLst>
      </pc:sldChg>
      <pc:sldChg chg="modSp mod">
        <pc:chgData name="Long B Nguyen" userId="f59fb8f3-a021-417a-8bc1-65c8d471c621" providerId="ADAL" clId="{00ED48EA-2E19-B648-B077-22D14873FFED}" dt="2020-10-20T05:13:46.353" v="546" actId="14100"/>
        <pc:sldMkLst>
          <pc:docMk/>
          <pc:sldMk cId="3753341527" sldId="324"/>
        </pc:sldMkLst>
      </pc:sldChg>
      <pc:sldChg chg="addSp delSp modSp mod delAnim modAnim">
        <pc:chgData name="Long B Nguyen" userId="f59fb8f3-a021-417a-8bc1-65c8d471c621" providerId="ADAL" clId="{00ED48EA-2E19-B648-B077-22D14873FFED}" dt="2020-10-20T05:52:55.620" v="1439" actId="20577"/>
        <pc:sldMkLst>
          <pc:docMk/>
          <pc:sldMk cId="3750016062" sldId="325"/>
        </pc:sldMkLst>
      </pc:sldChg>
      <pc:sldChg chg="addSp delSp modSp mod modAnim">
        <pc:chgData name="Long B Nguyen" userId="f59fb8f3-a021-417a-8bc1-65c8d471c621" providerId="ADAL" clId="{00ED48EA-2E19-B648-B077-22D14873FFED}" dt="2020-10-20T05:54:37.085" v="1448"/>
        <pc:sldMkLst>
          <pc:docMk/>
          <pc:sldMk cId="3748840513" sldId="326"/>
        </pc:sldMkLst>
      </pc:sldChg>
      <pc:sldChg chg="del">
        <pc:chgData name="Long B Nguyen" userId="f59fb8f3-a021-417a-8bc1-65c8d471c621" providerId="ADAL" clId="{00ED48EA-2E19-B648-B077-22D14873FFED}" dt="2020-10-20T05:37:16.823" v="1349" actId="2696"/>
        <pc:sldMkLst>
          <pc:docMk/>
          <pc:sldMk cId="3014369594" sldId="327"/>
        </pc:sldMkLst>
      </pc:sldChg>
      <pc:sldChg chg="del">
        <pc:chgData name="Long B Nguyen" userId="f59fb8f3-a021-417a-8bc1-65c8d471c621" providerId="ADAL" clId="{00ED48EA-2E19-B648-B077-22D14873FFED}" dt="2020-10-20T05:15:37.330" v="554" actId="2696"/>
        <pc:sldMkLst>
          <pc:docMk/>
          <pc:sldMk cId="1960883355" sldId="328"/>
        </pc:sldMkLst>
      </pc:sldChg>
      <pc:sldChg chg="modSp mod modAnim">
        <pc:chgData name="Long B Nguyen" userId="f59fb8f3-a021-417a-8bc1-65c8d471c621" providerId="ADAL" clId="{00ED48EA-2E19-B648-B077-22D14873FFED}" dt="2020-10-20T05:51:33.249" v="1419"/>
        <pc:sldMkLst>
          <pc:docMk/>
          <pc:sldMk cId="53368268" sldId="329"/>
        </pc:sldMkLst>
      </pc:sldChg>
      <pc:sldChg chg="modSp mod">
        <pc:chgData name="Long B Nguyen" userId="f59fb8f3-a021-417a-8bc1-65c8d471c621" providerId="ADAL" clId="{00ED48EA-2E19-B648-B077-22D14873FFED}" dt="2020-10-20T05:37:37.034" v="1351" actId="1076"/>
        <pc:sldMkLst>
          <pc:docMk/>
          <pc:sldMk cId="894578124" sldId="330"/>
        </pc:sldMkLst>
      </pc:sldChg>
      <pc:sldChg chg="addSp modSp mod modAnim">
        <pc:chgData name="Long B Nguyen" userId="f59fb8f3-a021-417a-8bc1-65c8d471c621" providerId="ADAL" clId="{00ED48EA-2E19-B648-B077-22D14873FFED}" dt="2020-10-20T05:42:03.883" v="1398"/>
        <pc:sldMkLst>
          <pc:docMk/>
          <pc:sldMk cId="343975969" sldId="331"/>
        </pc:sldMkLst>
      </pc:sldChg>
      <pc:sldChg chg="del">
        <pc:chgData name="Long B Nguyen" userId="f59fb8f3-a021-417a-8bc1-65c8d471c621" providerId="ADAL" clId="{00ED48EA-2E19-B648-B077-22D14873FFED}" dt="2020-10-20T05:15:33.541" v="553" actId="2696"/>
        <pc:sldMkLst>
          <pc:docMk/>
          <pc:sldMk cId="3490093738" sldId="332"/>
        </pc:sldMkLst>
      </pc:sldChg>
      <pc:sldChg chg="del">
        <pc:chgData name="Long B Nguyen" userId="f59fb8f3-a021-417a-8bc1-65c8d471c621" providerId="ADAL" clId="{00ED48EA-2E19-B648-B077-22D14873FFED}" dt="2020-10-20T05:15:31.287" v="552" actId="2696"/>
        <pc:sldMkLst>
          <pc:docMk/>
          <pc:sldMk cId="4156079510" sldId="333"/>
        </pc:sldMkLst>
      </pc:sldChg>
      <pc:sldChg chg="modSp mod modAnim">
        <pc:chgData name="Long B Nguyen" userId="f59fb8f3-a021-417a-8bc1-65c8d471c621" providerId="ADAL" clId="{00ED48EA-2E19-B648-B077-22D14873FFED}" dt="2020-10-20T05:40:57.447" v="1392"/>
        <pc:sldMkLst>
          <pc:docMk/>
          <pc:sldMk cId="4080804918" sldId="334"/>
        </pc:sldMkLst>
      </pc:sldChg>
      <pc:sldChg chg="modAnim">
        <pc:chgData name="Long B Nguyen" userId="f59fb8f3-a021-417a-8bc1-65c8d471c621" providerId="ADAL" clId="{00ED48EA-2E19-B648-B077-22D14873FFED}" dt="2020-10-20T05:41:15.950" v="1393"/>
        <pc:sldMkLst>
          <pc:docMk/>
          <pc:sldMk cId="2359254305" sldId="335"/>
        </pc:sldMkLst>
      </pc:sldChg>
      <pc:sldChg chg="del">
        <pc:chgData name="Long B Nguyen" userId="f59fb8f3-a021-417a-8bc1-65c8d471c621" providerId="ADAL" clId="{00ED48EA-2E19-B648-B077-22D14873FFED}" dt="2020-10-20T05:22:15.755" v="693" actId="2696"/>
        <pc:sldMkLst>
          <pc:docMk/>
          <pc:sldMk cId="2552887808" sldId="336"/>
        </pc:sldMkLst>
      </pc:sldChg>
      <pc:sldChg chg="addSp delSp modSp add mod delAnim modAnim">
        <pc:chgData name="Long B Nguyen" userId="f59fb8f3-a021-417a-8bc1-65c8d471c621" providerId="ADAL" clId="{00ED48EA-2E19-B648-B077-22D14873FFED}" dt="2020-10-20T05:37:12.593" v="1348" actId="478"/>
        <pc:sldMkLst>
          <pc:docMk/>
          <pc:sldMk cId="2879490838" sldId="336"/>
        </pc:sldMkLst>
      </pc:sldChg>
      <pc:sldChg chg="addSp delSp modSp add del mod modAnim">
        <pc:chgData name="Long B Nguyen" userId="f59fb8f3-a021-417a-8bc1-65c8d471c621" providerId="ADAL" clId="{00ED48EA-2E19-B648-B077-22D14873FFED}" dt="2020-10-20T06:06:26.843" v="1577" actId="2696"/>
        <pc:sldMkLst>
          <pc:docMk/>
          <pc:sldMk cId="29157992" sldId="337"/>
        </pc:sldMkLst>
      </pc:sldChg>
      <pc:sldChg chg="modSp add mod">
        <pc:chgData name="Long B Nguyen" userId="f59fb8f3-a021-417a-8bc1-65c8d471c621" providerId="ADAL" clId="{00ED48EA-2E19-B648-B077-22D14873FFED}" dt="2020-10-20T06:07:07.103" v="1596" actId="1076"/>
        <pc:sldMkLst>
          <pc:docMk/>
          <pc:sldMk cId="3107138983" sldId="337"/>
        </pc:sldMkLst>
      </pc:sldChg>
    </pc:docChg>
  </pc:docChgLst>
  <pc:docChgLst>
    <pc:chgData name="Long B Nguyen" userId="f59fb8f3-a021-417a-8bc1-65c8d471c621" providerId="ADAL" clId="{DBF8C059-04A6-1547-9DE4-356B5DFE87B9}"/>
    <pc:docChg chg="undo custSel addSld delSld modSld">
      <pc:chgData name="Long B Nguyen" userId="f59fb8f3-a021-417a-8bc1-65c8d471c621" providerId="ADAL" clId="{DBF8C059-04A6-1547-9DE4-356B5DFE87B9}" dt="2019-11-10T12:28:21.195" v="10467" actId="20577"/>
      <pc:docMkLst>
        <pc:docMk/>
      </pc:docMkLst>
      <pc:sldChg chg="modSp">
        <pc:chgData name="Long B Nguyen" userId="f59fb8f3-a021-417a-8bc1-65c8d471c621" providerId="ADAL" clId="{DBF8C059-04A6-1547-9DE4-356B5DFE87B9}" dt="2019-10-24T17:24:19.789" v="4585" actId="1076"/>
        <pc:sldMkLst>
          <pc:docMk/>
          <pc:sldMk cId="4247104139" sldId="256"/>
        </pc:sldMkLst>
      </pc:sldChg>
      <pc:sldChg chg="modSp">
        <pc:chgData name="Long B Nguyen" userId="f59fb8f3-a021-417a-8bc1-65c8d471c621" providerId="ADAL" clId="{DBF8C059-04A6-1547-9DE4-356B5DFE87B9}" dt="2019-11-05T17:27:08.270" v="9426" actId="20577"/>
        <pc:sldMkLst>
          <pc:docMk/>
          <pc:sldMk cId="1438711869" sldId="284"/>
        </pc:sldMkLst>
      </pc:sldChg>
      <pc:sldChg chg="modSp">
        <pc:chgData name="Long B Nguyen" userId="f59fb8f3-a021-417a-8bc1-65c8d471c621" providerId="ADAL" clId="{DBF8C059-04A6-1547-9DE4-356B5DFE87B9}" dt="2019-10-24T17:54:09.199" v="5023" actId="20577"/>
        <pc:sldMkLst>
          <pc:docMk/>
          <pc:sldMk cId="131840209" sldId="286"/>
        </pc:sldMkLst>
      </pc:sldChg>
      <pc:sldChg chg="modSp add">
        <pc:chgData name="Long B Nguyen" userId="f59fb8f3-a021-417a-8bc1-65c8d471c621" providerId="ADAL" clId="{DBF8C059-04A6-1547-9DE4-356B5DFE87B9}" dt="2019-10-24T16:18:33.502" v="2724" actId="20577"/>
        <pc:sldMkLst>
          <pc:docMk/>
          <pc:sldMk cId="2219016551" sldId="296"/>
        </pc:sldMkLst>
      </pc:sldChg>
      <pc:sldChg chg="modSp add">
        <pc:chgData name="Long B Nguyen" userId="f59fb8f3-a021-417a-8bc1-65c8d471c621" providerId="ADAL" clId="{DBF8C059-04A6-1547-9DE4-356B5DFE87B9}" dt="2019-10-24T15:48:21.479" v="1055" actId="20577"/>
        <pc:sldMkLst>
          <pc:docMk/>
          <pc:sldMk cId="470149039" sldId="300"/>
        </pc:sldMkLst>
      </pc:sldChg>
      <pc:sldChg chg="modAnim">
        <pc:chgData name="Long B Nguyen" userId="f59fb8f3-a021-417a-8bc1-65c8d471c621" providerId="ADAL" clId="{DBF8C059-04A6-1547-9DE4-356B5DFE87B9}" dt="2019-11-01T12:56:15.115" v="7892"/>
        <pc:sldMkLst>
          <pc:docMk/>
          <pc:sldMk cId="3670596711" sldId="304"/>
        </pc:sldMkLst>
      </pc:sldChg>
      <pc:sldChg chg="modSp modAnim">
        <pc:chgData name="Long B Nguyen" userId="f59fb8f3-a021-417a-8bc1-65c8d471c621" providerId="ADAL" clId="{DBF8C059-04A6-1547-9DE4-356B5DFE87B9}" dt="2019-11-01T12:56:39.985" v="7898"/>
        <pc:sldMkLst>
          <pc:docMk/>
          <pc:sldMk cId="3984246490" sldId="307"/>
        </pc:sldMkLst>
      </pc:sldChg>
      <pc:sldChg chg="modSp modAnim">
        <pc:chgData name="Long B Nguyen" userId="f59fb8f3-a021-417a-8bc1-65c8d471c621" providerId="ADAL" clId="{DBF8C059-04A6-1547-9DE4-356B5DFE87B9}" dt="2019-11-01T12:57:51.296" v="7908"/>
        <pc:sldMkLst>
          <pc:docMk/>
          <pc:sldMk cId="3672999173" sldId="308"/>
        </pc:sldMkLst>
      </pc:sldChg>
      <pc:sldChg chg="addSp delSp modSp modAnim">
        <pc:chgData name="Long B Nguyen" userId="f59fb8f3-a021-417a-8bc1-65c8d471c621" providerId="ADAL" clId="{DBF8C059-04A6-1547-9DE4-356B5DFE87B9}" dt="2019-11-01T13:06:43.787" v="8076"/>
        <pc:sldMkLst>
          <pc:docMk/>
          <pc:sldMk cId="4055245160" sldId="310"/>
        </pc:sldMkLst>
      </pc:sldChg>
      <pc:sldChg chg="modSp modAnim">
        <pc:chgData name="Long B Nguyen" userId="f59fb8f3-a021-417a-8bc1-65c8d471c621" providerId="ADAL" clId="{DBF8C059-04A6-1547-9DE4-356B5DFE87B9}" dt="2019-11-01T12:58:13.921" v="7913"/>
        <pc:sldMkLst>
          <pc:docMk/>
          <pc:sldMk cId="4210029770" sldId="311"/>
        </pc:sldMkLst>
      </pc:sldChg>
      <pc:sldChg chg="modSp add modAnim">
        <pc:chgData name="Long B Nguyen" userId="f59fb8f3-a021-417a-8bc1-65c8d471c621" providerId="ADAL" clId="{DBF8C059-04A6-1547-9DE4-356B5DFE87B9}" dt="2019-11-01T12:58:24.479" v="7915"/>
        <pc:sldMkLst>
          <pc:docMk/>
          <pc:sldMk cId="4152459930" sldId="312"/>
        </pc:sldMkLst>
      </pc:sldChg>
      <pc:sldChg chg="addSp modSp add modAnim">
        <pc:chgData name="Long B Nguyen" userId="f59fb8f3-a021-417a-8bc1-65c8d471c621" providerId="ADAL" clId="{DBF8C059-04A6-1547-9DE4-356B5DFE87B9}" dt="2019-11-02T04:37:50.665" v="8241" actId="20577"/>
        <pc:sldMkLst>
          <pc:docMk/>
          <pc:sldMk cId="2332116064" sldId="313"/>
        </pc:sldMkLst>
      </pc:sldChg>
      <pc:sldChg chg="delSp modSp add modAnim">
        <pc:chgData name="Long B Nguyen" userId="f59fb8f3-a021-417a-8bc1-65c8d471c621" providerId="ADAL" clId="{DBF8C059-04A6-1547-9DE4-356B5DFE87B9}" dt="2019-11-10T12:28:21.195" v="10467" actId="20577"/>
        <pc:sldMkLst>
          <pc:docMk/>
          <pc:sldMk cId="1565173198" sldId="314"/>
        </pc:sldMkLst>
      </pc:sldChg>
      <pc:sldChg chg="modSp add modAnim">
        <pc:chgData name="Long B Nguyen" userId="f59fb8f3-a021-417a-8bc1-65c8d471c621" providerId="ADAL" clId="{DBF8C059-04A6-1547-9DE4-356B5DFE87B9}" dt="2019-11-01T12:58:46.874" v="7922"/>
        <pc:sldMkLst>
          <pc:docMk/>
          <pc:sldMk cId="3659811964" sldId="315"/>
        </pc:sldMkLst>
      </pc:sldChg>
      <pc:sldChg chg="delSp modSp add modAnim">
        <pc:chgData name="Long B Nguyen" userId="f59fb8f3-a021-417a-8bc1-65c8d471c621" providerId="ADAL" clId="{DBF8C059-04A6-1547-9DE4-356B5DFE87B9}" dt="2019-11-01T12:59:07.006" v="7926"/>
        <pc:sldMkLst>
          <pc:docMk/>
          <pc:sldMk cId="2536712643" sldId="317"/>
        </pc:sldMkLst>
      </pc:sldChg>
      <pc:sldChg chg="modSp add modAnim">
        <pc:chgData name="Long B Nguyen" userId="f59fb8f3-a021-417a-8bc1-65c8d471c621" providerId="ADAL" clId="{DBF8C059-04A6-1547-9DE4-356B5DFE87B9}" dt="2019-11-01T12:59:16.170" v="7929"/>
        <pc:sldMkLst>
          <pc:docMk/>
          <pc:sldMk cId="3127700614" sldId="318"/>
        </pc:sldMkLst>
      </pc:sldChg>
      <pc:sldChg chg="modSp add modAnim">
        <pc:chgData name="Long B Nguyen" userId="f59fb8f3-a021-417a-8bc1-65c8d471c621" providerId="ADAL" clId="{DBF8C059-04A6-1547-9DE4-356B5DFE87B9}" dt="2019-11-01T12:59:25.021" v="7931"/>
        <pc:sldMkLst>
          <pc:docMk/>
          <pc:sldMk cId="2618277182" sldId="319"/>
        </pc:sldMkLst>
      </pc:sldChg>
      <pc:sldChg chg="addSp modSp add modAnim">
        <pc:chgData name="Long B Nguyen" userId="f59fb8f3-a021-417a-8bc1-65c8d471c621" providerId="ADAL" clId="{DBF8C059-04A6-1547-9DE4-356B5DFE87B9}" dt="2019-11-01T12:59:42.911" v="7933"/>
        <pc:sldMkLst>
          <pc:docMk/>
          <pc:sldMk cId="617958515" sldId="320"/>
        </pc:sldMkLst>
      </pc:sldChg>
      <pc:sldChg chg="addSp delSp modSp add modAnim">
        <pc:chgData name="Long B Nguyen" userId="f59fb8f3-a021-417a-8bc1-65c8d471c621" providerId="ADAL" clId="{DBF8C059-04A6-1547-9DE4-356B5DFE87B9}" dt="2019-11-01T12:59:58.556" v="7936"/>
        <pc:sldMkLst>
          <pc:docMk/>
          <pc:sldMk cId="3039307715" sldId="321"/>
        </pc:sldMkLst>
      </pc:sldChg>
      <pc:sldChg chg="addSp delSp modSp add modAnim">
        <pc:chgData name="Long B Nguyen" userId="f59fb8f3-a021-417a-8bc1-65c8d471c621" providerId="ADAL" clId="{DBF8C059-04A6-1547-9DE4-356B5DFE87B9}" dt="2019-11-01T13:00:20.333" v="7940"/>
        <pc:sldMkLst>
          <pc:docMk/>
          <pc:sldMk cId="3096583072" sldId="323"/>
        </pc:sldMkLst>
      </pc:sldChg>
      <pc:sldChg chg="addSp delSp modSp add modAnim">
        <pc:chgData name="Long B Nguyen" userId="f59fb8f3-a021-417a-8bc1-65c8d471c621" providerId="ADAL" clId="{DBF8C059-04A6-1547-9DE4-356B5DFE87B9}" dt="2019-11-01T13:00:29.705" v="7943"/>
        <pc:sldMkLst>
          <pc:docMk/>
          <pc:sldMk cId="3753341527" sldId="324"/>
        </pc:sldMkLst>
      </pc:sldChg>
      <pc:sldChg chg="addSp delSp modSp add">
        <pc:chgData name="Long B Nguyen" userId="f59fb8f3-a021-417a-8bc1-65c8d471c621" providerId="ADAL" clId="{DBF8C059-04A6-1547-9DE4-356B5DFE87B9}" dt="2019-10-25T01:11:18.207" v="6352" actId="478"/>
        <pc:sldMkLst>
          <pc:docMk/>
          <pc:sldMk cId="3750016062" sldId="325"/>
        </pc:sldMkLst>
      </pc:sldChg>
      <pc:sldChg chg="addSp delSp modSp add modAnim">
        <pc:chgData name="Long B Nguyen" userId="f59fb8f3-a021-417a-8bc1-65c8d471c621" providerId="ADAL" clId="{DBF8C059-04A6-1547-9DE4-356B5DFE87B9}" dt="2019-11-01T13:03:31.151" v="7953"/>
        <pc:sldMkLst>
          <pc:docMk/>
          <pc:sldMk cId="3748840513" sldId="326"/>
        </pc:sldMkLst>
      </pc:sldChg>
      <pc:sldChg chg="addSp delSp modSp add modAnim">
        <pc:chgData name="Long B Nguyen" userId="f59fb8f3-a021-417a-8bc1-65c8d471c621" providerId="ADAL" clId="{DBF8C059-04A6-1547-9DE4-356B5DFE87B9}" dt="2019-11-01T13:03:37.738" v="7954"/>
        <pc:sldMkLst>
          <pc:docMk/>
          <pc:sldMk cId="3014369594" sldId="327"/>
        </pc:sldMkLst>
      </pc:sldChg>
      <pc:sldChg chg="add modAnim">
        <pc:chgData name="Long B Nguyen" userId="f59fb8f3-a021-417a-8bc1-65c8d471c621" providerId="ADAL" clId="{DBF8C059-04A6-1547-9DE4-356B5DFE87B9}" dt="2019-11-01T13:03:14.092" v="7952"/>
        <pc:sldMkLst>
          <pc:docMk/>
          <pc:sldMk cId="1960883355" sldId="328"/>
        </pc:sldMkLst>
      </pc:sldChg>
      <pc:sldChg chg="modSp add modAnim">
        <pc:chgData name="Long B Nguyen" userId="f59fb8f3-a021-417a-8bc1-65c8d471c621" providerId="ADAL" clId="{DBF8C059-04A6-1547-9DE4-356B5DFE87B9}" dt="2019-11-02T03:36:45.051" v="8082" actId="20577"/>
        <pc:sldMkLst>
          <pc:docMk/>
          <pc:sldMk cId="53368268" sldId="329"/>
        </pc:sldMkLst>
      </pc:sldChg>
      <pc:sldChg chg="addSp delSp modSp add modAnim">
        <pc:chgData name="Long B Nguyen" userId="f59fb8f3-a021-417a-8bc1-65c8d471c621" providerId="ADAL" clId="{DBF8C059-04A6-1547-9DE4-356B5DFE87B9}" dt="2019-11-01T13:04:37.592" v="8002" actId="20577"/>
        <pc:sldMkLst>
          <pc:docMk/>
          <pc:sldMk cId="894578124" sldId="330"/>
        </pc:sldMkLst>
      </pc:sldChg>
      <pc:sldChg chg="modSp add modAnim">
        <pc:chgData name="Long B Nguyen" userId="f59fb8f3-a021-417a-8bc1-65c8d471c621" providerId="ADAL" clId="{DBF8C059-04A6-1547-9DE4-356B5DFE87B9}" dt="2019-11-01T12:57:17.311" v="7902"/>
        <pc:sldMkLst>
          <pc:docMk/>
          <pc:sldMk cId="343975969" sldId="331"/>
        </pc:sldMkLst>
      </pc:sldChg>
      <pc:sldChg chg="modSp add modAnim">
        <pc:chgData name="Long B Nguyen" userId="f59fb8f3-a021-417a-8bc1-65c8d471c621" providerId="ADAL" clId="{DBF8C059-04A6-1547-9DE4-356B5DFE87B9}" dt="2019-11-05T17:20:53.038" v="9356" actId="113"/>
        <pc:sldMkLst>
          <pc:docMk/>
          <pc:sldMk cId="3490093738" sldId="332"/>
        </pc:sldMkLst>
      </pc:sldChg>
      <pc:sldChg chg="modSp add modAnim">
        <pc:chgData name="Long B Nguyen" userId="f59fb8f3-a021-417a-8bc1-65c8d471c621" providerId="ADAL" clId="{DBF8C059-04A6-1547-9DE4-356B5DFE87B9}" dt="2019-11-05T17:20:39.740" v="9352" actId="255"/>
        <pc:sldMkLst>
          <pc:docMk/>
          <pc:sldMk cId="4156079510" sldId="333"/>
        </pc:sldMkLst>
      </pc:sldChg>
      <pc:sldChg chg="addSp delSp modSp add delAnim modAnim">
        <pc:chgData name="Long B Nguyen" userId="f59fb8f3-a021-417a-8bc1-65c8d471c621" providerId="ADAL" clId="{DBF8C059-04A6-1547-9DE4-356B5DFE87B9}" dt="2019-11-05T17:17:35.728" v="9178" actId="20577"/>
        <pc:sldMkLst>
          <pc:docMk/>
          <pc:sldMk cId="4080804918" sldId="334"/>
        </pc:sldMkLst>
      </pc:sldChg>
      <pc:sldChg chg="delSp modSp add delAnim modAnim">
        <pc:chgData name="Long B Nguyen" userId="f59fb8f3-a021-417a-8bc1-65c8d471c621" providerId="ADAL" clId="{DBF8C059-04A6-1547-9DE4-356B5DFE87B9}" dt="2019-11-05T17:20:08.620" v="9348" actId="1076"/>
        <pc:sldMkLst>
          <pc:docMk/>
          <pc:sldMk cId="2359254305" sldId="335"/>
        </pc:sldMkLst>
      </pc:sldChg>
      <pc:sldChg chg="modSp add modAnim">
        <pc:chgData name="Long B Nguyen" userId="f59fb8f3-a021-417a-8bc1-65c8d471c621" providerId="ADAL" clId="{DBF8C059-04A6-1547-9DE4-356B5DFE87B9}" dt="2019-11-06T15:27:05.673" v="10456" actId="20577"/>
        <pc:sldMkLst>
          <pc:docMk/>
          <pc:sldMk cId="2552887808" sldId="336"/>
        </pc:sldMkLst>
      </pc:sldChg>
    </pc:docChg>
  </pc:docChgLst>
  <pc:docChgLst>
    <pc:chgData name="Long Nguyen" userId="f59fb8f3-a021-417a-8bc1-65c8d471c621" providerId="ADAL" clId="{EDD6D54B-FF8F-6841-9C88-C9AE42364541}"/>
    <pc:docChg chg="undo custSel addSld delSld modSld">
      <pc:chgData name="Long Nguyen" userId="f59fb8f3-a021-417a-8bc1-65c8d471c621" providerId="ADAL" clId="{EDD6D54B-FF8F-6841-9C88-C9AE42364541}" dt="2022-10-19T16:12:25.480" v="2079" actId="2696"/>
      <pc:docMkLst>
        <pc:docMk/>
      </pc:docMkLst>
      <pc:sldChg chg="modSp mod">
        <pc:chgData name="Long Nguyen" userId="f59fb8f3-a021-417a-8bc1-65c8d471c621" providerId="ADAL" clId="{EDD6D54B-FF8F-6841-9C88-C9AE42364541}" dt="2022-09-28T18:01:14.804" v="702" actId="20577"/>
        <pc:sldMkLst>
          <pc:docMk/>
          <pc:sldMk cId="131840209" sldId="286"/>
        </pc:sldMkLst>
      </pc:sldChg>
      <pc:sldChg chg="add">
        <pc:chgData name="Long Nguyen" userId="f59fb8f3-a021-417a-8bc1-65c8d471c621" providerId="ADAL" clId="{EDD6D54B-FF8F-6841-9C88-C9AE42364541}" dt="2022-09-28T18:01:55.773" v="703"/>
        <pc:sldMkLst>
          <pc:docMk/>
          <pc:sldMk cId="847072393" sldId="292"/>
        </pc:sldMkLst>
      </pc:sldChg>
      <pc:sldChg chg="addSp delSp modSp add mod">
        <pc:chgData name="Long Nguyen" userId="f59fb8f3-a021-417a-8bc1-65c8d471c621" providerId="ADAL" clId="{EDD6D54B-FF8F-6841-9C88-C9AE42364541}" dt="2022-09-28T18:03:41.601" v="733" actId="113"/>
        <pc:sldMkLst>
          <pc:docMk/>
          <pc:sldMk cId="1511080215" sldId="300"/>
        </pc:sldMkLst>
      </pc:sldChg>
      <pc:sldChg chg="modSp add modAnim">
        <pc:chgData name="Long Nguyen" userId="f59fb8f3-a021-417a-8bc1-65c8d471c621" providerId="ADAL" clId="{EDD6D54B-FF8F-6841-9C88-C9AE42364541}" dt="2022-09-28T18:00:30.164" v="681" actId="20577"/>
        <pc:sldMkLst>
          <pc:docMk/>
          <pc:sldMk cId="885822507" sldId="303"/>
        </pc:sldMkLst>
      </pc:sldChg>
      <pc:sldChg chg="modSp">
        <pc:chgData name="Long Nguyen" userId="f59fb8f3-a021-417a-8bc1-65c8d471c621" providerId="ADAL" clId="{EDD6D54B-FF8F-6841-9C88-C9AE42364541}" dt="2022-10-18T12:53:18" v="975" actId="113"/>
        <pc:sldMkLst>
          <pc:docMk/>
          <pc:sldMk cId="3984246490" sldId="307"/>
        </pc:sldMkLst>
      </pc:sldChg>
      <pc:sldChg chg="del">
        <pc:chgData name="Long Nguyen" userId="f59fb8f3-a021-417a-8bc1-65c8d471c621" providerId="ADAL" clId="{EDD6D54B-FF8F-6841-9C88-C9AE42364541}" dt="2022-09-28T15:53:53.106" v="6" actId="2696"/>
        <pc:sldMkLst>
          <pc:docMk/>
          <pc:sldMk cId="3672999173" sldId="308"/>
        </pc:sldMkLst>
      </pc:sldChg>
      <pc:sldChg chg="add">
        <pc:chgData name="Long Nguyen" userId="f59fb8f3-a021-417a-8bc1-65c8d471c621" providerId="ADAL" clId="{EDD6D54B-FF8F-6841-9C88-C9AE42364541}" dt="2022-09-28T18:01:55.773" v="703"/>
        <pc:sldMkLst>
          <pc:docMk/>
          <pc:sldMk cId="4013144405" sldId="310"/>
        </pc:sldMkLst>
      </pc:sldChg>
      <pc:sldChg chg="del">
        <pc:chgData name="Long Nguyen" userId="f59fb8f3-a021-417a-8bc1-65c8d471c621" providerId="ADAL" clId="{EDD6D54B-FF8F-6841-9C88-C9AE42364541}" dt="2022-09-28T15:53:48.313" v="4" actId="2696"/>
        <pc:sldMkLst>
          <pc:docMk/>
          <pc:sldMk cId="4055245160" sldId="310"/>
        </pc:sldMkLst>
      </pc:sldChg>
      <pc:sldChg chg="del">
        <pc:chgData name="Long Nguyen" userId="f59fb8f3-a021-417a-8bc1-65c8d471c621" providerId="ADAL" clId="{EDD6D54B-FF8F-6841-9C88-C9AE42364541}" dt="2022-09-28T15:53:55.015" v="7" actId="2696"/>
        <pc:sldMkLst>
          <pc:docMk/>
          <pc:sldMk cId="4210029770" sldId="311"/>
        </pc:sldMkLst>
      </pc:sldChg>
      <pc:sldChg chg="modSp mod modAnim">
        <pc:chgData name="Long Nguyen" userId="f59fb8f3-a021-417a-8bc1-65c8d471c621" providerId="ADAL" clId="{EDD6D54B-FF8F-6841-9C88-C9AE42364541}" dt="2022-10-19T12:48:33.158" v="1196" actId="20577"/>
        <pc:sldMkLst>
          <pc:docMk/>
          <pc:sldMk cId="426544314" sldId="337"/>
        </pc:sldMkLst>
      </pc:sldChg>
      <pc:sldChg chg="modSp add mod modAnim">
        <pc:chgData name="Long Nguyen" userId="f59fb8f3-a021-417a-8bc1-65c8d471c621" providerId="ADAL" clId="{EDD6D54B-FF8F-6841-9C88-C9AE42364541}" dt="2022-09-28T18:07:06.752" v="936" actId="14100"/>
        <pc:sldMkLst>
          <pc:docMk/>
          <pc:sldMk cId="3041297697" sldId="358"/>
        </pc:sldMkLst>
      </pc:sldChg>
      <pc:sldChg chg="modSp mod modAnim">
        <pc:chgData name="Long Nguyen" userId="f59fb8f3-a021-417a-8bc1-65c8d471c621" providerId="ADAL" clId="{EDD6D54B-FF8F-6841-9C88-C9AE42364541}" dt="2022-10-18T12:51:49.176" v="969" actId="20577"/>
        <pc:sldMkLst>
          <pc:docMk/>
          <pc:sldMk cId="2991473066" sldId="400"/>
        </pc:sldMkLst>
      </pc:sldChg>
      <pc:sldChg chg="modSp mod modAnim">
        <pc:chgData name="Long Nguyen" userId="f59fb8f3-a021-417a-8bc1-65c8d471c621" providerId="ADAL" clId="{EDD6D54B-FF8F-6841-9C88-C9AE42364541}" dt="2022-10-19T15:03:20.982" v="1584" actId="27636"/>
        <pc:sldMkLst>
          <pc:docMk/>
          <pc:sldMk cId="1586487569" sldId="402"/>
        </pc:sldMkLst>
      </pc:sldChg>
      <pc:sldChg chg="del">
        <pc:chgData name="Long Nguyen" userId="f59fb8f3-a021-417a-8bc1-65c8d471c621" providerId="ADAL" clId="{EDD6D54B-FF8F-6841-9C88-C9AE42364541}" dt="2022-09-28T15:54:00.982" v="8" actId="2696"/>
        <pc:sldMkLst>
          <pc:docMk/>
          <pc:sldMk cId="3536221410" sldId="414"/>
        </pc:sldMkLst>
      </pc:sldChg>
      <pc:sldChg chg="del">
        <pc:chgData name="Long Nguyen" userId="f59fb8f3-a021-417a-8bc1-65c8d471c621" providerId="ADAL" clId="{EDD6D54B-FF8F-6841-9C88-C9AE42364541}" dt="2022-09-28T15:54:02.821" v="9" actId="2696"/>
        <pc:sldMkLst>
          <pc:docMk/>
          <pc:sldMk cId="976150634" sldId="415"/>
        </pc:sldMkLst>
      </pc:sldChg>
      <pc:sldChg chg="del">
        <pc:chgData name="Long Nguyen" userId="f59fb8f3-a021-417a-8bc1-65c8d471c621" providerId="ADAL" clId="{EDD6D54B-FF8F-6841-9C88-C9AE42364541}" dt="2022-09-28T15:54:03.781" v="10" actId="2696"/>
        <pc:sldMkLst>
          <pc:docMk/>
          <pc:sldMk cId="1551984946" sldId="416"/>
        </pc:sldMkLst>
      </pc:sldChg>
      <pc:sldChg chg="modSp mod">
        <pc:chgData name="Long Nguyen" userId="f59fb8f3-a021-417a-8bc1-65c8d471c621" providerId="ADAL" clId="{EDD6D54B-FF8F-6841-9C88-C9AE42364541}" dt="2022-09-28T15:53:42.274" v="3" actId="20577"/>
        <pc:sldMkLst>
          <pc:docMk/>
          <pc:sldMk cId="3612472641" sldId="418"/>
        </pc:sldMkLst>
      </pc:sldChg>
      <pc:sldChg chg="modSp modAnim">
        <pc:chgData name="Long Nguyen" userId="f59fb8f3-a021-417a-8bc1-65c8d471c621" providerId="ADAL" clId="{EDD6D54B-FF8F-6841-9C88-C9AE42364541}" dt="2022-10-19T12:49:25.477" v="1267" actId="20577"/>
        <pc:sldMkLst>
          <pc:docMk/>
          <pc:sldMk cId="4022128097" sldId="423"/>
        </pc:sldMkLst>
      </pc:sldChg>
      <pc:sldChg chg="addSp modSp mod modAnim">
        <pc:chgData name="Long Nguyen" userId="f59fb8f3-a021-417a-8bc1-65c8d471c621" providerId="ADAL" clId="{EDD6D54B-FF8F-6841-9C88-C9AE42364541}" dt="2022-09-28T15:57:43.863" v="71"/>
        <pc:sldMkLst>
          <pc:docMk/>
          <pc:sldMk cId="2920365265" sldId="427"/>
        </pc:sldMkLst>
      </pc:sldChg>
      <pc:sldChg chg="del">
        <pc:chgData name="Long Nguyen" userId="f59fb8f3-a021-417a-8bc1-65c8d471c621" providerId="ADAL" clId="{EDD6D54B-FF8F-6841-9C88-C9AE42364541}" dt="2022-09-28T15:53:50.986" v="5" actId="2696"/>
        <pc:sldMkLst>
          <pc:docMk/>
          <pc:sldMk cId="3438132956" sldId="428"/>
        </pc:sldMkLst>
      </pc:sldChg>
      <pc:sldChg chg="modSp new mod">
        <pc:chgData name="Long Nguyen" userId="f59fb8f3-a021-417a-8bc1-65c8d471c621" providerId="ADAL" clId="{EDD6D54B-FF8F-6841-9C88-C9AE42364541}" dt="2022-10-19T15:06:11.966" v="1725" actId="20577"/>
        <pc:sldMkLst>
          <pc:docMk/>
          <pc:sldMk cId="19326315" sldId="433"/>
        </pc:sldMkLst>
      </pc:sldChg>
      <pc:sldChg chg="new del">
        <pc:chgData name="Long Nguyen" userId="f59fb8f3-a021-417a-8bc1-65c8d471c621" providerId="ADAL" clId="{EDD6D54B-FF8F-6841-9C88-C9AE42364541}" dt="2022-09-28T17:45:49.319" v="75" actId="2696"/>
        <pc:sldMkLst>
          <pc:docMk/>
          <pc:sldMk cId="262268063" sldId="433"/>
        </pc:sldMkLst>
      </pc:sldChg>
      <pc:sldChg chg="new del">
        <pc:chgData name="Long Nguyen" userId="f59fb8f3-a021-417a-8bc1-65c8d471c621" providerId="ADAL" clId="{EDD6D54B-FF8F-6841-9C88-C9AE42364541}" dt="2022-10-19T16:12:25.480" v="2079" actId="2696"/>
        <pc:sldMkLst>
          <pc:docMk/>
          <pc:sldMk cId="2048001532" sldId="434"/>
        </pc:sldMkLst>
      </pc:sldChg>
      <pc:sldChg chg="add del">
        <pc:chgData name="Long Nguyen" userId="f59fb8f3-a021-417a-8bc1-65c8d471c621" providerId="ADAL" clId="{EDD6D54B-FF8F-6841-9C88-C9AE42364541}" dt="2022-09-28T17:59:48.695" v="663" actId="2696"/>
        <pc:sldMkLst>
          <pc:docMk/>
          <pc:sldMk cId="2456088912" sldId="434"/>
        </pc:sldMkLst>
      </pc:sldChg>
      <pc:sldChg chg="addSp modSp add mod">
        <pc:chgData name="Long Nguyen" userId="f59fb8f3-a021-417a-8bc1-65c8d471c621" providerId="ADAL" clId="{EDD6D54B-FF8F-6841-9C88-C9AE42364541}" dt="2022-10-19T12:52:08.615" v="1393" actId="20577"/>
        <pc:sldMkLst>
          <pc:docMk/>
          <pc:sldMk cId="866280552" sldId="435"/>
        </pc:sldMkLst>
      </pc:sldChg>
      <pc:sldChg chg="modSp add mod">
        <pc:chgData name="Long Nguyen" userId="f59fb8f3-a021-417a-8bc1-65c8d471c621" providerId="ADAL" clId="{EDD6D54B-FF8F-6841-9C88-C9AE42364541}" dt="2022-10-19T15:12:45.799" v="2078" actId="20577"/>
        <pc:sldMkLst>
          <pc:docMk/>
          <pc:sldMk cId="2004293111" sldId="43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AEDB2-35B7-DB4E-B759-62368E9476B1}" type="datetimeFigureOut">
              <a:rPr lang="en-US" smtClean="0"/>
              <a:t>10/2/25</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113F9D-9878-B947-8217-B4D6AB24178F}" type="slidenum">
              <a:rPr lang="en-US" smtClean="0"/>
              <a:t>‹#›</a:t>
            </a:fld>
            <a:endParaRPr lang="en-US"/>
          </a:p>
        </p:txBody>
      </p:sp>
    </p:spTree>
    <p:extLst>
      <p:ext uri="{BB962C8B-B14F-4D97-AF65-F5344CB8AC3E}">
        <p14:creationId xmlns:p14="http://schemas.microsoft.com/office/powerpoint/2010/main" val="25503175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93DE2BC9-1E40-FF4C-8AD7-7151BAF2E040}"/>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9109BB01-8CF8-444A-8B38-C1509DE9273A}" type="slidenum">
              <a:rPr lang="en-US" altLang="en-US"/>
              <a:pPr>
                <a:spcBef>
                  <a:spcPct val="0"/>
                </a:spcBef>
              </a:pPr>
              <a:t>30</a:t>
            </a:fld>
            <a:endParaRPr lang="en-US" altLang="en-US"/>
          </a:p>
        </p:txBody>
      </p:sp>
      <p:sp>
        <p:nvSpPr>
          <p:cNvPr id="41986" name="Rectangle 2">
            <a:extLst>
              <a:ext uri="{FF2B5EF4-FFF2-40B4-BE49-F238E27FC236}">
                <a16:creationId xmlns:a16="http://schemas.microsoft.com/office/drawing/2014/main" id="{EFB86757-C496-1942-A39D-F7194E2381D4}"/>
              </a:ext>
            </a:extLst>
          </p:cNvPr>
          <p:cNvSpPr>
            <a:spLocks noGrp="1" noRot="1" noChangeAspect="1" noChangeArrowheads="1" noTextEdit="1"/>
          </p:cNvSpPr>
          <p:nvPr>
            <p:ph type="sldImg"/>
          </p:nvPr>
        </p:nvSpPr>
        <p:spPr>
          <a:xfrm>
            <a:off x="687388" y="685800"/>
            <a:ext cx="5486400" cy="3429000"/>
          </a:xfrm>
          <a:ln/>
        </p:spPr>
      </p:sp>
      <p:sp>
        <p:nvSpPr>
          <p:cNvPr id="37892" name="Rectangle 3">
            <a:extLst>
              <a:ext uri="{FF2B5EF4-FFF2-40B4-BE49-F238E27FC236}">
                <a16:creationId xmlns:a16="http://schemas.microsoft.com/office/drawing/2014/main" id="{23A01FD5-7C73-A64B-A696-4BCECC84B799}"/>
              </a:ext>
            </a:extLst>
          </p:cNvPr>
          <p:cNvSpPr>
            <a:spLocks noGrp="1" noChangeArrowheads="1"/>
          </p:cNvSpPr>
          <p:nvPr>
            <p:ph type="body" idx="1"/>
          </p:nvPr>
        </p:nvSpPr>
        <p:spPr>
          <a:xfrm>
            <a:off x="914400" y="4343400"/>
            <a:ext cx="5029200" cy="4114800"/>
          </a:xfrm>
        </p:spPr>
        <p:txBody>
          <a:bodyPr/>
          <a:lstStyle/>
          <a:p>
            <a:pPr eaLnBrk="1" hangingPunct="1">
              <a:defRPr/>
            </a:pPr>
            <a:r>
              <a:rPr lang="en-US"/>
              <a:t>// This program computes two people's body mass index (BMI) and</a:t>
            </a:r>
          </a:p>
          <a:p>
            <a:pPr eaLnBrk="1" hangingPunct="1">
              <a:defRPr/>
            </a:pPr>
            <a:r>
              <a:rPr lang="en-US"/>
              <a:t>// compares them.  The code uses parameters, returns, and Scanner.</a:t>
            </a:r>
          </a:p>
          <a:p>
            <a:pPr eaLnBrk="1" hangingPunct="1">
              <a:defRPr/>
            </a:pPr>
            <a:endParaRPr lang="en-US"/>
          </a:p>
          <a:p>
            <a:pPr eaLnBrk="1" hangingPunct="1">
              <a:defRPr/>
            </a:pPr>
            <a:r>
              <a:rPr lang="en-US"/>
              <a:t>import java.util.*;  // so that I can use Scanner</a:t>
            </a:r>
          </a:p>
          <a:p>
            <a:pPr eaLnBrk="1" hangingPunct="1">
              <a:defRPr/>
            </a:pPr>
            <a:endParaRPr lang="en-US"/>
          </a:p>
          <a:p>
            <a:pPr eaLnBrk="1" hangingPunct="1">
              <a:defRPr/>
            </a:pPr>
            <a:r>
              <a:rPr lang="en-US"/>
              <a:t>public class BMI {</a:t>
            </a:r>
          </a:p>
          <a:p>
            <a:pPr eaLnBrk="1" hangingPunct="1">
              <a:defRPr/>
            </a:pPr>
            <a:r>
              <a:rPr lang="en-US"/>
              <a:t>    public static void main(String[] args) {</a:t>
            </a:r>
          </a:p>
          <a:p>
            <a:pPr eaLnBrk="1" hangingPunct="1">
              <a:defRPr/>
            </a:pPr>
            <a:r>
              <a:rPr lang="en-US"/>
              <a:t>        System.out.println("This program reads in data for two people and");</a:t>
            </a:r>
          </a:p>
          <a:p>
            <a:pPr eaLnBrk="1" hangingPunct="1">
              <a:defRPr/>
            </a:pPr>
            <a:r>
              <a:rPr lang="en-US"/>
              <a:t>        System.out.println("computes their body mass index (BMI)");</a:t>
            </a:r>
          </a:p>
          <a:p>
            <a:pPr eaLnBrk="1" hangingPunct="1">
              <a:defRPr/>
            </a:pPr>
            <a:r>
              <a:rPr lang="en-US"/>
              <a:t>        System.out.println();</a:t>
            </a:r>
          </a:p>
          <a:p>
            <a:pPr eaLnBrk="1" hangingPunct="1">
              <a:defRPr/>
            </a:pPr>
            <a:r>
              <a:rPr lang="en-US"/>
              <a:t>        </a:t>
            </a:r>
          </a:p>
          <a:p>
            <a:pPr eaLnBrk="1" hangingPunct="1">
              <a:defRPr/>
            </a:pPr>
            <a:r>
              <a:rPr lang="en-US"/>
              <a:t>        // finish me!</a:t>
            </a:r>
          </a:p>
          <a:p>
            <a:pPr eaLnBrk="1" hangingPunct="1">
              <a:defRPr/>
            </a:pPr>
            <a:r>
              <a:rPr lang="en-US"/>
              <a:t>        </a:t>
            </a:r>
          </a:p>
          <a:p>
            <a:pPr eaLnBrk="1" hangingPunct="1">
              <a:defRPr/>
            </a:pPr>
            <a:r>
              <a:rPr lang="en-US"/>
              <a:t>    }</a:t>
            </a:r>
          </a:p>
          <a:p>
            <a:pPr eaLnBrk="1" hangingPunct="1">
              <a:defRPr/>
            </a:pPr>
            <a:r>
              <a:rPr lang="en-US"/>
              <a:t>}</a:t>
            </a:r>
          </a:p>
          <a:p>
            <a:pPr eaLnBrk="1" hangingPunct="1">
              <a:defRPr/>
            </a:pPr>
            <a:endParaRPr lang="en-US"/>
          </a:p>
        </p:txBody>
      </p:sp>
    </p:spTree>
    <p:extLst>
      <p:ext uri="{BB962C8B-B14F-4D97-AF65-F5344CB8AC3E}">
        <p14:creationId xmlns:p14="http://schemas.microsoft.com/office/powerpoint/2010/main" val="750057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93DE2BC9-1E40-FF4C-8AD7-7151BAF2E040}"/>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9109BB01-8CF8-444A-8B38-C1509DE9273A}" type="slidenum">
              <a:rPr lang="en-US" altLang="en-US"/>
              <a:pPr>
                <a:spcBef>
                  <a:spcPct val="0"/>
                </a:spcBef>
              </a:pPr>
              <a:t>31</a:t>
            </a:fld>
            <a:endParaRPr lang="en-US" altLang="en-US"/>
          </a:p>
        </p:txBody>
      </p:sp>
      <p:sp>
        <p:nvSpPr>
          <p:cNvPr id="41986" name="Rectangle 2">
            <a:extLst>
              <a:ext uri="{FF2B5EF4-FFF2-40B4-BE49-F238E27FC236}">
                <a16:creationId xmlns:a16="http://schemas.microsoft.com/office/drawing/2014/main" id="{EFB86757-C496-1942-A39D-F7194E2381D4}"/>
              </a:ext>
            </a:extLst>
          </p:cNvPr>
          <p:cNvSpPr>
            <a:spLocks noGrp="1" noRot="1" noChangeAspect="1" noChangeArrowheads="1" noTextEdit="1"/>
          </p:cNvSpPr>
          <p:nvPr>
            <p:ph type="sldImg"/>
          </p:nvPr>
        </p:nvSpPr>
        <p:spPr>
          <a:xfrm>
            <a:off x="687388" y="685800"/>
            <a:ext cx="5486400" cy="3429000"/>
          </a:xfrm>
          <a:ln/>
        </p:spPr>
      </p:sp>
      <p:sp>
        <p:nvSpPr>
          <p:cNvPr id="37892" name="Rectangle 3">
            <a:extLst>
              <a:ext uri="{FF2B5EF4-FFF2-40B4-BE49-F238E27FC236}">
                <a16:creationId xmlns:a16="http://schemas.microsoft.com/office/drawing/2014/main" id="{23A01FD5-7C73-A64B-A696-4BCECC84B799}"/>
              </a:ext>
            </a:extLst>
          </p:cNvPr>
          <p:cNvSpPr>
            <a:spLocks noGrp="1" noChangeArrowheads="1"/>
          </p:cNvSpPr>
          <p:nvPr>
            <p:ph type="body" idx="1"/>
          </p:nvPr>
        </p:nvSpPr>
        <p:spPr>
          <a:xfrm>
            <a:off x="914400" y="4343400"/>
            <a:ext cx="5029200" cy="4114800"/>
          </a:xfrm>
        </p:spPr>
        <p:txBody>
          <a:bodyPr/>
          <a:lstStyle/>
          <a:p>
            <a:pPr eaLnBrk="1" hangingPunct="1">
              <a:defRPr/>
            </a:pPr>
            <a:r>
              <a:rPr lang="en-US"/>
              <a:t>// This program computes two people's body mass index (BMI) and</a:t>
            </a:r>
          </a:p>
          <a:p>
            <a:pPr eaLnBrk="1" hangingPunct="1">
              <a:defRPr/>
            </a:pPr>
            <a:r>
              <a:rPr lang="en-US"/>
              <a:t>// compares them.  The code uses parameters, returns, and Scanner.</a:t>
            </a:r>
          </a:p>
          <a:p>
            <a:pPr eaLnBrk="1" hangingPunct="1">
              <a:defRPr/>
            </a:pPr>
            <a:endParaRPr lang="en-US"/>
          </a:p>
          <a:p>
            <a:pPr eaLnBrk="1" hangingPunct="1">
              <a:defRPr/>
            </a:pPr>
            <a:r>
              <a:rPr lang="en-US"/>
              <a:t>import java.util.*;  // so that I can use Scanner</a:t>
            </a:r>
          </a:p>
          <a:p>
            <a:pPr eaLnBrk="1" hangingPunct="1">
              <a:defRPr/>
            </a:pPr>
            <a:endParaRPr lang="en-US"/>
          </a:p>
          <a:p>
            <a:pPr eaLnBrk="1" hangingPunct="1">
              <a:defRPr/>
            </a:pPr>
            <a:r>
              <a:rPr lang="en-US"/>
              <a:t>public class BMI {</a:t>
            </a:r>
          </a:p>
          <a:p>
            <a:pPr eaLnBrk="1" hangingPunct="1">
              <a:defRPr/>
            </a:pPr>
            <a:r>
              <a:rPr lang="en-US"/>
              <a:t>    public static void main(String[] args) {</a:t>
            </a:r>
          </a:p>
          <a:p>
            <a:pPr eaLnBrk="1" hangingPunct="1">
              <a:defRPr/>
            </a:pPr>
            <a:r>
              <a:rPr lang="en-US"/>
              <a:t>        System.out.println("This program reads in data for two people and");</a:t>
            </a:r>
          </a:p>
          <a:p>
            <a:pPr eaLnBrk="1" hangingPunct="1">
              <a:defRPr/>
            </a:pPr>
            <a:r>
              <a:rPr lang="en-US"/>
              <a:t>        System.out.println("computes their body mass index (BMI)");</a:t>
            </a:r>
          </a:p>
          <a:p>
            <a:pPr eaLnBrk="1" hangingPunct="1">
              <a:defRPr/>
            </a:pPr>
            <a:r>
              <a:rPr lang="en-US"/>
              <a:t>        System.out.println();</a:t>
            </a:r>
          </a:p>
          <a:p>
            <a:pPr eaLnBrk="1" hangingPunct="1">
              <a:defRPr/>
            </a:pPr>
            <a:r>
              <a:rPr lang="en-US"/>
              <a:t>        </a:t>
            </a:r>
          </a:p>
          <a:p>
            <a:pPr eaLnBrk="1" hangingPunct="1">
              <a:defRPr/>
            </a:pPr>
            <a:r>
              <a:rPr lang="en-US"/>
              <a:t>        // finish me!</a:t>
            </a:r>
          </a:p>
          <a:p>
            <a:pPr eaLnBrk="1" hangingPunct="1">
              <a:defRPr/>
            </a:pPr>
            <a:r>
              <a:rPr lang="en-US"/>
              <a:t>        </a:t>
            </a:r>
          </a:p>
          <a:p>
            <a:pPr eaLnBrk="1" hangingPunct="1">
              <a:defRPr/>
            </a:pPr>
            <a:r>
              <a:rPr lang="en-US"/>
              <a:t>    }</a:t>
            </a:r>
          </a:p>
          <a:p>
            <a:pPr eaLnBrk="1" hangingPunct="1">
              <a:defRPr/>
            </a:pPr>
            <a:r>
              <a:rPr lang="en-US"/>
              <a:t>}</a:t>
            </a:r>
          </a:p>
          <a:p>
            <a:pPr eaLnBrk="1" hangingPunct="1">
              <a:defRPr/>
            </a:pPr>
            <a:endParaRPr lang="en-US"/>
          </a:p>
        </p:txBody>
      </p:sp>
    </p:spTree>
    <p:extLst>
      <p:ext uri="{BB962C8B-B14F-4D97-AF65-F5344CB8AC3E}">
        <p14:creationId xmlns:p14="http://schemas.microsoft.com/office/powerpoint/2010/main" val="11600249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93DE2BC9-1E40-FF4C-8AD7-7151BAF2E040}"/>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9109BB01-8CF8-444A-8B38-C1509DE9273A}" type="slidenum">
              <a:rPr lang="en-US" altLang="en-US"/>
              <a:pPr>
                <a:spcBef>
                  <a:spcPct val="0"/>
                </a:spcBef>
              </a:pPr>
              <a:t>32</a:t>
            </a:fld>
            <a:endParaRPr lang="en-US" altLang="en-US"/>
          </a:p>
        </p:txBody>
      </p:sp>
      <p:sp>
        <p:nvSpPr>
          <p:cNvPr id="41986" name="Rectangle 2">
            <a:extLst>
              <a:ext uri="{FF2B5EF4-FFF2-40B4-BE49-F238E27FC236}">
                <a16:creationId xmlns:a16="http://schemas.microsoft.com/office/drawing/2014/main" id="{EFB86757-C496-1942-A39D-F7194E2381D4}"/>
              </a:ext>
            </a:extLst>
          </p:cNvPr>
          <p:cNvSpPr>
            <a:spLocks noGrp="1" noRot="1" noChangeAspect="1" noChangeArrowheads="1" noTextEdit="1"/>
          </p:cNvSpPr>
          <p:nvPr>
            <p:ph type="sldImg"/>
          </p:nvPr>
        </p:nvSpPr>
        <p:spPr>
          <a:xfrm>
            <a:off x="687388" y="685800"/>
            <a:ext cx="5486400" cy="3429000"/>
          </a:xfrm>
          <a:ln/>
        </p:spPr>
      </p:sp>
      <p:sp>
        <p:nvSpPr>
          <p:cNvPr id="37892" name="Rectangle 3">
            <a:extLst>
              <a:ext uri="{FF2B5EF4-FFF2-40B4-BE49-F238E27FC236}">
                <a16:creationId xmlns:a16="http://schemas.microsoft.com/office/drawing/2014/main" id="{23A01FD5-7C73-A64B-A696-4BCECC84B799}"/>
              </a:ext>
            </a:extLst>
          </p:cNvPr>
          <p:cNvSpPr>
            <a:spLocks noGrp="1" noChangeArrowheads="1"/>
          </p:cNvSpPr>
          <p:nvPr>
            <p:ph type="body" idx="1"/>
          </p:nvPr>
        </p:nvSpPr>
        <p:spPr>
          <a:xfrm>
            <a:off x="914400" y="4343400"/>
            <a:ext cx="5029200" cy="4114800"/>
          </a:xfrm>
        </p:spPr>
        <p:txBody>
          <a:bodyPr/>
          <a:lstStyle/>
          <a:p>
            <a:pPr eaLnBrk="1" hangingPunct="1">
              <a:defRPr/>
            </a:pPr>
            <a:r>
              <a:rPr lang="en-US"/>
              <a:t>// This program computes two people's body mass index (BMI) and</a:t>
            </a:r>
          </a:p>
          <a:p>
            <a:pPr eaLnBrk="1" hangingPunct="1">
              <a:defRPr/>
            </a:pPr>
            <a:r>
              <a:rPr lang="en-US"/>
              <a:t>// compares them.  The code uses parameters, returns, and Scanner.</a:t>
            </a:r>
          </a:p>
          <a:p>
            <a:pPr eaLnBrk="1" hangingPunct="1">
              <a:defRPr/>
            </a:pPr>
            <a:endParaRPr lang="en-US"/>
          </a:p>
          <a:p>
            <a:pPr eaLnBrk="1" hangingPunct="1">
              <a:defRPr/>
            </a:pPr>
            <a:r>
              <a:rPr lang="en-US"/>
              <a:t>import java.util.*;  // so that I can use Scanner</a:t>
            </a:r>
          </a:p>
          <a:p>
            <a:pPr eaLnBrk="1" hangingPunct="1">
              <a:defRPr/>
            </a:pPr>
            <a:endParaRPr lang="en-US"/>
          </a:p>
          <a:p>
            <a:pPr eaLnBrk="1" hangingPunct="1">
              <a:defRPr/>
            </a:pPr>
            <a:r>
              <a:rPr lang="en-US"/>
              <a:t>public class BMI {</a:t>
            </a:r>
          </a:p>
          <a:p>
            <a:pPr eaLnBrk="1" hangingPunct="1">
              <a:defRPr/>
            </a:pPr>
            <a:r>
              <a:rPr lang="en-US"/>
              <a:t>    public static void main(String[] args) {</a:t>
            </a:r>
          </a:p>
          <a:p>
            <a:pPr eaLnBrk="1" hangingPunct="1">
              <a:defRPr/>
            </a:pPr>
            <a:r>
              <a:rPr lang="en-US"/>
              <a:t>        System.out.println("This program reads in data for two people and");</a:t>
            </a:r>
          </a:p>
          <a:p>
            <a:pPr eaLnBrk="1" hangingPunct="1">
              <a:defRPr/>
            </a:pPr>
            <a:r>
              <a:rPr lang="en-US"/>
              <a:t>        System.out.println("computes their body mass index (BMI)");</a:t>
            </a:r>
          </a:p>
          <a:p>
            <a:pPr eaLnBrk="1" hangingPunct="1">
              <a:defRPr/>
            </a:pPr>
            <a:r>
              <a:rPr lang="en-US"/>
              <a:t>        System.out.println();</a:t>
            </a:r>
          </a:p>
          <a:p>
            <a:pPr eaLnBrk="1" hangingPunct="1">
              <a:defRPr/>
            </a:pPr>
            <a:r>
              <a:rPr lang="en-US"/>
              <a:t>        </a:t>
            </a:r>
          </a:p>
          <a:p>
            <a:pPr eaLnBrk="1" hangingPunct="1">
              <a:defRPr/>
            </a:pPr>
            <a:r>
              <a:rPr lang="en-US"/>
              <a:t>        // finish me!</a:t>
            </a:r>
          </a:p>
          <a:p>
            <a:pPr eaLnBrk="1" hangingPunct="1">
              <a:defRPr/>
            </a:pPr>
            <a:r>
              <a:rPr lang="en-US"/>
              <a:t>        </a:t>
            </a:r>
          </a:p>
          <a:p>
            <a:pPr eaLnBrk="1" hangingPunct="1">
              <a:defRPr/>
            </a:pPr>
            <a:r>
              <a:rPr lang="en-US"/>
              <a:t>    }</a:t>
            </a:r>
          </a:p>
          <a:p>
            <a:pPr eaLnBrk="1" hangingPunct="1">
              <a:defRPr/>
            </a:pPr>
            <a:r>
              <a:rPr lang="en-US"/>
              <a:t>}</a:t>
            </a:r>
          </a:p>
          <a:p>
            <a:pPr eaLnBrk="1" hangingPunct="1">
              <a:defRPr/>
            </a:pPr>
            <a:endParaRPr lang="en-US"/>
          </a:p>
        </p:txBody>
      </p:sp>
    </p:spTree>
    <p:extLst>
      <p:ext uri="{BB962C8B-B14F-4D97-AF65-F5344CB8AC3E}">
        <p14:creationId xmlns:p14="http://schemas.microsoft.com/office/powerpoint/2010/main" val="40760750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7">
            <a:extLst>
              <a:ext uri="{FF2B5EF4-FFF2-40B4-BE49-F238E27FC236}">
                <a16:creationId xmlns:a16="http://schemas.microsoft.com/office/drawing/2014/main" id="{93DE2BC9-1E40-FF4C-8AD7-7151BAF2E040}"/>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9109BB01-8CF8-444A-8B38-C1509DE9273A}" type="slidenum">
              <a:rPr lang="en-US" altLang="en-US"/>
              <a:pPr>
                <a:spcBef>
                  <a:spcPct val="0"/>
                </a:spcBef>
              </a:pPr>
              <a:t>33</a:t>
            </a:fld>
            <a:endParaRPr lang="en-US" altLang="en-US"/>
          </a:p>
        </p:txBody>
      </p:sp>
      <p:sp>
        <p:nvSpPr>
          <p:cNvPr id="41986" name="Rectangle 2">
            <a:extLst>
              <a:ext uri="{FF2B5EF4-FFF2-40B4-BE49-F238E27FC236}">
                <a16:creationId xmlns:a16="http://schemas.microsoft.com/office/drawing/2014/main" id="{EFB86757-C496-1942-A39D-F7194E2381D4}"/>
              </a:ext>
            </a:extLst>
          </p:cNvPr>
          <p:cNvSpPr>
            <a:spLocks noGrp="1" noRot="1" noChangeAspect="1" noChangeArrowheads="1" noTextEdit="1"/>
          </p:cNvSpPr>
          <p:nvPr>
            <p:ph type="sldImg"/>
          </p:nvPr>
        </p:nvSpPr>
        <p:spPr>
          <a:xfrm>
            <a:off x="687388" y="685800"/>
            <a:ext cx="5486400" cy="3429000"/>
          </a:xfrm>
          <a:ln/>
        </p:spPr>
      </p:sp>
      <p:sp>
        <p:nvSpPr>
          <p:cNvPr id="37892" name="Rectangle 3">
            <a:extLst>
              <a:ext uri="{FF2B5EF4-FFF2-40B4-BE49-F238E27FC236}">
                <a16:creationId xmlns:a16="http://schemas.microsoft.com/office/drawing/2014/main" id="{23A01FD5-7C73-A64B-A696-4BCECC84B799}"/>
              </a:ext>
            </a:extLst>
          </p:cNvPr>
          <p:cNvSpPr>
            <a:spLocks noGrp="1" noChangeArrowheads="1"/>
          </p:cNvSpPr>
          <p:nvPr>
            <p:ph type="body" idx="1"/>
          </p:nvPr>
        </p:nvSpPr>
        <p:spPr>
          <a:xfrm>
            <a:off x="914400" y="4343400"/>
            <a:ext cx="5029200" cy="4114800"/>
          </a:xfrm>
        </p:spPr>
        <p:txBody>
          <a:bodyPr/>
          <a:lstStyle/>
          <a:p>
            <a:pPr eaLnBrk="1" hangingPunct="1">
              <a:defRPr/>
            </a:pPr>
            <a:r>
              <a:rPr lang="en-US"/>
              <a:t>// This program computes two people's body mass index (BMI) and</a:t>
            </a:r>
          </a:p>
          <a:p>
            <a:pPr eaLnBrk="1" hangingPunct="1">
              <a:defRPr/>
            </a:pPr>
            <a:r>
              <a:rPr lang="en-US"/>
              <a:t>// compares them.  The code uses parameters, returns, and Scanner.</a:t>
            </a:r>
          </a:p>
          <a:p>
            <a:pPr eaLnBrk="1" hangingPunct="1">
              <a:defRPr/>
            </a:pPr>
            <a:endParaRPr lang="en-US"/>
          </a:p>
          <a:p>
            <a:pPr eaLnBrk="1" hangingPunct="1">
              <a:defRPr/>
            </a:pPr>
            <a:r>
              <a:rPr lang="en-US"/>
              <a:t>import java.util.*;  // so that I can use Scanner</a:t>
            </a:r>
          </a:p>
          <a:p>
            <a:pPr eaLnBrk="1" hangingPunct="1">
              <a:defRPr/>
            </a:pPr>
            <a:endParaRPr lang="en-US"/>
          </a:p>
          <a:p>
            <a:pPr eaLnBrk="1" hangingPunct="1">
              <a:defRPr/>
            </a:pPr>
            <a:r>
              <a:rPr lang="en-US"/>
              <a:t>public class BMI {</a:t>
            </a:r>
          </a:p>
          <a:p>
            <a:pPr eaLnBrk="1" hangingPunct="1">
              <a:defRPr/>
            </a:pPr>
            <a:r>
              <a:rPr lang="en-US"/>
              <a:t>    public static void main(String[] args) {</a:t>
            </a:r>
          </a:p>
          <a:p>
            <a:pPr eaLnBrk="1" hangingPunct="1">
              <a:defRPr/>
            </a:pPr>
            <a:r>
              <a:rPr lang="en-US"/>
              <a:t>        System.out.println("This program reads in data for two people and");</a:t>
            </a:r>
          </a:p>
          <a:p>
            <a:pPr eaLnBrk="1" hangingPunct="1">
              <a:defRPr/>
            </a:pPr>
            <a:r>
              <a:rPr lang="en-US"/>
              <a:t>        System.out.println("computes their body mass index (BMI)");</a:t>
            </a:r>
          </a:p>
          <a:p>
            <a:pPr eaLnBrk="1" hangingPunct="1">
              <a:defRPr/>
            </a:pPr>
            <a:r>
              <a:rPr lang="en-US"/>
              <a:t>        System.out.println();</a:t>
            </a:r>
          </a:p>
          <a:p>
            <a:pPr eaLnBrk="1" hangingPunct="1">
              <a:defRPr/>
            </a:pPr>
            <a:r>
              <a:rPr lang="en-US"/>
              <a:t>        </a:t>
            </a:r>
          </a:p>
          <a:p>
            <a:pPr eaLnBrk="1" hangingPunct="1">
              <a:defRPr/>
            </a:pPr>
            <a:r>
              <a:rPr lang="en-US"/>
              <a:t>        // finish me!</a:t>
            </a:r>
          </a:p>
          <a:p>
            <a:pPr eaLnBrk="1" hangingPunct="1">
              <a:defRPr/>
            </a:pPr>
            <a:r>
              <a:rPr lang="en-US"/>
              <a:t>        </a:t>
            </a:r>
          </a:p>
          <a:p>
            <a:pPr eaLnBrk="1" hangingPunct="1">
              <a:defRPr/>
            </a:pPr>
            <a:r>
              <a:rPr lang="en-US"/>
              <a:t>    }</a:t>
            </a:r>
          </a:p>
          <a:p>
            <a:pPr eaLnBrk="1" hangingPunct="1">
              <a:defRPr/>
            </a:pPr>
            <a:r>
              <a:rPr lang="en-US"/>
              <a:t>}</a:t>
            </a:r>
          </a:p>
          <a:p>
            <a:pPr eaLnBrk="1" hangingPunct="1">
              <a:defRPr/>
            </a:pPr>
            <a:endParaRPr lang="en-US"/>
          </a:p>
        </p:txBody>
      </p:sp>
    </p:spTree>
    <p:extLst>
      <p:ext uri="{BB962C8B-B14F-4D97-AF65-F5344CB8AC3E}">
        <p14:creationId xmlns:p14="http://schemas.microsoft.com/office/powerpoint/2010/main" val="816418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7">
            <a:extLst>
              <a:ext uri="{FF2B5EF4-FFF2-40B4-BE49-F238E27FC236}">
                <a16:creationId xmlns:a16="http://schemas.microsoft.com/office/drawing/2014/main" id="{2D21D7A2-8A5D-5744-B624-491501ED6F3D}"/>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23E4C501-9A73-9545-AA9E-21C741CB03AE}" type="slidenum">
              <a:rPr lang="en-US" altLang="en-US"/>
              <a:pPr>
                <a:spcBef>
                  <a:spcPct val="0"/>
                </a:spcBef>
              </a:pPr>
              <a:t>35</a:t>
            </a:fld>
            <a:endParaRPr lang="en-US" altLang="en-US"/>
          </a:p>
        </p:txBody>
      </p:sp>
      <p:sp>
        <p:nvSpPr>
          <p:cNvPr id="44034" name="Rectangle 2">
            <a:extLst>
              <a:ext uri="{FF2B5EF4-FFF2-40B4-BE49-F238E27FC236}">
                <a16:creationId xmlns:a16="http://schemas.microsoft.com/office/drawing/2014/main" id="{777B1C10-2250-684A-B4D7-BC072F802508}"/>
              </a:ext>
            </a:extLst>
          </p:cNvPr>
          <p:cNvSpPr>
            <a:spLocks noGrp="1" noRot="1" noChangeAspect="1" noChangeArrowheads="1" noTextEdit="1"/>
          </p:cNvSpPr>
          <p:nvPr>
            <p:ph type="sldImg"/>
          </p:nvPr>
        </p:nvSpPr>
        <p:spPr>
          <a:xfrm>
            <a:off x="687388" y="685800"/>
            <a:ext cx="5486400" cy="3429000"/>
          </a:xfrm>
          <a:ln/>
        </p:spPr>
      </p:sp>
      <p:sp>
        <p:nvSpPr>
          <p:cNvPr id="37892" name="Rectangle 3">
            <a:extLst>
              <a:ext uri="{FF2B5EF4-FFF2-40B4-BE49-F238E27FC236}">
                <a16:creationId xmlns:a16="http://schemas.microsoft.com/office/drawing/2014/main" id="{2708FCFB-F842-8842-B1AB-C3A44E5414E7}"/>
              </a:ext>
            </a:extLst>
          </p:cNvPr>
          <p:cNvSpPr>
            <a:spLocks noGrp="1" noChangeArrowheads="1"/>
          </p:cNvSpPr>
          <p:nvPr>
            <p:ph type="body" idx="1"/>
          </p:nvPr>
        </p:nvSpPr>
        <p:spPr>
          <a:xfrm>
            <a:off x="914400" y="4343400"/>
            <a:ext cx="5029200" cy="4114800"/>
          </a:xfrm>
        </p:spPr>
        <p:txBody>
          <a:bodyPr/>
          <a:lstStyle/>
          <a:p>
            <a:pPr eaLnBrk="1" hangingPunct="1">
              <a:defRPr/>
            </a:pPr>
            <a:r>
              <a:rPr lang="en-US"/>
              <a:t>// This program computes two people's body mass index (BMI) and</a:t>
            </a:r>
          </a:p>
          <a:p>
            <a:pPr eaLnBrk="1" hangingPunct="1">
              <a:defRPr/>
            </a:pPr>
            <a:r>
              <a:rPr lang="en-US"/>
              <a:t>// compares them.  The code uses parameters, returns, and Scanner.</a:t>
            </a:r>
          </a:p>
          <a:p>
            <a:pPr eaLnBrk="1" hangingPunct="1">
              <a:defRPr/>
            </a:pPr>
            <a:endParaRPr lang="en-US"/>
          </a:p>
          <a:p>
            <a:pPr eaLnBrk="1" hangingPunct="1">
              <a:defRPr/>
            </a:pPr>
            <a:r>
              <a:rPr lang="en-US"/>
              <a:t>import java.util.*;  // so that I can use Scanner</a:t>
            </a:r>
          </a:p>
          <a:p>
            <a:pPr eaLnBrk="1" hangingPunct="1">
              <a:defRPr/>
            </a:pPr>
            <a:endParaRPr lang="en-US"/>
          </a:p>
          <a:p>
            <a:pPr eaLnBrk="1" hangingPunct="1">
              <a:defRPr/>
            </a:pPr>
            <a:r>
              <a:rPr lang="en-US"/>
              <a:t>public class BMI {</a:t>
            </a:r>
          </a:p>
          <a:p>
            <a:pPr eaLnBrk="1" hangingPunct="1">
              <a:defRPr/>
            </a:pPr>
            <a:r>
              <a:rPr lang="en-US"/>
              <a:t>    public static void main(String[] args) {</a:t>
            </a:r>
          </a:p>
          <a:p>
            <a:pPr eaLnBrk="1" hangingPunct="1">
              <a:defRPr/>
            </a:pPr>
            <a:r>
              <a:rPr lang="en-US"/>
              <a:t>        System.out.println("This program reads in data for two people and");</a:t>
            </a:r>
          </a:p>
          <a:p>
            <a:pPr eaLnBrk="1" hangingPunct="1">
              <a:defRPr/>
            </a:pPr>
            <a:r>
              <a:rPr lang="en-US"/>
              <a:t>        System.out.println("computes their body mass index (BMI)");</a:t>
            </a:r>
          </a:p>
          <a:p>
            <a:pPr eaLnBrk="1" hangingPunct="1">
              <a:defRPr/>
            </a:pPr>
            <a:r>
              <a:rPr lang="en-US"/>
              <a:t>        System.out.println();</a:t>
            </a:r>
          </a:p>
          <a:p>
            <a:pPr eaLnBrk="1" hangingPunct="1">
              <a:defRPr/>
            </a:pPr>
            <a:r>
              <a:rPr lang="en-US"/>
              <a:t>        </a:t>
            </a:r>
          </a:p>
          <a:p>
            <a:pPr eaLnBrk="1" hangingPunct="1">
              <a:defRPr/>
            </a:pPr>
            <a:r>
              <a:rPr lang="en-US"/>
              <a:t>        // finish me!</a:t>
            </a:r>
          </a:p>
          <a:p>
            <a:pPr eaLnBrk="1" hangingPunct="1">
              <a:defRPr/>
            </a:pPr>
            <a:r>
              <a:rPr lang="en-US"/>
              <a:t>        </a:t>
            </a:r>
          </a:p>
          <a:p>
            <a:pPr eaLnBrk="1" hangingPunct="1">
              <a:defRPr/>
            </a:pPr>
            <a:r>
              <a:rPr lang="en-US"/>
              <a:t>    }</a:t>
            </a:r>
          </a:p>
          <a:p>
            <a:pPr eaLnBrk="1" hangingPunct="1">
              <a:defRPr/>
            </a:pPr>
            <a:r>
              <a:rPr lang="en-US"/>
              <a:t>}</a:t>
            </a:r>
          </a:p>
          <a:p>
            <a:pPr eaLnBrk="1" hangingPunct="1">
              <a:defRPr/>
            </a:pPr>
            <a:endParaRPr lang="en-US"/>
          </a:p>
        </p:txBody>
      </p:sp>
    </p:spTree>
    <p:extLst>
      <p:ext uri="{BB962C8B-B14F-4D97-AF65-F5344CB8AC3E}">
        <p14:creationId xmlns:p14="http://schemas.microsoft.com/office/powerpoint/2010/main" val="32006172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33BE2EB-A070-3643-8B78-88303C7990ED}" type="datetime1">
              <a:rPr lang="en-US" smtClean="0"/>
              <a:t>10/2/25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242896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A2FE65-AE29-8544-832D-1B68FD2777E5}" type="datetime1">
              <a:rPr lang="en-US" smtClean="0"/>
              <a:t>10/2/25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809770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8B4C810C-BE87-E947-9C71-C66A637CFC23}" type="datetime1">
              <a:rPr lang="en-US" smtClean="0"/>
              <a:t>10/2/25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84383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98CC4F0-B622-D046-8C81-AE28964CFAE0}" type="datetime1">
              <a:rPr lang="en-US" smtClean="0"/>
              <a:t>10/2/25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74480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087563"/>
            <a:ext cx="3868340"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087563"/>
            <a:ext cx="3887391"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A381DC6-6DA9-E344-9FC5-0C059780628F}" type="datetime1">
              <a:rPr lang="en-US" smtClean="0"/>
              <a:t>10/2/25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996810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6D2508-937C-4049-8CF0-E7BA3240B150}" type="datetime1">
              <a:rPr lang="en-US" smtClean="0"/>
              <a:t>10/2/25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85434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9DB96E-F31E-0548-A3EA-2BDAEF2ADEB4}" type="datetime1">
              <a:rPr lang="en-US" smtClean="0"/>
              <a:t>10/2/25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42545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A3412D4D-E45A-4341-837A-69B973B1363C}" type="datetime1">
              <a:rPr lang="en-US" smtClean="0"/>
              <a:t>10/2/25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33161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14DE6C41-C67B-D345-9DFA-3D0B1439E0FC}" type="datetime1">
              <a:rPr lang="en-US" smtClean="0"/>
              <a:t>10/2/25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66140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A3EE5A2-FC9D-5140-BCDA-E37FD1C24D49}" type="datetime1">
              <a:rPr lang="en-US" smtClean="0"/>
              <a:t>10/2/25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102194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9124349-CD10-594D-9D27-10FF2220AB97}" type="datetime1">
              <a:rPr lang="en-US" smtClean="0"/>
              <a:t>10/2/25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522375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75000"/>
                  </a:schemeClr>
                </a:solidFill>
              </a:defRPr>
            </a:lvl1pPr>
          </a:lstStyle>
          <a:p>
            <a:fld id="{DF56E6F9-DB29-7F41-B722-40464526ADBD}" type="datetime1">
              <a:rPr lang="en-US" smtClean="0"/>
              <a:t>10/2/25</a:t>
            </a:fld>
            <a:endParaRPr lang="en-US" dirty="0"/>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2137727167"/>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7A749-B1BA-E24B-8FB0-0604EF651FB3}"/>
              </a:ext>
            </a:extLst>
          </p:cNvPr>
          <p:cNvSpPr>
            <a:spLocks noGrp="1"/>
          </p:cNvSpPr>
          <p:nvPr>
            <p:ph type="ctrTitle"/>
          </p:nvPr>
        </p:nvSpPr>
        <p:spPr>
          <a:xfrm>
            <a:off x="1654562" y="1623354"/>
            <a:ext cx="6619244" cy="734328"/>
          </a:xfrm>
        </p:spPr>
        <p:txBody>
          <a:bodyPr/>
          <a:lstStyle/>
          <a:p>
            <a:pPr algn="l"/>
            <a:r>
              <a:rPr lang="en-US" sz="4050" dirty="0"/>
              <a:t>Introduction to Python</a:t>
            </a:r>
          </a:p>
        </p:txBody>
      </p:sp>
      <p:sp>
        <p:nvSpPr>
          <p:cNvPr id="3" name="Subtitle 2">
            <a:extLst>
              <a:ext uri="{FF2B5EF4-FFF2-40B4-BE49-F238E27FC236}">
                <a16:creationId xmlns:a16="http://schemas.microsoft.com/office/drawing/2014/main" id="{1BDC47C8-6776-7B44-9CD4-95FC91452D62}"/>
              </a:ext>
            </a:extLst>
          </p:cNvPr>
          <p:cNvSpPr>
            <a:spLocks noGrp="1"/>
          </p:cNvSpPr>
          <p:nvPr>
            <p:ph type="subTitle" idx="1"/>
          </p:nvPr>
        </p:nvSpPr>
        <p:spPr>
          <a:xfrm>
            <a:off x="1730622" y="2550187"/>
            <a:ext cx="5414104" cy="1277135"/>
          </a:xfrm>
        </p:spPr>
        <p:txBody>
          <a:bodyPr>
            <a:normAutofit/>
          </a:bodyPr>
          <a:lstStyle/>
          <a:p>
            <a:pPr algn="l"/>
            <a:r>
              <a:rPr lang="en-US" sz="2400" b="1" dirty="0"/>
              <a:t>Functions</a:t>
            </a:r>
          </a:p>
        </p:txBody>
      </p:sp>
      <p:sp>
        <p:nvSpPr>
          <p:cNvPr id="4" name="Subtitle 2">
            <a:extLst>
              <a:ext uri="{FF2B5EF4-FFF2-40B4-BE49-F238E27FC236}">
                <a16:creationId xmlns:a16="http://schemas.microsoft.com/office/drawing/2014/main" id="{C4071586-F58C-CD48-BB49-60F4B2277ED8}"/>
              </a:ext>
            </a:extLst>
          </p:cNvPr>
          <p:cNvSpPr txBox="1">
            <a:spLocks/>
          </p:cNvSpPr>
          <p:nvPr/>
        </p:nvSpPr>
        <p:spPr>
          <a:xfrm>
            <a:off x="2183952" y="3285007"/>
            <a:ext cx="4507445" cy="542315"/>
          </a:xfrm>
          <a:prstGeom prst="rect">
            <a:avLst/>
          </a:prstGeom>
        </p:spPr>
        <p:txBody>
          <a:bodyPr vert="horz" lIns="91440" tIns="45720" rIns="91440" bIns="45720" rtlCol="0">
            <a:normAutofit/>
          </a:bodyPr>
          <a:lstStyle>
            <a:lvl1pPr marL="0" indent="0" algn="ctr" defTabSz="685800" rtl="0" eaLnBrk="1" latinLnBrk="0" hangingPunct="1">
              <a:lnSpc>
                <a:spcPct val="90000"/>
              </a:lnSpc>
              <a:spcBef>
                <a:spcPts val="750"/>
              </a:spcBef>
              <a:buFont typeface="Arial" panose="020B0604020202020204" pitchFamily="34" charset="0"/>
              <a:buNone/>
              <a:defRPr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9pPr>
          </a:lstStyle>
          <a:p>
            <a:pPr algn="l"/>
            <a:endParaRPr lang="en-US" sz="2400" b="1" dirty="0"/>
          </a:p>
        </p:txBody>
      </p:sp>
      <p:sp>
        <p:nvSpPr>
          <p:cNvPr id="5" name="Slide Number Placeholder 4">
            <a:extLst>
              <a:ext uri="{FF2B5EF4-FFF2-40B4-BE49-F238E27FC236}">
                <a16:creationId xmlns:a16="http://schemas.microsoft.com/office/drawing/2014/main" id="{E4B0F9AB-7D9B-1942-A201-560D2D3B9249}"/>
              </a:ext>
            </a:extLst>
          </p:cNvPr>
          <p:cNvSpPr>
            <a:spLocks noGrp="1"/>
          </p:cNvSpPr>
          <p:nvPr>
            <p:ph type="sldNum" sz="quarter" idx="12"/>
          </p:nvPr>
        </p:nvSpPr>
        <p:spPr/>
        <p:txBody>
          <a:bodyPr/>
          <a:lstStyle/>
          <a:p>
            <a:fld id="{D57F1E4F-1CFF-5643-939E-02111984F565}" type="slidenum">
              <a:rPr lang="en-US" smtClean="0"/>
              <a:t>1</a:t>
            </a:fld>
            <a:endParaRPr lang="en-US" dirty="0"/>
          </a:p>
        </p:txBody>
      </p:sp>
    </p:spTree>
    <p:extLst>
      <p:ext uri="{BB962C8B-B14F-4D97-AF65-F5344CB8AC3E}">
        <p14:creationId xmlns:p14="http://schemas.microsoft.com/office/powerpoint/2010/main" val="4247104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483848" y="467027"/>
            <a:ext cx="7053542" cy="683886"/>
          </a:xfrm>
        </p:spPr>
        <p:txBody>
          <a:bodyPr/>
          <a:lstStyle/>
          <a:p>
            <a:r>
              <a:rPr lang="en-US" dirty="0"/>
              <a:t>Topics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483848" y="1288073"/>
            <a:ext cx="8051725" cy="4303429"/>
          </a:xfrm>
        </p:spPr>
        <p:txBody>
          <a:bodyPr/>
          <a:lstStyle/>
          <a:p>
            <a:pPr marL="0" indent="0">
              <a:buNone/>
            </a:pPr>
            <a:endParaRPr lang="en-US" dirty="0">
              <a:latin typeface="Gill Sans MT" panose="020B0502020104020203" pitchFamily="34" charset="77"/>
            </a:endParaRPr>
          </a:p>
          <a:p>
            <a:pPr marL="457200" indent="-457200">
              <a:buAutoNum type="arabicParenR"/>
            </a:pPr>
            <a:r>
              <a:rPr lang="en-US" dirty="0">
                <a:latin typeface="Gill Sans MT" panose="020B0502020104020203" pitchFamily="34" charset="77"/>
              </a:rPr>
              <a:t>Functions</a:t>
            </a:r>
          </a:p>
          <a:p>
            <a:pPr marL="457200" indent="-457200">
              <a:buAutoNum type="arabicParenR"/>
            </a:pPr>
            <a:r>
              <a:rPr lang="en-US" dirty="0">
                <a:latin typeface="Gill Sans MT" panose="020B0502020104020203" pitchFamily="34" charset="77"/>
              </a:rPr>
              <a:t>Function Inputs vs Outputs</a:t>
            </a:r>
          </a:p>
          <a:p>
            <a:pPr marL="457200" indent="-457200">
              <a:buAutoNum type="arabicParenR"/>
            </a:pPr>
            <a:r>
              <a:rPr lang="en-US" dirty="0">
                <a:latin typeface="Gill Sans MT" panose="020B0502020104020203" pitchFamily="34" charset="77"/>
              </a:rPr>
              <a:t>Function Arguments</a:t>
            </a:r>
          </a:p>
          <a:p>
            <a:pPr marL="457200" indent="-457200">
              <a:buAutoNum type="arabicParenR"/>
            </a:pPr>
            <a:r>
              <a:rPr lang="en-US" dirty="0">
                <a:latin typeface="Gill Sans MT" panose="020B0502020104020203" pitchFamily="34" charset="77"/>
              </a:rPr>
              <a:t>Flow of Program</a:t>
            </a:r>
          </a:p>
          <a:p>
            <a:pPr marL="457200" indent="-457200">
              <a:buAutoNum type="arabicParenR"/>
            </a:pPr>
            <a:r>
              <a:rPr lang="en-US" dirty="0">
                <a:latin typeface="Gill Sans MT" panose="020B0502020104020203" pitchFamily="34" charset="77"/>
              </a:rPr>
              <a:t>Template for programs</a:t>
            </a:r>
          </a:p>
          <a:p>
            <a:pPr marL="457200" indent="-457200">
              <a:buAutoNum type="arabicParenR"/>
            </a:pPr>
            <a:r>
              <a:rPr lang="en-US" dirty="0">
                <a:latin typeface="Gill Sans MT" panose="020B0502020104020203" pitchFamily="34" charset="77"/>
              </a:rPr>
              <a:t>String Methods</a:t>
            </a:r>
          </a:p>
          <a:p>
            <a:pPr marL="0" indent="0">
              <a:buNone/>
            </a:pPr>
            <a:endParaRPr lang="en-US" dirty="0">
              <a:latin typeface="Gill Sans MT" panose="020B0502020104020203" pitchFamily="34" charset="77"/>
            </a:endParaRPr>
          </a:p>
          <a:p>
            <a:pPr marL="685800" lvl="1" indent="-342900">
              <a:buAutoNum type="alphaLcParenR"/>
            </a:pPr>
            <a:endParaRPr lang="en-US" dirty="0">
              <a:latin typeface="Gill Sans MT" panose="020B0502020104020203" pitchFamily="34" charset="77"/>
            </a:endParaRPr>
          </a:p>
          <a:p>
            <a:pPr marL="0" indent="0">
              <a:buNone/>
            </a:pPr>
            <a:endParaRPr lang="en-US" dirty="0">
              <a:latin typeface="Gill Sans MT" panose="020B0502020104020203" pitchFamily="34" charset="77"/>
            </a:endParaRPr>
          </a:p>
          <a:p>
            <a:pPr marL="457200" indent="-457200">
              <a:buAutoNum type="arabicParenR"/>
            </a:pPr>
            <a:endParaRPr lang="en-US" dirty="0">
              <a:latin typeface="Gill Sans MT" panose="020B0502020104020203" pitchFamily="34" charset="77"/>
            </a:endParaRPr>
          </a:p>
          <a:p>
            <a:pPr marL="457200" indent="-457200">
              <a:buAutoNum type="arabicParenR"/>
            </a:pPr>
            <a:endParaRPr lang="en-US" dirty="0">
              <a:latin typeface="Gill Sans MT" panose="020B0502020104020203" pitchFamily="34" charset="77"/>
            </a:endParaRPr>
          </a:p>
          <a:p>
            <a:pPr marL="0" indent="0">
              <a:buNone/>
            </a:pPr>
            <a:endParaRPr lang="en-US" dirty="0">
              <a:latin typeface="Gill Sans MT" panose="020B0502020104020203" pitchFamily="34" charset="77"/>
            </a:endParaRPr>
          </a:p>
          <a:p>
            <a:pPr marL="0" indent="0">
              <a:buNone/>
            </a:pPr>
            <a:endParaRPr lang="en-US" b="1"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692C54DA-4ED4-B647-B6CB-44FF54942F2F}"/>
              </a:ext>
            </a:extLst>
          </p:cNvPr>
          <p:cNvSpPr>
            <a:spLocks noGrp="1"/>
          </p:cNvSpPr>
          <p:nvPr>
            <p:ph type="sldNum" sz="quarter" idx="12"/>
          </p:nvPr>
        </p:nvSpPr>
        <p:spPr/>
        <p:txBody>
          <a:bodyPr/>
          <a:lstStyle/>
          <a:p>
            <a:fld id="{D57F1E4F-1CFF-5643-939E-02111984F565}" type="slidenum">
              <a:rPr lang="en-US" smtClean="0"/>
              <a:t>2</a:t>
            </a:fld>
            <a:endParaRPr lang="en-US" dirty="0"/>
          </a:p>
        </p:txBody>
      </p:sp>
    </p:spTree>
    <p:extLst>
      <p:ext uri="{BB962C8B-B14F-4D97-AF65-F5344CB8AC3E}">
        <p14:creationId xmlns:p14="http://schemas.microsoft.com/office/powerpoint/2010/main" val="1318402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211473" y="204381"/>
            <a:ext cx="7053542" cy="683886"/>
          </a:xfrm>
        </p:spPr>
        <p:txBody>
          <a:bodyPr/>
          <a:lstStyle/>
          <a:p>
            <a:r>
              <a:rPr lang="en-US" dirty="0"/>
              <a:t>Example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9641" y="888268"/>
            <a:ext cx="8868715" cy="4622352"/>
          </a:xfrm>
        </p:spPr>
        <p:txBody>
          <a:bodyPr>
            <a:normAutofit/>
          </a:bodyPr>
          <a:lstStyle/>
          <a:p>
            <a:pPr marL="0" indent="0">
              <a:buNone/>
            </a:pPr>
            <a:r>
              <a:rPr lang="en-US" sz="2000" dirty="0"/>
              <a:t>Consider the following code which asks the user to enter a number and prints out the absolute value of the number. This problem was a lab assignment in the last lecture.</a:t>
            </a:r>
          </a:p>
          <a:p>
            <a:pPr marL="0" indent="0">
              <a:buNone/>
            </a:pPr>
            <a:endParaRPr lang="en-US" sz="1900" b="1" dirty="0">
              <a:solidFill>
                <a:srgbClr val="000000"/>
              </a:solidFill>
              <a:latin typeface="Inconsolata" panose="020B0609030003000000" pitchFamily="49" charset="77"/>
            </a:endParaRPr>
          </a:p>
          <a:p>
            <a:pPr marL="0" indent="0">
              <a:buNone/>
            </a:pPr>
            <a:r>
              <a:rPr lang="en-US" sz="1800" b="1" dirty="0">
                <a:solidFill>
                  <a:srgbClr val="000000"/>
                </a:solidFill>
                <a:latin typeface="Inconsolata" panose="020B0609030003000000" pitchFamily="49" charset="77"/>
              </a:rPr>
              <a:t>x = </a:t>
            </a:r>
            <a:r>
              <a:rPr lang="en-US" sz="1800" b="1" dirty="0">
                <a:solidFill>
                  <a:srgbClr val="34A327"/>
                </a:solidFill>
                <a:latin typeface="Inconsolata" panose="020B0609030003000000" pitchFamily="49" charset="77"/>
              </a:rPr>
              <a:t>int(input(</a:t>
            </a:r>
            <a:r>
              <a:rPr lang="en-US" sz="1800" b="1" dirty="0">
                <a:solidFill>
                  <a:srgbClr val="CD7923"/>
                </a:solidFill>
                <a:latin typeface="Inconsolata" panose="020B0609030003000000" pitchFamily="49" charset="77"/>
              </a:rPr>
              <a:t>‘Enter an integer: ’</a:t>
            </a:r>
            <a:r>
              <a:rPr lang="en-US" sz="1800" b="1" dirty="0">
                <a:solidFill>
                  <a:srgbClr val="34A327"/>
                </a:solidFill>
                <a:latin typeface="Inconsolata" panose="020B0609030003000000" pitchFamily="49" charset="77"/>
              </a:rPr>
              <a:t>))</a:t>
            </a:r>
            <a:r>
              <a:rPr lang="en-US" sz="1800" b="1" dirty="0">
                <a:solidFill>
                  <a:srgbClr val="000000"/>
                </a:solidFill>
                <a:latin typeface="Inconsolata" panose="020B0609030003000000" pitchFamily="49" charset="77"/>
              </a:rPr>
              <a:t> </a:t>
            </a:r>
            <a:endParaRPr lang="en-US" sz="1800" b="1" dirty="0">
              <a:solidFill>
                <a:srgbClr val="CD7923"/>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endParaRPr lang="en-US" dirty="0"/>
          </a:p>
          <a:p>
            <a:pPr marL="0" indent="0">
              <a:buNone/>
            </a:pPr>
            <a:r>
              <a:rPr lang="en-US" dirty="0"/>
              <a:t>Sample Output:</a:t>
            </a:r>
          </a:p>
          <a:p>
            <a:pPr marL="0" indent="0">
              <a:buNone/>
            </a:pPr>
            <a:r>
              <a:rPr lang="en-US" dirty="0"/>
              <a:t>Enter an integer: -4</a:t>
            </a:r>
          </a:p>
          <a:p>
            <a:pPr marL="0" indent="0">
              <a:buNone/>
            </a:pPr>
            <a:r>
              <a:rPr lang="en-US" dirty="0"/>
              <a:t>The absolute value of -4 is 4</a:t>
            </a:r>
          </a:p>
        </p:txBody>
      </p:sp>
      <p:sp>
        <p:nvSpPr>
          <p:cNvPr id="3" name="Slide Number Placeholder 2">
            <a:extLst>
              <a:ext uri="{FF2B5EF4-FFF2-40B4-BE49-F238E27FC236}">
                <a16:creationId xmlns:a16="http://schemas.microsoft.com/office/drawing/2014/main" id="{8FCF91CF-E5E4-114A-9F9D-073E37C8E379}"/>
              </a:ext>
            </a:extLst>
          </p:cNvPr>
          <p:cNvSpPr>
            <a:spLocks noGrp="1"/>
          </p:cNvSpPr>
          <p:nvPr>
            <p:ph type="sldNum" sz="quarter" idx="12"/>
          </p:nvPr>
        </p:nvSpPr>
        <p:spPr/>
        <p:txBody>
          <a:bodyPr/>
          <a:lstStyle/>
          <a:p>
            <a:fld id="{D57F1E4F-1CFF-5643-939E-02111984F565}" type="slidenum">
              <a:rPr lang="en-US" smtClean="0"/>
              <a:t>3</a:t>
            </a:fld>
            <a:endParaRPr lang="en-US" dirty="0"/>
          </a:p>
        </p:txBody>
      </p:sp>
    </p:spTree>
    <p:extLst>
      <p:ext uri="{BB962C8B-B14F-4D97-AF65-F5344CB8AC3E}">
        <p14:creationId xmlns:p14="http://schemas.microsoft.com/office/powerpoint/2010/main" val="3670596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Example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9641" y="623843"/>
            <a:ext cx="8904718" cy="5091157"/>
          </a:xfrm>
        </p:spPr>
        <p:txBody>
          <a:bodyPr>
            <a:normAutofit/>
          </a:bodyPr>
          <a:lstStyle/>
          <a:p>
            <a:pPr marL="0" indent="0">
              <a:buNone/>
            </a:pPr>
            <a:r>
              <a:rPr lang="en-US" sz="2000" dirty="0"/>
              <a:t>Now what if the program asks the user for two numbers and then compute their absolute values? What do you think of the following code?</a:t>
            </a:r>
          </a:p>
          <a:p>
            <a:pPr marL="0" indent="0">
              <a:buNone/>
            </a:pPr>
            <a:endParaRPr lang="en-US" sz="1900" b="1" dirty="0">
              <a:solidFill>
                <a:srgbClr val="000000"/>
              </a:solidFill>
              <a:latin typeface="Inconsolata" panose="020B0609030003000000" pitchFamily="49" charset="77"/>
            </a:endParaRPr>
          </a:p>
          <a:p>
            <a:pPr marL="0" indent="0">
              <a:buNone/>
            </a:pPr>
            <a:r>
              <a:rPr lang="en-US" sz="1800" b="1" dirty="0">
                <a:solidFill>
                  <a:srgbClr val="000000"/>
                </a:solidFill>
                <a:latin typeface="Inconsolata" panose="020B0609030003000000" pitchFamily="49" charset="77"/>
              </a:rPr>
              <a:t>x = </a:t>
            </a:r>
            <a:r>
              <a:rPr lang="en-US" sz="1800" b="1" dirty="0">
                <a:solidFill>
                  <a:srgbClr val="34A327"/>
                </a:solidFill>
                <a:latin typeface="Inconsolata" panose="020B0609030003000000" pitchFamily="49" charset="77"/>
              </a:rPr>
              <a:t>int(input(</a:t>
            </a:r>
            <a:r>
              <a:rPr lang="en-US" sz="1800" b="1" dirty="0">
                <a:solidFill>
                  <a:srgbClr val="CD7923"/>
                </a:solidFill>
                <a:latin typeface="Inconsolata" panose="020B0609030003000000" pitchFamily="49" charset="77"/>
              </a:rPr>
              <a:t>‘Enter an integer: ’</a:t>
            </a:r>
            <a:r>
              <a:rPr lang="en-US" sz="1800" b="1" dirty="0">
                <a:solidFill>
                  <a:srgbClr val="34A327"/>
                </a:solidFill>
                <a:latin typeface="Inconsolata" panose="020B0609030003000000" pitchFamily="49" charset="77"/>
              </a:rPr>
              <a:t>))</a:t>
            </a:r>
            <a:r>
              <a:rPr lang="en-US" sz="1800" b="1" dirty="0">
                <a:solidFill>
                  <a:srgbClr val="000000"/>
                </a:solidFill>
                <a:latin typeface="Inconsolata" panose="020B0609030003000000" pitchFamily="49" charset="77"/>
              </a:rPr>
              <a:t> </a:t>
            </a:r>
            <a:endParaRPr lang="en-US" sz="1800" b="1" dirty="0">
              <a:solidFill>
                <a:srgbClr val="CD7923"/>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endParaRPr lang="en-US" dirty="0"/>
          </a:p>
          <a:p>
            <a:pPr marL="0" indent="0">
              <a:buNone/>
            </a:pPr>
            <a:r>
              <a:rPr lang="en-US" sz="1900" b="1" dirty="0">
                <a:solidFill>
                  <a:srgbClr val="000000"/>
                </a:solidFill>
                <a:latin typeface="Inconsolata" panose="020B0609030003000000" pitchFamily="49" charset="77"/>
              </a:rPr>
              <a:t>x = </a:t>
            </a:r>
            <a:r>
              <a:rPr lang="en-US" sz="1900" b="1" dirty="0">
                <a:solidFill>
                  <a:srgbClr val="34A327"/>
                </a:solidFill>
                <a:latin typeface="Inconsolata" panose="020B0609030003000000" pitchFamily="49" charset="77"/>
              </a:rPr>
              <a:t>int(input(</a:t>
            </a:r>
            <a:r>
              <a:rPr lang="en-US" sz="1900" b="1" dirty="0">
                <a:solidFill>
                  <a:srgbClr val="CD7923"/>
                </a:solidFill>
                <a:latin typeface="Inconsolata" panose="020B0609030003000000" pitchFamily="49" charset="77"/>
              </a:rPr>
              <a:t>‘Enter an integer: ’</a:t>
            </a:r>
            <a:r>
              <a:rPr lang="en-US" sz="1900" b="1" dirty="0">
                <a:solidFill>
                  <a:srgbClr val="34A327"/>
                </a:solidFill>
                <a:latin typeface="Inconsolata" panose="020B0609030003000000" pitchFamily="49" charset="77"/>
              </a:rPr>
              <a:t>))</a:t>
            </a:r>
            <a:r>
              <a:rPr lang="en-US" sz="1900" b="1" dirty="0">
                <a:solidFill>
                  <a:srgbClr val="000000"/>
                </a:solidFill>
                <a:latin typeface="Inconsolata" panose="020B0609030003000000" pitchFamily="49" charset="77"/>
              </a:rPr>
              <a:t> </a:t>
            </a:r>
            <a:endParaRPr lang="en-US" sz="1900" b="1" dirty="0">
              <a:solidFill>
                <a:srgbClr val="CD7923"/>
              </a:solidFill>
              <a:latin typeface="Inconsolata" panose="020B0609030003000000" pitchFamily="49" charset="77"/>
            </a:endParaRPr>
          </a:p>
          <a:p>
            <a:pPr marL="0" indent="0">
              <a:buNone/>
            </a:pPr>
            <a:r>
              <a:rPr lang="en-US" sz="1900" b="1" dirty="0">
                <a:solidFill>
                  <a:srgbClr val="006699"/>
                </a:solidFill>
                <a:latin typeface="Inconsolata" panose="020B0609030003000000" pitchFamily="49" charset="77"/>
              </a:rPr>
              <a:t>if </a:t>
            </a:r>
            <a:r>
              <a:rPr lang="en-US" sz="1900" b="1" dirty="0">
                <a:solidFill>
                  <a:srgbClr val="000087"/>
                </a:solidFill>
                <a:latin typeface="Inconsolata" panose="020B0609030003000000" pitchFamily="49" charset="77"/>
              </a:rPr>
              <a:t>x </a:t>
            </a:r>
            <a:r>
              <a:rPr lang="en-US" sz="1900" b="1" dirty="0">
                <a:solidFill>
                  <a:srgbClr val="545454"/>
                </a:solidFill>
                <a:latin typeface="Inconsolata" panose="020B0609030003000000" pitchFamily="49" charset="77"/>
              </a:rPr>
              <a:t>&gt;= </a:t>
            </a:r>
            <a:r>
              <a:rPr lang="en-US" sz="1900" b="1" dirty="0">
                <a:solidFill>
                  <a:srgbClr val="FF6600"/>
                </a:solidFill>
                <a:latin typeface="Inconsolata" panose="020B0609030003000000" pitchFamily="49" charset="77"/>
              </a:rPr>
              <a:t>0</a:t>
            </a:r>
            <a:r>
              <a:rPr lang="en-US" sz="1900" b="1" dirty="0">
                <a:latin typeface="Inconsolata" panose="020B0609030003000000" pitchFamily="49" charset="77"/>
              </a:rPr>
              <a:t>:</a:t>
            </a:r>
          </a:p>
          <a:p>
            <a:pPr marL="0" indent="0">
              <a:buNone/>
            </a:pPr>
            <a:r>
              <a:rPr lang="en-US" sz="1900" b="1" dirty="0">
                <a:solidFill>
                  <a:srgbClr val="006699"/>
                </a:solidFill>
                <a:latin typeface="Inconsolata" panose="020B0609030003000000" pitchFamily="49" charset="77"/>
              </a:rPr>
              <a:t>    print</a:t>
            </a:r>
            <a:r>
              <a:rPr lang="en-US" sz="1900" b="1" dirty="0">
                <a:latin typeface="Inconsolata" panose="020B0609030003000000" pitchFamily="49" charset="77"/>
              </a:rPr>
              <a:t>(</a:t>
            </a:r>
            <a:r>
              <a:rPr lang="en-US" sz="1900" b="1" dirty="0">
                <a:solidFill>
                  <a:srgbClr val="000087"/>
                </a:solidFill>
                <a:latin typeface="Inconsolata" panose="020B0609030003000000" pitchFamily="49" charset="77"/>
              </a:rPr>
              <a:t>“The absolute value of”, x, "is", x</a:t>
            </a:r>
            <a:r>
              <a:rPr lang="en-US" sz="1900" b="1" dirty="0">
                <a:latin typeface="Inconsolata" panose="020B0609030003000000" pitchFamily="49" charset="77"/>
              </a:rPr>
              <a:t>)</a:t>
            </a:r>
          </a:p>
          <a:p>
            <a:pPr marL="0" indent="0">
              <a:buNone/>
            </a:pPr>
            <a:r>
              <a:rPr lang="en-US" sz="1900" b="1" dirty="0">
                <a:solidFill>
                  <a:srgbClr val="006699"/>
                </a:solidFill>
                <a:latin typeface="Inconsolata" panose="020B0609030003000000" pitchFamily="49" charset="77"/>
              </a:rPr>
              <a:t>else</a:t>
            </a:r>
            <a:r>
              <a:rPr lang="en-US" sz="1900" b="1" dirty="0">
                <a:latin typeface="Inconsolata" panose="020B0609030003000000" pitchFamily="49" charset="77"/>
              </a:rPr>
              <a:t>:</a:t>
            </a:r>
          </a:p>
          <a:p>
            <a:pPr marL="0" indent="0">
              <a:buNone/>
            </a:pPr>
            <a:r>
              <a:rPr lang="en-US" sz="1900" b="1" dirty="0">
                <a:solidFill>
                  <a:srgbClr val="006699"/>
                </a:solidFill>
                <a:latin typeface="Inconsolata" panose="020B0609030003000000" pitchFamily="49" charset="77"/>
              </a:rPr>
              <a:t>    print</a:t>
            </a:r>
            <a:r>
              <a:rPr lang="en-US" sz="1900" b="1" dirty="0">
                <a:latin typeface="Inconsolata" panose="020B0609030003000000" pitchFamily="49" charset="77"/>
              </a:rPr>
              <a:t>(</a:t>
            </a:r>
            <a:r>
              <a:rPr lang="en-US" sz="1900" b="1" dirty="0">
                <a:solidFill>
                  <a:srgbClr val="000087"/>
                </a:solidFill>
                <a:latin typeface="Inconsolata" panose="020B0609030003000000" pitchFamily="49" charset="77"/>
              </a:rPr>
              <a:t>“The absolute value of”, x, "is", -x</a:t>
            </a:r>
            <a:r>
              <a:rPr lang="en-US" sz="1900" b="1" dirty="0">
                <a:latin typeface="Inconsolata" panose="020B0609030003000000" pitchFamily="49" charset="77"/>
              </a:rPr>
              <a:t>)</a:t>
            </a:r>
          </a:p>
          <a:p>
            <a:pPr marL="0" indent="0">
              <a:buNone/>
            </a:pPr>
            <a:endParaRPr lang="en-US" dirty="0"/>
          </a:p>
        </p:txBody>
      </p:sp>
      <p:sp>
        <p:nvSpPr>
          <p:cNvPr id="3" name="TextBox 2">
            <a:extLst>
              <a:ext uri="{FF2B5EF4-FFF2-40B4-BE49-F238E27FC236}">
                <a16:creationId xmlns:a16="http://schemas.microsoft.com/office/drawing/2014/main" id="{E3AF8AEC-7CC3-BC41-B9EA-F0F40879E1DB}"/>
              </a:ext>
            </a:extLst>
          </p:cNvPr>
          <p:cNvSpPr txBox="1"/>
          <p:nvPr/>
        </p:nvSpPr>
        <p:spPr>
          <a:xfrm>
            <a:off x="6426440" y="2041892"/>
            <a:ext cx="2469734" cy="1631216"/>
          </a:xfrm>
          <a:prstGeom prst="rect">
            <a:avLst/>
          </a:prstGeom>
          <a:noFill/>
        </p:spPr>
        <p:txBody>
          <a:bodyPr wrap="square" rtlCol="0">
            <a:spAutoFit/>
          </a:bodyPr>
          <a:lstStyle/>
          <a:p>
            <a:r>
              <a:rPr lang="en-US" sz="2000" dirty="0">
                <a:solidFill>
                  <a:srgbClr val="FF0000"/>
                </a:solidFill>
              </a:rPr>
              <a:t>Note the redundancy!</a:t>
            </a:r>
          </a:p>
          <a:p>
            <a:r>
              <a:rPr lang="en-US" sz="2000" dirty="0">
                <a:solidFill>
                  <a:srgbClr val="FF0000"/>
                </a:solidFill>
              </a:rPr>
              <a:t>We like to reuse code</a:t>
            </a:r>
          </a:p>
          <a:p>
            <a:r>
              <a:rPr lang="en-US" sz="2000" dirty="0">
                <a:solidFill>
                  <a:srgbClr val="FF0000"/>
                </a:solidFill>
              </a:rPr>
              <a:t>without rewriting or copying/pasting</a:t>
            </a:r>
          </a:p>
          <a:p>
            <a:r>
              <a:rPr lang="en-US" sz="2000" dirty="0">
                <a:solidFill>
                  <a:srgbClr val="FF0000"/>
                </a:solidFill>
              </a:rPr>
              <a:t>code!</a:t>
            </a:r>
          </a:p>
        </p:txBody>
      </p:sp>
      <p:sp>
        <p:nvSpPr>
          <p:cNvPr id="4" name="Slide Number Placeholder 3">
            <a:extLst>
              <a:ext uri="{FF2B5EF4-FFF2-40B4-BE49-F238E27FC236}">
                <a16:creationId xmlns:a16="http://schemas.microsoft.com/office/drawing/2014/main" id="{7AAE2AC7-F113-5D43-9B5A-A819B0B0C311}"/>
              </a:ext>
            </a:extLst>
          </p:cNvPr>
          <p:cNvSpPr>
            <a:spLocks noGrp="1"/>
          </p:cNvSpPr>
          <p:nvPr>
            <p:ph type="sldNum" sz="quarter" idx="12"/>
          </p:nvPr>
        </p:nvSpPr>
        <p:spPr/>
        <p:txBody>
          <a:bodyPr/>
          <a:lstStyle/>
          <a:p>
            <a:fld id="{D57F1E4F-1CFF-5643-939E-02111984F565}" type="slidenum">
              <a:rPr lang="en-US" smtClean="0"/>
              <a:t>4</a:t>
            </a:fld>
            <a:endParaRPr lang="en-US" dirty="0"/>
          </a:p>
        </p:txBody>
      </p:sp>
    </p:spTree>
    <p:extLst>
      <p:ext uri="{BB962C8B-B14F-4D97-AF65-F5344CB8AC3E}">
        <p14:creationId xmlns:p14="http://schemas.microsoft.com/office/powerpoint/2010/main" val="1878754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11" end="1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0" end="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 end="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7469" y="110378"/>
            <a:ext cx="7053542" cy="683886"/>
          </a:xfrm>
        </p:spPr>
        <p:txBody>
          <a:bodyPr/>
          <a:lstStyle/>
          <a:p>
            <a:r>
              <a:rPr lang="en-US" dirty="0"/>
              <a:t>Functions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7469" y="863126"/>
            <a:ext cx="8870887" cy="4647494"/>
          </a:xfrm>
        </p:spPr>
        <p:txBody>
          <a:bodyPr>
            <a:normAutofit/>
          </a:bodyPr>
          <a:lstStyle/>
          <a:p>
            <a:pPr marL="0" indent="0">
              <a:buNone/>
            </a:pPr>
            <a:r>
              <a:rPr lang="en-US" sz="2000" dirty="0"/>
              <a:t>One way to organize Python code and to make it more readable and reusable is to factor out useful pieces into reusable </a:t>
            </a:r>
            <a:r>
              <a:rPr lang="en-US" sz="2000" i="1" dirty="0"/>
              <a:t>functions</a:t>
            </a:r>
            <a:r>
              <a:rPr lang="en-US" sz="2000" dirty="0"/>
              <a:t>. </a:t>
            </a:r>
          </a:p>
          <a:p>
            <a:pPr marL="0" indent="0">
              <a:buNone/>
            </a:pPr>
            <a:endParaRPr lang="en-US" sz="2000" dirty="0"/>
          </a:p>
          <a:p>
            <a:pPr marL="0" indent="0">
              <a:buNone/>
            </a:pPr>
            <a:r>
              <a:rPr lang="en-US" sz="2000" dirty="0"/>
              <a:t>A </a:t>
            </a:r>
            <a:r>
              <a:rPr lang="en-US" sz="2000" b="1" i="1" dirty="0"/>
              <a:t>function</a:t>
            </a:r>
            <a:r>
              <a:rPr lang="en-US" sz="2000" i="1" dirty="0"/>
              <a:t> </a:t>
            </a:r>
            <a:r>
              <a:rPr lang="en-US" sz="2000" dirty="0"/>
              <a:t>is a </a:t>
            </a:r>
            <a:r>
              <a:rPr lang="en-US" sz="2000" dirty="0">
                <a:solidFill>
                  <a:srgbClr val="FF0000"/>
                </a:solidFill>
              </a:rPr>
              <a:t>named</a:t>
            </a:r>
            <a:r>
              <a:rPr lang="en-US" sz="2000" dirty="0"/>
              <a:t> group of programming instructions that accomplish a specific task. It </a:t>
            </a:r>
            <a:r>
              <a:rPr lang="en-US"/>
              <a:t>may have parameters and return values. </a:t>
            </a:r>
            <a:r>
              <a:rPr lang="en-US" sz="2000" dirty="0"/>
              <a:t>If we want to perform the task, we simply "call" the function </a:t>
            </a:r>
            <a:r>
              <a:rPr lang="en-US" sz="2000" dirty="0">
                <a:solidFill>
                  <a:srgbClr val="FF0000"/>
                </a:solidFill>
              </a:rPr>
              <a:t>by its name</a:t>
            </a:r>
            <a:r>
              <a:rPr lang="en-US" sz="2000" dirty="0"/>
              <a:t>. A function may be called as many times as we wish to redo the task. </a:t>
            </a:r>
          </a:p>
          <a:p>
            <a:pPr marL="0" indent="0">
              <a:buNone/>
            </a:pPr>
            <a:endParaRPr lang="en-US" sz="2000" dirty="0"/>
          </a:p>
          <a:p>
            <a:pPr marL="0" indent="0">
              <a:buNone/>
            </a:pPr>
            <a:r>
              <a:rPr lang="en-US" sz="2000" dirty="0"/>
              <a:t>The "30 seconds" button on the microwave is an example of a function. If we press it(call it by its name), it will run the microwave 30 seconds. Later, if we want to heat something else, we can press it again to run the microwave another 30 seconds. </a:t>
            </a:r>
          </a:p>
          <a:p>
            <a:pPr marL="0" indent="0">
              <a:buNone/>
            </a:pPr>
            <a:endParaRPr lang="en-US" sz="2000" dirty="0"/>
          </a:p>
          <a:p>
            <a:pPr marL="0" indent="0">
              <a:buNone/>
            </a:pPr>
            <a:r>
              <a:rPr lang="en-US" sz="2000" dirty="0"/>
              <a:t>In other programming languages, functions are also called </a:t>
            </a:r>
            <a:r>
              <a:rPr lang="en-US" sz="2000" b="1" dirty="0"/>
              <a:t>procedures</a:t>
            </a:r>
            <a:r>
              <a:rPr lang="en-US" sz="2000" dirty="0"/>
              <a:t> or </a:t>
            </a:r>
            <a:r>
              <a:rPr lang="en-US" sz="2000" b="1" dirty="0"/>
              <a:t>methods.</a:t>
            </a:r>
          </a:p>
          <a:p>
            <a:pPr marL="0" indent="0">
              <a:buNone/>
            </a:pPr>
            <a:endParaRPr lang="en-US" sz="2000" b="1" dirty="0"/>
          </a:p>
          <a:p>
            <a:pPr marL="0" indent="0">
              <a:buNone/>
            </a:pPr>
            <a:endParaRPr lang="en-US" sz="2000" b="1" dirty="0"/>
          </a:p>
          <a:p>
            <a:pPr marL="0" indent="0">
              <a:buNone/>
            </a:pPr>
            <a:endParaRPr lang="en-US" sz="2000" dirty="0"/>
          </a:p>
          <a:p>
            <a:pPr marL="0" indent="0">
              <a:buNone/>
            </a:pPr>
            <a:endParaRPr lang="en-US" sz="2000" dirty="0"/>
          </a:p>
        </p:txBody>
      </p:sp>
      <p:sp>
        <p:nvSpPr>
          <p:cNvPr id="3" name="Slide Number Placeholder 2">
            <a:extLst>
              <a:ext uri="{FF2B5EF4-FFF2-40B4-BE49-F238E27FC236}">
                <a16:creationId xmlns:a16="http://schemas.microsoft.com/office/drawing/2014/main" id="{76B609F7-28C8-3C4C-9191-B3A08C9BCB33}"/>
              </a:ext>
            </a:extLst>
          </p:cNvPr>
          <p:cNvSpPr>
            <a:spLocks noGrp="1"/>
          </p:cNvSpPr>
          <p:nvPr>
            <p:ph type="sldNum" sz="quarter" idx="12"/>
          </p:nvPr>
        </p:nvSpPr>
        <p:spPr/>
        <p:txBody>
          <a:bodyPr/>
          <a:lstStyle/>
          <a:p>
            <a:fld id="{D57F1E4F-1CFF-5643-939E-02111984F565}" type="slidenum">
              <a:rPr lang="en-US" smtClean="0"/>
              <a:t>5</a:t>
            </a:fld>
            <a:endParaRPr lang="en-US" dirty="0"/>
          </a:p>
        </p:txBody>
      </p:sp>
    </p:spTree>
    <p:extLst>
      <p:ext uri="{BB962C8B-B14F-4D97-AF65-F5344CB8AC3E}">
        <p14:creationId xmlns:p14="http://schemas.microsoft.com/office/powerpoint/2010/main" val="2991473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Example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9641" y="623843"/>
            <a:ext cx="8904718" cy="5091157"/>
          </a:xfrm>
        </p:spPr>
        <p:txBody>
          <a:bodyPr>
            <a:normAutofit/>
          </a:bodyPr>
          <a:lstStyle/>
          <a:p>
            <a:pPr marL="0" indent="0">
              <a:buNone/>
            </a:pPr>
            <a:r>
              <a:rPr lang="en-US" sz="2000" dirty="0"/>
              <a:t>We like to take the redundant code below and convert it to a function. </a:t>
            </a:r>
          </a:p>
          <a:p>
            <a:pPr marL="0" indent="0">
              <a:buNone/>
            </a:pPr>
            <a:endParaRPr lang="en-US" sz="1900" b="1" dirty="0">
              <a:solidFill>
                <a:srgbClr val="000000"/>
              </a:solidFill>
              <a:latin typeface="Inconsolata" panose="020B0609030003000000" pitchFamily="49" charset="77"/>
            </a:endParaRPr>
          </a:p>
          <a:p>
            <a:pPr marL="0" indent="0">
              <a:buNone/>
            </a:pPr>
            <a:r>
              <a:rPr lang="en-US" sz="1800" b="1" dirty="0">
                <a:solidFill>
                  <a:srgbClr val="000000"/>
                </a:solidFill>
                <a:latin typeface="Inconsolata" panose="020B0609030003000000" pitchFamily="49" charset="77"/>
              </a:rPr>
              <a:t>x = </a:t>
            </a:r>
            <a:r>
              <a:rPr lang="en-US" sz="1800" b="1" dirty="0">
                <a:solidFill>
                  <a:srgbClr val="34A327"/>
                </a:solidFill>
                <a:latin typeface="Inconsolata" panose="020B0609030003000000" pitchFamily="49" charset="77"/>
              </a:rPr>
              <a:t>int(input(</a:t>
            </a:r>
            <a:r>
              <a:rPr lang="en-US" sz="1800" b="1" dirty="0">
                <a:solidFill>
                  <a:srgbClr val="CD7923"/>
                </a:solidFill>
                <a:latin typeface="Inconsolata" panose="020B0609030003000000" pitchFamily="49" charset="77"/>
              </a:rPr>
              <a:t>‘Enter an integer: ’</a:t>
            </a:r>
            <a:r>
              <a:rPr lang="en-US" sz="1800" b="1" dirty="0">
                <a:solidFill>
                  <a:srgbClr val="34A327"/>
                </a:solidFill>
                <a:latin typeface="Inconsolata" panose="020B0609030003000000" pitchFamily="49" charset="77"/>
              </a:rPr>
              <a:t>))</a:t>
            </a:r>
            <a:r>
              <a:rPr lang="en-US" sz="1800" b="1" dirty="0">
                <a:solidFill>
                  <a:srgbClr val="000000"/>
                </a:solidFill>
                <a:latin typeface="Inconsolata" panose="020B0609030003000000" pitchFamily="49" charset="77"/>
              </a:rPr>
              <a:t> </a:t>
            </a:r>
            <a:endParaRPr lang="en-US" sz="1800" b="1" dirty="0">
              <a:solidFill>
                <a:srgbClr val="CD7923"/>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endParaRPr lang="en-US" dirty="0"/>
          </a:p>
          <a:p>
            <a:pPr marL="0" indent="0">
              <a:buNone/>
            </a:pPr>
            <a:r>
              <a:rPr lang="en-US" sz="1900" b="1" dirty="0">
                <a:solidFill>
                  <a:srgbClr val="000000"/>
                </a:solidFill>
                <a:latin typeface="Inconsolata" panose="020B0609030003000000" pitchFamily="49" charset="77"/>
              </a:rPr>
              <a:t>x = </a:t>
            </a:r>
            <a:r>
              <a:rPr lang="en-US" sz="1900" b="1" dirty="0">
                <a:solidFill>
                  <a:srgbClr val="34A327"/>
                </a:solidFill>
                <a:latin typeface="Inconsolata" panose="020B0609030003000000" pitchFamily="49" charset="77"/>
              </a:rPr>
              <a:t>int(input(</a:t>
            </a:r>
            <a:r>
              <a:rPr lang="en-US" sz="1900" b="1" dirty="0">
                <a:solidFill>
                  <a:srgbClr val="CD7923"/>
                </a:solidFill>
                <a:latin typeface="Inconsolata" panose="020B0609030003000000" pitchFamily="49" charset="77"/>
              </a:rPr>
              <a:t>‘Enter an integer: ’</a:t>
            </a:r>
            <a:r>
              <a:rPr lang="en-US" sz="1900" b="1" dirty="0">
                <a:solidFill>
                  <a:srgbClr val="34A327"/>
                </a:solidFill>
                <a:latin typeface="Inconsolata" panose="020B0609030003000000" pitchFamily="49" charset="77"/>
              </a:rPr>
              <a:t>))</a:t>
            </a:r>
            <a:r>
              <a:rPr lang="en-US" sz="1900" b="1" dirty="0">
                <a:solidFill>
                  <a:srgbClr val="000000"/>
                </a:solidFill>
                <a:latin typeface="Inconsolata" panose="020B0609030003000000" pitchFamily="49" charset="77"/>
              </a:rPr>
              <a:t> </a:t>
            </a:r>
            <a:endParaRPr lang="en-US" sz="1900" b="1" dirty="0">
              <a:solidFill>
                <a:srgbClr val="CD7923"/>
              </a:solidFill>
              <a:latin typeface="Inconsolata" panose="020B0609030003000000" pitchFamily="49" charset="77"/>
            </a:endParaRPr>
          </a:p>
          <a:p>
            <a:pPr marL="0" indent="0">
              <a:buNone/>
            </a:pPr>
            <a:r>
              <a:rPr lang="en-US" sz="1900" b="1" dirty="0">
                <a:solidFill>
                  <a:srgbClr val="006699"/>
                </a:solidFill>
                <a:latin typeface="Inconsolata" panose="020B0609030003000000" pitchFamily="49" charset="77"/>
              </a:rPr>
              <a:t>if </a:t>
            </a:r>
            <a:r>
              <a:rPr lang="en-US" sz="1900" b="1" dirty="0">
                <a:solidFill>
                  <a:srgbClr val="000087"/>
                </a:solidFill>
                <a:latin typeface="Inconsolata" panose="020B0609030003000000" pitchFamily="49" charset="77"/>
              </a:rPr>
              <a:t>x </a:t>
            </a:r>
            <a:r>
              <a:rPr lang="en-US" sz="1900" b="1" dirty="0">
                <a:solidFill>
                  <a:srgbClr val="545454"/>
                </a:solidFill>
                <a:latin typeface="Inconsolata" panose="020B0609030003000000" pitchFamily="49" charset="77"/>
              </a:rPr>
              <a:t>&gt;= </a:t>
            </a:r>
            <a:r>
              <a:rPr lang="en-US" sz="1900" b="1" dirty="0">
                <a:solidFill>
                  <a:srgbClr val="FF6600"/>
                </a:solidFill>
                <a:latin typeface="Inconsolata" panose="020B0609030003000000" pitchFamily="49" charset="77"/>
              </a:rPr>
              <a:t>0</a:t>
            </a:r>
            <a:r>
              <a:rPr lang="en-US" sz="1900" b="1" dirty="0">
                <a:latin typeface="Inconsolata" panose="020B0609030003000000" pitchFamily="49" charset="77"/>
              </a:rPr>
              <a:t>:</a:t>
            </a:r>
          </a:p>
          <a:p>
            <a:pPr marL="0" indent="0">
              <a:buNone/>
            </a:pPr>
            <a:r>
              <a:rPr lang="en-US" sz="1900" b="1" dirty="0">
                <a:solidFill>
                  <a:srgbClr val="006699"/>
                </a:solidFill>
                <a:latin typeface="Inconsolata" panose="020B0609030003000000" pitchFamily="49" charset="77"/>
              </a:rPr>
              <a:t>    print</a:t>
            </a:r>
            <a:r>
              <a:rPr lang="en-US" sz="1900" b="1" dirty="0">
                <a:latin typeface="Inconsolata" panose="020B0609030003000000" pitchFamily="49" charset="77"/>
              </a:rPr>
              <a:t>(</a:t>
            </a:r>
            <a:r>
              <a:rPr lang="en-US" sz="1900" b="1" dirty="0">
                <a:solidFill>
                  <a:srgbClr val="000087"/>
                </a:solidFill>
                <a:latin typeface="Inconsolata" panose="020B0609030003000000" pitchFamily="49" charset="77"/>
              </a:rPr>
              <a:t>“The absolute value of”, x, "is", x</a:t>
            </a:r>
            <a:r>
              <a:rPr lang="en-US" sz="1900" b="1" dirty="0">
                <a:latin typeface="Inconsolata" panose="020B0609030003000000" pitchFamily="49" charset="77"/>
              </a:rPr>
              <a:t>)</a:t>
            </a:r>
          </a:p>
          <a:p>
            <a:pPr marL="0" indent="0">
              <a:buNone/>
            </a:pPr>
            <a:r>
              <a:rPr lang="en-US" sz="1900" b="1" dirty="0">
                <a:solidFill>
                  <a:srgbClr val="006699"/>
                </a:solidFill>
                <a:latin typeface="Inconsolata" panose="020B0609030003000000" pitchFamily="49" charset="77"/>
              </a:rPr>
              <a:t>else</a:t>
            </a:r>
            <a:r>
              <a:rPr lang="en-US" sz="1900" b="1" dirty="0">
                <a:latin typeface="Inconsolata" panose="020B0609030003000000" pitchFamily="49" charset="77"/>
              </a:rPr>
              <a:t>:</a:t>
            </a:r>
          </a:p>
          <a:p>
            <a:pPr marL="0" indent="0">
              <a:buNone/>
            </a:pPr>
            <a:r>
              <a:rPr lang="en-US" sz="1900" b="1" dirty="0">
                <a:solidFill>
                  <a:srgbClr val="006699"/>
                </a:solidFill>
                <a:latin typeface="Inconsolata" panose="020B0609030003000000" pitchFamily="49" charset="77"/>
              </a:rPr>
              <a:t>    print</a:t>
            </a:r>
            <a:r>
              <a:rPr lang="en-US" sz="1900" b="1" dirty="0">
                <a:latin typeface="Inconsolata" panose="020B0609030003000000" pitchFamily="49" charset="77"/>
              </a:rPr>
              <a:t>(</a:t>
            </a:r>
            <a:r>
              <a:rPr lang="en-US" sz="1900" b="1" dirty="0">
                <a:solidFill>
                  <a:srgbClr val="000087"/>
                </a:solidFill>
                <a:latin typeface="Inconsolata" panose="020B0609030003000000" pitchFamily="49" charset="77"/>
              </a:rPr>
              <a:t>“The absolute value of”, x, "is", -x</a:t>
            </a:r>
            <a:r>
              <a:rPr lang="en-US" sz="1900" b="1" dirty="0">
                <a:latin typeface="Inconsolata" panose="020B0609030003000000" pitchFamily="49" charset="77"/>
              </a:rPr>
              <a:t>)</a:t>
            </a:r>
          </a:p>
          <a:p>
            <a:pPr marL="0" indent="0">
              <a:buNone/>
            </a:pPr>
            <a:endParaRPr lang="en-US" dirty="0"/>
          </a:p>
        </p:txBody>
      </p:sp>
      <p:sp>
        <p:nvSpPr>
          <p:cNvPr id="3" name="TextBox 2">
            <a:extLst>
              <a:ext uri="{FF2B5EF4-FFF2-40B4-BE49-F238E27FC236}">
                <a16:creationId xmlns:a16="http://schemas.microsoft.com/office/drawing/2014/main" id="{E3AF8AEC-7CC3-BC41-B9EA-F0F40879E1DB}"/>
              </a:ext>
            </a:extLst>
          </p:cNvPr>
          <p:cNvSpPr txBox="1"/>
          <p:nvPr/>
        </p:nvSpPr>
        <p:spPr>
          <a:xfrm>
            <a:off x="6426440" y="2041892"/>
            <a:ext cx="2469734" cy="2554545"/>
          </a:xfrm>
          <a:prstGeom prst="rect">
            <a:avLst/>
          </a:prstGeom>
          <a:noFill/>
        </p:spPr>
        <p:txBody>
          <a:bodyPr wrap="square" rtlCol="0">
            <a:spAutoFit/>
          </a:bodyPr>
          <a:lstStyle/>
          <a:p>
            <a:r>
              <a:rPr lang="en-US" sz="2000" dirty="0">
                <a:solidFill>
                  <a:srgbClr val="FF0000"/>
                </a:solidFill>
              </a:rPr>
              <a:t>Let's factor out this piece of code, convert it into a function by giving it a name!</a:t>
            </a:r>
          </a:p>
          <a:p>
            <a:endParaRPr lang="en-US" sz="2000" dirty="0">
              <a:solidFill>
                <a:srgbClr val="FF0000"/>
              </a:solidFill>
            </a:endParaRPr>
          </a:p>
          <a:p>
            <a:r>
              <a:rPr lang="en-US" sz="2000" dirty="0">
                <a:solidFill>
                  <a:srgbClr val="FF0000"/>
                </a:solidFill>
              </a:rPr>
              <a:t>Then we can call it repeatedly if we wish to run the code. </a:t>
            </a:r>
          </a:p>
        </p:txBody>
      </p:sp>
      <p:cxnSp>
        <p:nvCxnSpPr>
          <p:cNvPr id="5" name="Straight Arrow Connector 4">
            <a:extLst>
              <a:ext uri="{FF2B5EF4-FFF2-40B4-BE49-F238E27FC236}">
                <a16:creationId xmlns:a16="http://schemas.microsoft.com/office/drawing/2014/main" id="{6AB14758-34F3-354C-BA32-09122E6845B3}"/>
              </a:ext>
            </a:extLst>
          </p:cNvPr>
          <p:cNvCxnSpPr>
            <a:cxnSpLocks/>
          </p:cNvCxnSpPr>
          <p:nvPr/>
        </p:nvCxnSpPr>
        <p:spPr>
          <a:xfrm flipH="1" flipV="1">
            <a:off x="5802594" y="2709017"/>
            <a:ext cx="623847" cy="48711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29AD3ADC-B7E0-FA43-8631-B6624217A8F8}"/>
              </a:ext>
            </a:extLst>
          </p:cNvPr>
          <p:cNvCxnSpPr>
            <a:cxnSpLocks/>
          </p:cNvCxnSpPr>
          <p:nvPr/>
        </p:nvCxnSpPr>
        <p:spPr>
          <a:xfrm flipH="1">
            <a:off x="5802594" y="3437681"/>
            <a:ext cx="623846" cy="1030147"/>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E250E696-9286-3543-8BCD-970476AB99B0}"/>
              </a:ext>
            </a:extLst>
          </p:cNvPr>
          <p:cNvSpPr>
            <a:spLocks noGrp="1"/>
          </p:cNvSpPr>
          <p:nvPr>
            <p:ph type="sldNum" sz="quarter" idx="12"/>
          </p:nvPr>
        </p:nvSpPr>
        <p:spPr/>
        <p:txBody>
          <a:bodyPr/>
          <a:lstStyle/>
          <a:p>
            <a:fld id="{D57F1E4F-1CFF-5643-939E-02111984F565}" type="slidenum">
              <a:rPr lang="en-US" smtClean="0"/>
              <a:t>6</a:t>
            </a:fld>
            <a:endParaRPr lang="en-US" dirty="0"/>
          </a:p>
        </p:txBody>
      </p:sp>
    </p:spTree>
    <p:extLst>
      <p:ext uri="{BB962C8B-B14F-4D97-AF65-F5344CB8AC3E}">
        <p14:creationId xmlns:p14="http://schemas.microsoft.com/office/powerpoint/2010/main" val="1375038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211473" y="204381"/>
            <a:ext cx="7053542" cy="683886"/>
          </a:xfrm>
        </p:spPr>
        <p:txBody>
          <a:bodyPr/>
          <a:lstStyle/>
          <a:p>
            <a:r>
              <a:rPr lang="en-US" dirty="0"/>
              <a:t>Functions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1473" y="888268"/>
            <a:ext cx="8776883" cy="4622351"/>
          </a:xfrm>
        </p:spPr>
        <p:txBody>
          <a:bodyPr>
            <a:normAutofit/>
          </a:bodyPr>
          <a:lstStyle/>
          <a:p>
            <a:pPr marL="0" indent="0">
              <a:buNone/>
            </a:pPr>
            <a:r>
              <a:rPr lang="en-US" dirty="0"/>
              <a:t>A </a:t>
            </a:r>
            <a:r>
              <a:rPr lang="en-US" b="1" dirty="0"/>
              <a:t>function</a:t>
            </a:r>
            <a:r>
              <a:rPr lang="en-US" i="1" dirty="0"/>
              <a:t> or </a:t>
            </a:r>
            <a:r>
              <a:rPr lang="en-US" b="1" dirty="0"/>
              <a:t>procedure</a:t>
            </a:r>
            <a:r>
              <a:rPr lang="en-US" dirty="0"/>
              <a:t> is a group of code that has a name and can be called using parentheses.  </a:t>
            </a:r>
          </a:p>
          <a:p>
            <a:pPr marL="0" indent="0">
              <a:buNone/>
            </a:pPr>
            <a:endParaRPr lang="en-US" dirty="0"/>
          </a:p>
          <a:p>
            <a:pPr marL="0" indent="0">
              <a:buNone/>
            </a:pPr>
            <a:r>
              <a:rPr lang="en-US" dirty="0"/>
              <a:t>A function may have </a:t>
            </a:r>
            <a:r>
              <a:rPr lang="en-US" b="1" dirty="0"/>
              <a:t>parameters or input variables</a:t>
            </a:r>
            <a:r>
              <a:rPr lang="en-US" dirty="0"/>
              <a:t> to the function. Parameters are input variables that provide information to the function to accomplish its task. </a:t>
            </a:r>
            <a:r>
              <a:rPr lang="en-US"/>
              <a:t>Using parameters allows procedures to be generalized, enabling the procedures to be reused with a range of input values or arguments. </a:t>
            </a:r>
            <a:endParaRPr lang="en-US" dirty="0"/>
          </a:p>
          <a:p>
            <a:pPr marL="0" indent="0">
              <a:buNone/>
            </a:pPr>
            <a:endParaRPr lang="en-US" dirty="0"/>
          </a:p>
          <a:p>
            <a:pPr marL="0" indent="0">
              <a:buNone/>
            </a:pPr>
            <a:r>
              <a:rPr lang="en-US" dirty="0"/>
              <a:t>In Python, a function is defined using the</a:t>
            </a:r>
            <a:r>
              <a:rPr lang="en-US" i="1" dirty="0"/>
              <a:t> def</a:t>
            </a:r>
            <a:r>
              <a:rPr lang="en-US" dirty="0"/>
              <a:t> statement. </a:t>
            </a:r>
          </a:p>
          <a:p>
            <a:pPr marL="0" indent="0">
              <a:buNone/>
            </a:pPr>
            <a:endParaRPr lang="en-US" dirty="0"/>
          </a:p>
          <a:p>
            <a:pPr marL="0" indent="0">
              <a:buNone/>
            </a:pPr>
            <a:r>
              <a:rPr lang="en-US" b="1" dirty="0">
                <a:solidFill>
                  <a:srgbClr val="006699"/>
                </a:solidFill>
                <a:latin typeface="Inconsolata" panose="020B0609030003000000" pitchFamily="49" charset="77"/>
              </a:rPr>
              <a:t>def </a:t>
            </a:r>
            <a:r>
              <a:rPr lang="en-US" b="1" i="1" dirty="0" err="1">
                <a:solidFill>
                  <a:srgbClr val="CC00FF"/>
                </a:solidFill>
                <a:latin typeface="Inconsolata" panose="020B0609030003000000" pitchFamily="49" charset="77"/>
              </a:rPr>
              <a:t>function_name</a:t>
            </a:r>
            <a:r>
              <a:rPr lang="en-US" b="1" dirty="0">
                <a:latin typeface="Inconsolata" panose="020B0609030003000000" pitchFamily="49" charset="77"/>
              </a:rPr>
              <a:t>(</a:t>
            </a:r>
            <a:r>
              <a:rPr lang="en-US" b="1" i="1" dirty="0">
                <a:solidFill>
                  <a:srgbClr val="000087"/>
                </a:solidFill>
                <a:latin typeface="Inconsolata" panose="020B0609030003000000" pitchFamily="49" charset="77"/>
              </a:rPr>
              <a:t>parameters</a:t>
            </a:r>
            <a:r>
              <a:rPr lang="en-US" b="1" dirty="0">
                <a:latin typeface="Inconsolata" panose="020B0609030003000000" pitchFamily="49" charset="77"/>
              </a:rPr>
              <a:t>): </a:t>
            </a:r>
          </a:p>
          <a:p>
            <a:pPr marL="0" indent="0">
              <a:buNone/>
            </a:pPr>
            <a:r>
              <a:rPr lang="en-US" b="1" i="1" dirty="0">
                <a:solidFill>
                  <a:srgbClr val="000087"/>
                </a:solidFill>
                <a:latin typeface="Inconsolata" panose="020B0609030003000000" pitchFamily="49" charset="77"/>
              </a:rPr>
              <a:t>	block of code</a:t>
            </a:r>
            <a:endParaRPr lang="en-US" dirty="0"/>
          </a:p>
        </p:txBody>
      </p:sp>
      <p:sp>
        <p:nvSpPr>
          <p:cNvPr id="3" name="Slide Number Placeholder 2">
            <a:extLst>
              <a:ext uri="{FF2B5EF4-FFF2-40B4-BE49-F238E27FC236}">
                <a16:creationId xmlns:a16="http://schemas.microsoft.com/office/drawing/2014/main" id="{874A9731-7B6D-E44E-AB5A-807E46321435}"/>
              </a:ext>
            </a:extLst>
          </p:cNvPr>
          <p:cNvSpPr>
            <a:spLocks noGrp="1"/>
          </p:cNvSpPr>
          <p:nvPr>
            <p:ph type="sldNum" sz="quarter" idx="12"/>
          </p:nvPr>
        </p:nvSpPr>
        <p:spPr/>
        <p:txBody>
          <a:bodyPr/>
          <a:lstStyle/>
          <a:p>
            <a:fld id="{D57F1E4F-1CFF-5643-939E-02111984F565}" type="slidenum">
              <a:rPr lang="en-US" smtClean="0"/>
              <a:t>7</a:t>
            </a:fld>
            <a:endParaRPr lang="en-US" dirty="0"/>
          </a:p>
        </p:txBody>
      </p:sp>
    </p:spTree>
    <p:extLst>
      <p:ext uri="{BB962C8B-B14F-4D97-AF65-F5344CB8AC3E}">
        <p14:creationId xmlns:p14="http://schemas.microsoft.com/office/powerpoint/2010/main" val="158648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Absolute Value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0" y="544750"/>
            <a:ext cx="9364827" cy="5087566"/>
          </a:xfrm>
        </p:spPr>
        <p:txBody>
          <a:bodyPr>
            <a:normAutofit/>
          </a:bodyPr>
          <a:lstStyle/>
          <a:p>
            <a:pPr marL="0" indent="0">
              <a:buNone/>
            </a:pPr>
            <a:r>
              <a:rPr lang="en-US" sz="2000" dirty="0"/>
              <a:t>We like to take the redundant code below and convert it to a function called absolute().</a:t>
            </a:r>
          </a:p>
          <a:p>
            <a:pPr marL="0" indent="0">
              <a:buNone/>
            </a:pPr>
            <a:r>
              <a:rPr lang="en-US" sz="1800" b="1" dirty="0">
                <a:solidFill>
                  <a:srgbClr val="006699"/>
                </a:solidFill>
                <a:latin typeface="Inconsolata" panose="020B0609030003000000" pitchFamily="49" charset="77"/>
              </a:rPr>
              <a:t>def </a:t>
            </a:r>
            <a:r>
              <a:rPr lang="en-US" sz="1800" b="1" i="1" dirty="0">
                <a:solidFill>
                  <a:srgbClr val="CC00FF"/>
                </a:solidFill>
                <a:latin typeface="Inconsolata" panose="020B0609030003000000" pitchFamily="49" charset="77"/>
              </a:rPr>
              <a:t>absolute</a:t>
            </a:r>
            <a:r>
              <a:rPr lang="en-US" sz="1800" b="1" dirty="0">
                <a:latin typeface="Inconsolata" panose="020B0609030003000000" pitchFamily="49" charset="77"/>
              </a:rPr>
              <a:t>(</a:t>
            </a:r>
            <a:r>
              <a:rPr lang="en-US" sz="1800" b="1" i="1" dirty="0">
                <a:solidFill>
                  <a:srgbClr val="000087"/>
                </a:solidFill>
                <a:latin typeface="Inconsolata" panose="020B0609030003000000" pitchFamily="49" charset="77"/>
              </a:rPr>
              <a:t>x</a:t>
            </a:r>
            <a:r>
              <a:rPr lang="en-US" sz="1800" b="1" dirty="0">
                <a:latin typeface="Inconsolata" panose="020B0609030003000000" pitchFamily="49" charset="77"/>
              </a:rPr>
              <a:t>): </a:t>
            </a:r>
            <a:endParaRPr lang="en-US" sz="1800" b="1" dirty="0">
              <a:solidFill>
                <a:srgbClr val="000000"/>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    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endParaRPr lang="en-US" sz="1900" b="1" dirty="0">
              <a:solidFill>
                <a:srgbClr val="92D050"/>
              </a:solidFill>
              <a:latin typeface="Inconsolata" panose="020B0609030003000000" pitchFamily="49" charset="77"/>
            </a:endParaRPr>
          </a:p>
          <a:p>
            <a:pPr marL="0" indent="0">
              <a:buNone/>
            </a:pPr>
            <a:r>
              <a:rPr lang="en-US" sz="1900" b="1" dirty="0">
                <a:solidFill>
                  <a:srgbClr val="92D050"/>
                </a:solidFill>
                <a:latin typeface="Inconsolata" panose="020B0609030003000000" pitchFamily="49" charset="77"/>
              </a:rPr>
              <a:t># several calls to abs()</a:t>
            </a:r>
          </a:p>
          <a:p>
            <a:pPr marL="0" indent="0">
              <a:buNone/>
            </a:pPr>
            <a:r>
              <a:rPr lang="en-US" sz="1900" b="1" dirty="0">
                <a:solidFill>
                  <a:srgbClr val="000000"/>
                </a:solidFill>
                <a:latin typeface="Inconsolata" panose="020B0609030003000000" pitchFamily="49" charset="77"/>
              </a:rPr>
              <a:t>absolute(-10) 	</a:t>
            </a:r>
            <a:r>
              <a:rPr lang="en-US" sz="1900" b="1" dirty="0">
                <a:solidFill>
                  <a:srgbClr val="92D050"/>
                </a:solidFill>
                <a:latin typeface="Inconsolata" panose="020B0609030003000000" pitchFamily="49" charset="77"/>
              </a:rPr>
              <a:t># The absolute value of -10 is 10</a:t>
            </a:r>
          </a:p>
          <a:p>
            <a:pPr marL="0" indent="0">
              <a:buNone/>
            </a:pPr>
            <a:r>
              <a:rPr lang="en-US" sz="1900" b="1" dirty="0">
                <a:solidFill>
                  <a:srgbClr val="000000"/>
                </a:solidFill>
                <a:latin typeface="Inconsolata" panose="020B0609030003000000" pitchFamily="49" charset="77"/>
              </a:rPr>
              <a:t>absolute(5)	</a:t>
            </a:r>
            <a:r>
              <a:rPr lang="en-US" sz="1900" b="1" dirty="0">
                <a:solidFill>
                  <a:srgbClr val="92D050"/>
                </a:solidFill>
                <a:latin typeface="Inconsolata" panose="020B0609030003000000" pitchFamily="49" charset="77"/>
              </a:rPr>
              <a:t># The absolute value of 5 is 5</a:t>
            </a:r>
          </a:p>
          <a:p>
            <a:pPr marL="0" indent="0">
              <a:buNone/>
            </a:pPr>
            <a:r>
              <a:rPr lang="en-US" sz="1900" b="1" dirty="0">
                <a:solidFill>
                  <a:srgbClr val="000000"/>
                </a:solidFill>
                <a:latin typeface="Inconsolata" panose="020B0609030003000000" pitchFamily="49" charset="77"/>
              </a:rPr>
              <a:t>	</a:t>
            </a:r>
            <a:endParaRPr lang="en-US" sz="1900" b="1" dirty="0">
              <a:solidFill>
                <a:srgbClr val="CD7923"/>
              </a:solidFill>
              <a:latin typeface="Inconsolata" panose="020B0609030003000000" pitchFamily="49" charset="77"/>
            </a:endParaRPr>
          </a:p>
        </p:txBody>
      </p:sp>
      <p:sp>
        <p:nvSpPr>
          <p:cNvPr id="8" name="TextBox 7">
            <a:extLst>
              <a:ext uri="{FF2B5EF4-FFF2-40B4-BE49-F238E27FC236}">
                <a16:creationId xmlns:a16="http://schemas.microsoft.com/office/drawing/2014/main" id="{1044117C-21C0-1F45-A298-07265AA9815C}"/>
              </a:ext>
            </a:extLst>
          </p:cNvPr>
          <p:cNvSpPr txBox="1"/>
          <p:nvPr/>
        </p:nvSpPr>
        <p:spPr>
          <a:xfrm>
            <a:off x="6725812" y="1040054"/>
            <a:ext cx="2469734" cy="2246769"/>
          </a:xfrm>
          <a:prstGeom prst="rect">
            <a:avLst/>
          </a:prstGeom>
          <a:noFill/>
        </p:spPr>
        <p:txBody>
          <a:bodyPr wrap="square" rtlCol="0">
            <a:spAutoFit/>
          </a:bodyPr>
          <a:lstStyle/>
          <a:p>
            <a:r>
              <a:rPr lang="en-US" sz="2000" dirty="0">
                <a:solidFill>
                  <a:srgbClr val="FF0000"/>
                </a:solidFill>
              </a:rPr>
              <a:t>We placed the code into a function named absolute().</a:t>
            </a:r>
          </a:p>
          <a:p>
            <a:r>
              <a:rPr lang="en-US" sz="2000" dirty="0">
                <a:solidFill>
                  <a:srgbClr val="FF0000"/>
                </a:solidFill>
              </a:rPr>
              <a:t>This block of code is called the function definition.</a:t>
            </a:r>
          </a:p>
          <a:p>
            <a:endParaRPr lang="en-US" sz="2000" dirty="0">
              <a:solidFill>
                <a:srgbClr val="FF0000"/>
              </a:solidFill>
            </a:endParaRPr>
          </a:p>
        </p:txBody>
      </p:sp>
      <p:cxnSp>
        <p:nvCxnSpPr>
          <p:cNvPr id="18" name="Straight Arrow Connector 17">
            <a:extLst>
              <a:ext uri="{FF2B5EF4-FFF2-40B4-BE49-F238E27FC236}">
                <a16:creationId xmlns:a16="http://schemas.microsoft.com/office/drawing/2014/main" id="{12FC02BD-45AD-764F-91B5-1546B5C0BC0D}"/>
              </a:ext>
            </a:extLst>
          </p:cNvPr>
          <p:cNvCxnSpPr>
            <a:cxnSpLocks/>
          </p:cNvCxnSpPr>
          <p:nvPr/>
        </p:nvCxnSpPr>
        <p:spPr>
          <a:xfrm flipH="1" flipV="1">
            <a:off x="1458170" y="3685105"/>
            <a:ext cx="1958398" cy="73538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A7D6B793-CDB8-474B-81AF-D75035A77EBB}"/>
              </a:ext>
            </a:extLst>
          </p:cNvPr>
          <p:cNvCxnSpPr>
            <a:cxnSpLocks/>
          </p:cNvCxnSpPr>
          <p:nvPr/>
        </p:nvCxnSpPr>
        <p:spPr>
          <a:xfrm flipH="1" flipV="1">
            <a:off x="1144983" y="4086371"/>
            <a:ext cx="2293321" cy="600225"/>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B9BB4991-4105-EC40-918A-F22FD2AF1EC5}"/>
              </a:ext>
            </a:extLst>
          </p:cNvPr>
          <p:cNvSpPr txBox="1"/>
          <p:nvPr/>
        </p:nvSpPr>
        <p:spPr>
          <a:xfrm>
            <a:off x="3416568" y="4125655"/>
            <a:ext cx="2469734" cy="1323439"/>
          </a:xfrm>
          <a:prstGeom prst="rect">
            <a:avLst/>
          </a:prstGeom>
          <a:noFill/>
        </p:spPr>
        <p:txBody>
          <a:bodyPr wrap="square" rtlCol="0">
            <a:spAutoFit/>
          </a:bodyPr>
          <a:lstStyle/>
          <a:p>
            <a:r>
              <a:rPr lang="en-US" sz="2000" dirty="0">
                <a:solidFill>
                  <a:srgbClr val="FF0000"/>
                </a:solidFill>
              </a:rPr>
              <a:t>Now we can reuse this code by calling on absolute() with different inputs!</a:t>
            </a:r>
          </a:p>
        </p:txBody>
      </p:sp>
      <p:cxnSp>
        <p:nvCxnSpPr>
          <p:cNvPr id="26" name="Straight Arrow Connector 25">
            <a:extLst>
              <a:ext uri="{FF2B5EF4-FFF2-40B4-BE49-F238E27FC236}">
                <a16:creationId xmlns:a16="http://schemas.microsoft.com/office/drawing/2014/main" id="{B78F13E8-5A8C-8D48-BD9F-F63DF02A1CC3}"/>
              </a:ext>
            </a:extLst>
          </p:cNvPr>
          <p:cNvCxnSpPr>
            <a:cxnSpLocks/>
          </p:cNvCxnSpPr>
          <p:nvPr/>
        </p:nvCxnSpPr>
        <p:spPr>
          <a:xfrm flipH="1" flipV="1">
            <a:off x="6033706" y="2095818"/>
            <a:ext cx="692106" cy="175342"/>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9D707FA3-B574-DE43-8764-35E48B53603D}"/>
              </a:ext>
            </a:extLst>
          </p:cNvPr>
          <p:cNvSpPr txBox="1"/>
          <p:nvPr/>
        </p:nvSpPr>
        <p:spPr>
          <a:xfrm>
            <a:off x="6373476" y="3012342"/>
            <a:ext cx="2616422" cy="1015663"/>
          </a:xfrm>
          <a:prstGeom prst="rect">
            <a:avLst/>
          </a:prstGeom>
          <a:noFill/>
        </p:spPr>
        <p:txBody>
          <a:bodyPr wrap="none" rtlCol="0">
            <a:spAutoFit/>
          </a:bodyPr>
          <a:lstStyle/>
          <a:p>
            <a:r>
              <a:rPr lang="en-US" sz="2000" dirty="0">
                <a:solidFill>
                  <a:srgbClr val="FF0000"/>
                </a:solidFill>
              </a:rPr>
              <a:t>The function definition </a:t>
            </a:r>
          </a:p>
          <a:p>
            <a:r>
              <a:rPr lang="en-US" sz="2000" dirty="0">
                <a:solidFill>
                  <a:srgbClr val="FF0000"/>
                </a:solidFill>
              </a:rPr>
              <a:t>must precede any </a:t>
            </a:r>
          </a:p>
          <a:p>
            <a:r>
              <a:rPr lang="en-US" sz="2000" dirty="0">
                <a:solidFill>
                  <a:srgbClr val="FF0000"/>
                </a:solidFill>
              </a:rPr>
              <a:t>function calls.</a:t>
            </a:r>
          </a:p>
        </p:txBody>
      </p:sp>
      <p:sp>
        <p:nvSpPr>
          <p:cNvPr id="3" name="Slide Number Placeholder 2">
            <a:extLst>
              <a:ext uri="{FF2B5EF4-FFF2-40B4-BE49-F238E27FC236}">
                <a16:creationId xmlns:a16="http://schemas.microsoft.com/office/drawing/2014/main" id="{74B9B413-4163-1042-9DF5-434FE0E559C2}"/>
              </a:ext>
            </a:extLst>
          </p:cNvPr>
          <p:cNvSpPr>
            <a:spLocks noGrp="1"/>
          </p:cNvSpPr>
          <p:nvPr>
            <p:ph type="sldNum" sz="quarter" idx="12"/>
          </p:nvPr>
        </p:nvSpPr>
        <p:spPr/>
        <p:txBody>
          <a:bodyPr/>
          <a:lstStyle/>
          <a:p>
            <a:fld id="{D57F1E4F-1CFF-5643-939E-02111984F565}" type="slidenum">
              <a:rPr lang="en-US" smtClean="0"/>
              <a:t>8</a:t>
            </a:fld>
            <a:endParaRPr lang="en-US" dirty="0"/>
          </a:p>
        </p:txBody>
      </p:sp>
      <p:sp>
        <p:nvSpPr>
          <p:cNvPr id="4" name="TextBox 3">
            <a:extLst>
              <a:ext uri="{FF2B5EF4-FFF2-40B4-BE49-F238E27FC236}">
                <a16:creationId xmlns:a16="http://schemas.microsoft.com/office/drawing/2014/main" id="{36DCEFF4-B938-2089-B010-D6A18E381A0E}"/>
              </a:ext>
            </a:extLst>
          </p:cNvPr>
          <p:cNvSpPr txBox="1"/>
          <p:nvPr/>
        </p:nvSpPr>
        <p:spPr>
          <a:xfrm>
            <a:off x="33434" y="4518569"/>
            <a:ext cx="3371436" cy="1015663"/>
          </a:xfrm>
          <a:prstGeom prst="rect">
            <a:avLst/>
          </a:prstGeom>
          <a:noFill/>
        </p:spPr>
        <p:txBody>
          <a:bodyPr wrap="none" rtlCol="0">
            <a:spAutoFit/>
          </a:bodyPr>
          <a:lstStyle/>
          <a:p>
            <a:r>
              <a:rPr lang="en-US" sz="2000"/>
              <a:t>Output:</a:t>
            </a:r>
          </a:p>
          <a:p>
            <a:r>
              <a:rPr lang="en-US" sz="2000"/>
              <a:t>The absolute value of -10 is 10</a:t>
            </a:r>
          </a:p>
          <a:p>
            <a:r>
              <a:rPr lang="en-US" sz="2000"/>
              <a:t>The absolute value of 5 is 5</a:t>
            </a:r>
          </a:p>
        </p:txBody>
      </p:sp>
    </p:spTree>
    <p:extLst>
      <p:ext uri="{BB962C8B-B14F-4D97-AF65-F5344CB8AC3E}">
        <p14:creationId xmlns:p14="http://schemas.microsoft.com/office/powerpoint/2010/main" val="3395584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5" grpId="0"/>
      <p:bldP spid="2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Absolute Value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9641" y="623843"/>
            <a:ext cx="8904718" cy="5091157"/>
          </a:xfrm>
        </p:spPr>
        <p:txBody>
          <a:bodyPr>
            <a:normAutofit/>
          </a:bodyPr>
          <a:lstStyle/>
          <a:p>
            <a:pPr marL="0" indent="0">
              <a:buNone/>
            </a:pPr>
            <a:endParaRPr lang="en-US" sz="1800" b="1" dirty="0">
              <a:solidFill>
                <a:srgbClr val="006699"/>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def </a:t>
            </a:r>
            <a:r>
              <a:rPr lang="en-US" sz="1800" b="1" i="1" dirty="0">
                <a:solidFill>
                  <a:srgbClr val="CC00FF"/>
                </a:solidFill>
                <a:latin typeface="Inconsolata" panose="020B0609030003000000" pitchFamily="49" charset="77"/>
              </a:rPr>
              <a:t>absolute</a:t>
            </a:r>
            <a:r>
              <a:rPr lang="en-US" sz="1800" b="1" dirty="0">
                <a:latin typeface="Inconsolata" panose="020B0609030003000000" pitchFamily="49" charset="77"/>
              </a:rPr>
              <a:t>(</a:t>
            </a:r>
            <a:r>
              <a:rPr lang="en-US" sz="1800" b="1" i="1" dirty="0">
                <a:solidFill>
                  <a:srgbClr val="000087"/>
                </a:solidFill>
                <a:latin typeface="Inconsolata" panose="020B0609030003000000" pitchFamily="49" charset="77"/>
              </a:rPr>
              <a:t>x</a:t>
            </a:r>
            <a:r>
              <a:rPr lang="en-US" sz="1800" b="1" dirty="0">
                <a:latin typeface="Inconsolata" panose="020B0609030003000000" pitchFamily="49" charset="77"/>
              </a:rPr>
              <a:t>): </a:t>
            </a:r>
            <a:endParaRPr lang="en-US" sz="1800" b="1" dirty="0">
              <a:solidFill>
                <a:srgbClr val="000000"/>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    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endParaRPr lang="en-US" sz="1900" b="1" dirty="0">
              <a:solidFill>
                <a:srgbClr val="92D050"/>
              </a:solidFill>
              <a:latin typeface="Inconsolata" panose="020B0609030003000000" pitchFamily="49" charset="77"/>
            </a:endParaRPr>
          </a:p>
          <a:p>
            <a:pPr marL="0" indent="0">
              <a:buNone/>
            </a:pPr>
            <a:endParaRPr lang="en-US" sz="1900" b="1" dirty="0">
              <a:solidFill>
                <a:srgbClr val="92D050"/>
              </a:solidFill>
              <a:latin typeface="Inconsolata" panose="020B0609030003000000" pitchFamily="49" charset="77"/>
            </a:endParaRPr>
          </a:p>
          <a:p>
            <a:pPr marL="0" indent="0">
              <a:buNone/>
            </a:pPr>
            <a:r>
              <a:rPr lang="en-US" sz="1900" b="1" dirty="0">
                <a:solidFill>
                  <a:srgbClr val="000000"/>
                </a:solidFill>
                <a:latin typeface="Inconsolata" panose="020B0609030003000000" pitchFamily="49" charset="77"/>
              </a:rPr>
              <a:t>absolute(-10) 	</a:t>
            </a:r>
          </a:p>
          <a:p>
            <a:pPr marL="0" indent="0">
              <a:buNone/>
            </a:pPr>
            <a:r>
              <a:rPr lang="en-US" sz="1900" b="1" dirty="0">
                <a:solidFill>
                  <a:srgbClr val="000000"/>
                </a:solidFill>
                <a:latin typeface="Inconsolata" panose="020B0609030003000000" pitchFamily="49" charset="77"/>
              </a:rPr>
              <a:t>absolute(5)	</a:t>
            </a:r>
            <a:endParaRPr lang="en-US" sz="1900" b="1" dirty="0">
              <a:solidFill>
                <a:srgbClr val="CD7923"/>
              </a:solidFill>
              <a:latin typeface="Inconsolata" panose="020B0609030003000000" pitchFamily="49" charset="77"/>
            </a:endParaRPr>
          </a:p>
        </p:txBody>
      </p:sp>
      <p:cxnSp>
        <p:nvCxnSpPr>
          <p:cNvPr id="18" name="Straight Arrow Connector 17">
            <a:extLst>
              <a:ext uri="{FF2B5EF4-FFF2-40B4-BE49-F238E27FC236}">
                <a16:creationId xmlns:a16="http://schemas.microsoft.com/office/drawing/2014/main" id="{12FC02BD-45AD-764F-91B5-1546B5C0BC0D}"/>
              </a:ext>
            </a:extLst>
          </p:cNvPr>
          <p:cNvCxnSpPr>
            <a:cxnSpLocks/>
          </p:cNvCxnSpPr>
          <p:nvPr/>
        </p:nvCxnSpPr>
        <p:spPr>
          <a:xfrm flipV="1">
            <a:off x="1501533" y="1307729"/>
            <a:ext cx="339364" cy="214248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64246B44-6C38-BF40-A25C-4A2CECDA19B3}"/>
              </a:ext>
            </a:extLst>
          </p:cNvPr>
          <p:cNvSpPr txBox="1"/>
          <p:nvPr/>
        </p:nvSpPr>
        <p:spPr>
          <a:xfrm>
            <a:off x="2650474" y="2858678"/>
            <a:ext cx="4440990" cy="1631216"/>
          </a:xfrm>
          <a:prstGeom prst="rect">
            <a:avLst/>
          </a:prstGeom>
          <a:noFill/>
        </p:spPr>
        <p:txBody>
          <a:bodyPr wrap="square" rtlCol="0">
            <a:spAutoFit/>
          </a:bodyPr>
          <a:lstStyle/>
          <a:p>
            <a:r>
              <a:rPr lang="en-US" sz="2000" dirty="0">
                <a:solidFill>
                  <a:srgbClr val="FF0000"/>
                </a:solidFill>
              </a:rPr>
              <a:t>The first time absolute() is called, input x variable has the value of -10 </a:t>
            </a:r>
          </a:p>
          <a:p>
            <a:endParaRPr lang="en-US" sz="2000" dirty="0">
              <a:solidFill>
                <a:srgbClr val="FF0000"/>
              </a:solidFill>
            </a:endParaRPr>
          </a:p>
          <a:p>
            <a:r>
              <a:rPr lang="en-US" sz="2000" dirty="0">
                <a:solidFill>
                  <a:srgbClr val="FF0000"/>
                </a:solidFill>
              </a:rPr>
              <a:t>Once this function call is done executing. This value of x is released from memory.</a:t>
            </a:r>
          </a:p>
        </p:txBody>
      </p:sp>
      <p:sp>
        <p:nvSpPr>
          <p:cNvPr id="3" name="Slide Number Placeholder 2">
            <a:extLst>
              <a:ext uri="{FF2B5EF4-FFF2-40B4-BE49-F238E27FC236}">
                <a16:creationId xmlns:a16="http://schemas.microsoft.com/office/drawing/2014/main" id="{1B0F580D-D899-624F-8938-E37CBF85BE68}"/>
              </a:ext>
            </a:extLst>
          </p:cNvPr>
          <p:cNvSpPr>
            <a:spLocks noGrp="1"/>
          </p:cNvSpPr>
          <p:nvPr>
            <p:ph type="sldNum" sz="quarter" idx="12"/>
          </p:nvPr>
        </p:nvSpPr>
        <p:spPr/>
        <p:txBody>
          <a:bodyPr/>
          <a:lstStyle/>
          <a:p>
            <a:fld id="{D57F1E4F-1CFF-5643-939E-02111984F565}" type="slidenum">
              <a:rPr lang="en-US" smtClean="0"/>
              <a:t>9</a:t>
            </a:fld>
            <a:endParaRPr lang="en-US" dirty="0"/>
          </a:p>
        </p:txBody>
      </p:sp>
      <p:sp>
        <p:nvSpPr>
          <p:cNvPr id="4" name="TextBox 3">
            <a:extLst>
              <a:ext uri="{FF2B5EF4-FFF2-40B4-BE49-F238E27FC236}">
                <a16:creationId xmlns:a16="http://schemas.microsoft.com/office/drawing/2014/main" id="{7D072CEC-48A7-F8A3-BBF1-08728471C139}"/>
              </a:ext>
            </a:extLst>
          </p:cNvPr>
          <p:cNvSpPr txBox="1"/>
          <p:nvPr/>
        </p:nvSpPr>
        <p:spPr>
          <a:xfrm>
            <a:off x="155179" y="4500255"/>
            <a:ext cx="3371436" cy="1015663"/>
          </a:xfrm>
          <a:prstGeom prst="rect">
            <a:avLst/>
          </a:prstGeom>
          <a:noFill/>
        </p:spPr>
        <p:txBody>
          <a:bodyPr wrap="none" rtlCol="0">
            <a:spAutoFit/>
          </a:bodyPr>
          <a:lstStyle/>
          <a:p>
            <a:r>
              <a:rPr lang="en-US" sz="2000"/>
              <a:t>Output:</a:t>
            </a:r>
          </a:p>
          <a:p>
            <a:r>
              <a:rPr lang="en-US" sz="2000"/>
              <a:t>The absolute value of -10 is 10</a:t>
            </a:r>
          </a:p>
          <a:p>
            <a:r>
              <a:rPr lang="en-US" sz="2000"/>
              <a:t>The absolute value of 5 is 5</a:t>
            </a:r>
          </a:p>
        </p:txBody>
      </p:sp>
    </p:spTree>
    <p:extLst>
      <p:ext uri="{BB962C8B-B14F-4D97-AF65-F5344CB8AC3E}">
        <p14:creationId xmlns:p14="http://schemas.microsoft.com/office/powerpoint/2010/main" val="37148938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Absolute Value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9641" y="623843"/>
            <a:ext cx="8904718" cy="5091157"/>
          </a:xfrm>
        </p:spPr>
        <p:txBody>
          <a:bodyPr>
            <a:normAutofit/>
          </a:bodyPr>
          <a:lstStyle/>
          <a:p>
            <a:pPr marL="0" indent="0">
              <a:buNone/>
            </a:pPr>
            <a:endParaRPr lang="en-US" sz="1800" b="1" dirty="0">
              <a:solidFill>
                <a:srgbClr val="006699"/>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def </a:t>
            </a:r>
            <a:r>
              <a:rPr lang="en-US" sz="1800" b="1" i="1" dirty="0">
                <a:solidFill>
                  <a:srgbClr val="CC00FF"/>
                </a:solidFill>
                <a:latin typeface="Inconsolata" panose="020B0609030003000000" pitchFamily="49" charset="77"/>
              </a:rPr>
              <a:t>absolute</a:t>
            </a:r>
            <a:r>
              <a:rPr lang="en-US" sz="1800" b="1" dirty="0">
                <a:latin typeface="Inconsolata" panose="020B0609030003000000" pitchFamily="49" charset="77"/>
              </a:rPr>
              <a:t>(</a:t>
            </a:r>
            <a:r>
              <a:rPr lang="en-US" sz="1800" b="1" i="1" dirty="0">
                <a:solidFill>
                  <a:srgbClr val="000087"/>
                </a:solidFill>
                <a:latin typeface="Inconsolata" panose="020B0609030003000000" pitchFamily="49" charset="77"/>
              </a:rPr>
              <a:t>x</a:t>
            </a:r>
            <a:r>
              <a:rPr lang="en-US" sz="1800" b="1" dirty="0">
                <a:latin typeface="Inconsolata" panose="020B0609030003000000" pitchFamily="49" charset="77"/>
              </a:rPr>
              <a:t>): </a:t>
            </a:r>
            <a:endParaRPr lang="en-US" sz="1800" b="1" dirty="0">
              <a:solidFill>
                <a:srgbClr val="000000"/>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    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print</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“The absolute value of”, x, "is", -x</a:t>
            </a:r>
            <a:r>
              <a:rPr lang="en-US" sz="1800" b="1" dirty="0">
                <a:latin typeface="Inconsolata" panose="020B0609030003000000" pitchFamily="49" charset="77"/>
              </a:rPr>
              <a:t>)</a:t>
            </a:r>
          </a:p>
          <a:p>
            <a:pPr marL="0" indent="0">
              <a:buNone/>
            </a:pPr>
            <a:endParaRPr lang="en-US" sz="1900" b="1" dirty="0">
              <a:solidFill>
                <a:srgbClr val="92D050"/>
              </a:solidFill>
              <a:latin typeface="Inconsolata" panose="020B0609030003000000" pitchFamily="49" charset="77"/>
            </a:endParaRPr>
          </a:p>
          <a:p>
            <a:pPr marL="0" indent="0">
              <a:buNone/>
            </a:pPr>
            <a:endParaRPr lang="en-US" sz="1900" b="1" dirty="0">
              <a:solidFill>
                <a:srgbClr val="92D050"/>
              </a:solidFill>
              <a:latin typeface="Inconsolata" panose="020B0609030003000000" pitchFamily="49" charset="77"/>
            </a:endParaRPr>
          </a:p>
          <a:p>
            <a:pPr marL="0" indent="0">
              <a:buNone/>
            </a:pPr>
            <a:r>
              <a:rPr lang="en-US" sz="1900" b="1" dirty="0">
                <a:solidFill>
                  <a:srgbClr val="000000"/>
                </a:solidFill>
                <a:latin typeface="Inconsolata" panose="020B0609030003000000" pitchFamily="49" charset="77"/>
              </a:rPr>
              <a:t>absolute(-10) 	</a:t>
            </a:r>
            <a:endParaRPr lang="en-US" sz="1900" b="1" dirty="0">
              <a:solidFill>
                <a:srgbClr val="92D050"/>
              </a:solidFill>
              <a:latin typeface="Inconsolata" panose="020B0609030003000000" pitchFamily="49" charset="77"/>
            </a:endParaRPr>
          </a:p>
          <a:p>
            <a:pPr marL="0" indent="0">
              <a:buNone/>
            </a:pPr>
            <a:r>
              <a:rPr lang="en-US" sz="1900" b="1" dirty="0">
                <a:solidFill>
                  <a:srgbClr val="000000"/>
                </a:solidFill>
                <a:latin typeface="Inconsolata" panose="020B0609030003000000" pitchFamily="49" charset="77"/>
              </a:rPr>
              <a:t>absolute(5)	</a:t>
            </a:r>
            <a:endParaRPr lang="en-US" sz="1900" b="1" dirty="0">
              <a:solidFill>
                <a:srgbClr val="CD7923"/>
              </a:solidFill>
              <a:latin typeface="Inconsolata" panose="020B0609030003000000" pitchFamily="49" charset="77"/>
            </a:endParaRPr>
          </a:p>
        </p:txBody>
      </p:sp>
      <p:cxnSp>
        <p:nvCxnSpPr>
          <p:cNvPr id="18" name="Straight Arrow Connector 17">
            <a:extLst>
              <a:ext uri="{FF2B5EF4-FFF2-40B4-BE49-F238E27FC236}">
                <a16:creationId xmlns:a16="http://schemas.microsoft.com/office/drawing/2014/main" id="{12FC02BD-45AD-764F-91B5-1546B5C0BC0D}"/>
              </a:ext>
            </a:extLst>
          </p:cNvPr>
          <p:cNvCxnSpPr>
            <a:cxnSpLocks/>
          </p:cNvCxnSpPr>
          <p:nvPr/>
        </p:nvCxnSpPr>
        <p:spPr>
          <a:xfrm flipV="1">
            <a:off x="1378984" y="1307730"/>
            <a:ext cx="461913" cy="2500699"/>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64246B44-6C38-BF40-A25C-4A2CECDA19B3}"/>
              </a:ext>
            </a:extLst>
          </p:cNvPr>
          <p:cNvSpPr txBox="1"/>
          <p:nvPr/>
        </p:nvSpPr>
        <p:spPr>
          <a:xfrm>
            <a:off x="3517125" y="2844388"/>
            <a:ext cx="3656058" cy="2246769"/>
          </a:xfrm>
          <a:prstGeom prst="rect">
            <a:avLst/>
          </a:prstGeom>
          <a:noFill/>
        </p:spPr>
        <p:txBody>
          <a:bodyPr wrap="square" rtlCol="0">
            <a:spAutoFit/>
          </a:bodyPr>
          <a:lstStyle/>
          <a:p>
            <a:r>
              <a:rPr lang="en-US" sz="2000" dirty="0">
                <a:solidFill>
                  <a:srgbClr val="FF0000"/>
                </a:solidFill>
              </a:rPr>
              <a:t>The second time absolute() is called, a new variable x is created with  the value 5. </a:t>
            </a:r>
          </a:p>
          <a:p>
            <a:endParaRPr lang="en-US" sz="2000" dirty="0">
              <a:solidFill>
                <a:srgbClr val="FF0000"/>
              </a:solidFill>
            </a:endParaRPr>
          </a:p>
          <a:p>
            <a:r>
              <a:rPr lang="en-US" sz="2000" dirty="0">
                <a:solidFill>
                  <a:srgbClr val="FF0000"/>
                </a:solidFill>
              </a:rPr>
              <a:t>Once this function call is done executing. This value of x is again released from memory.</a:t>
            </a:r>
          </a:p>
        </p:txBody>
      </p:sp>
      <p:sp>
        <p:nvSpPr>
          <p:cNvPr id="3" name="Slide Number Placeholder 2">
            <a:extLst>
              <a:ext uri="{FF2B5EF4-FFF2-40B4-BE49-F238E27FC236}">
                <a16:creationId xmlns:a16="http://schemas.microsoft.com/office/drawing/2014/main" id="{57C2AEBF-7D80-6742-9106-D4EBBB632DB6}"/>
              </a:ext>
            </a:extLst>
          </p:cNvPr>
          <p:cNvSpPr>
            <a:spLocks noGrp="1"/>
          </p:cNvSpPr>
          <p:nvPr>
            <p:ph type="sldNum" sz="quarter" idx="12"/>
          </p:nvPr>
        </p:nvSpPr>
        <p:spPr/>
        <p:txBody>
          <a:bodyPr/>
          <a:lstStyle/>
          <a:p>
            <a:fld id="{D57F1E4F-1CFF-5643-939E-02111984F565}" type="slidenum">
              <a:rPr lang="en-US" smtClean="0"/>
              <a:t>10</a:t>
            </a:fld>
            <a:endParaRPr lang="en-US" dirty="0"/>
          </a:p>
        </p:txBody>
      </p:sp>
      <p:sp>
        <p:nvSpPr>
          <p:cNvPr id="4" name="TextBox 3">
            <a:extLst>
              <a:ext uri="{FF2B5EF4-FFF2-40B4-BE49-F238E27FC236}">
                <a16:creationId xmlns:a16="http://schemas.microsoft.com/office/drawing/2014/main" id="{DA927243-1531-0AC5-9B94-2A68BABE968E}"/>
              </a:ext>
            </a:extLst>
          </p:cNvPr>
          <p:cNvSpPr txBox="1"/>
          <p:nvPr/>
        </p:nvSpPr>
        <p:spPr>
          <a:xfrm>
            <a:off x="119641" y="4508295"/>
            <a:ext cx="3371436" cy="1015663"/>
          </a:xfrm>
          <a:prstGeom prst="rect">
            <a:avLst/>
          </a:prstGeom>
          <a:noFill/>
        </p:spPr>
        <p:txBody>
          <a:bodyPr wrap="none" rtlCol="0">
            <a:spAutoFit/>
          </a:bodyPr>
          <a:lstStyle/>
          <a:p>
            <a:r>
              <a:rPr lang="en-US" sz="2000"/>
              <a:t>Output:</a:t>
            </a:r>
          </a:p>
          <a:p>
            <a:r>
              <a:rPr lang="en-US" sz="2000"/>
              <a:t>The absolute value of -10 is 10</a:t>
            </a:r>
          </a:p>
          <a:p>
            <a:r>
              <a:rPr lang="en-US" sz="2000"/>
              <a:t>The absolute value of 5 is 5</a:t>
            </a:r>
          </a:p>
        </p:txBody>
      </p:sp>
    </p:spTree>
    <p:extLst>
      <p:ext uri="{BB962C8B-B14F-4D97-AF65-F5344CB8AC3E}">
        <p14:creationId xmlns:p14="http://schemas.microsoft.com/office/powerpoint/2010/main" val="2579223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Function Outputs </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9641" y="623843"/>
            <a:ext cx="8904718" cy="5091157"/>
          </a:xfrm>
        </p:spPr>
        <p:txBody>
          <a:bodyPr>
            <a:normAutofit/>
          </a:bodyPr>
          <a:lstStyle/>
          <a:p>
            <a:pPr marL="0" indent="0">
              <a:buNone/>
            </a:pPr>
            <a:r>
              <a:rPr lang="en-US" sz="1800" dirty="0"/>
              <a:t>The previous example prints out a message as part of its output. But what if another programmer who wishes to use our function does not want that message printed? Or if another programmer simply wants the output to be used in another calculation?</a:t>
            </a:r>
          </a:p>
          <a:p>
            <a:pPr marL="0" indent="0">
              <a:buNone/>
            </a:pPr>
            <a:endParaRPr lang="en-US" sz="1800" dirty="0"/>
          </a:p>
          <a:p>
            <a:pPr marL="0" indent="0">
              <a:buNone/>
            </a:pPr>
            <a:r>
              <a:rPr lang="en-US" sz="1800" dirty="0"/>
              <a:t>We typically want functions to </a:t>
            </a:r>
            <a:r>
              <a:rPr lang="en-US" sz="1800" b="1" dirty="0"/>
              <a:t>output</a:t>
            </a:r>
            <a:r>
              <a:rPr lang="en-US" sz="1800" dirty="0"/>
              <a:t> or </a:t>
            </a:r>
            <a:r>
              <a:rPr lang="en-US" sz="1800" b="1" dirty="0"/>
              <a:t>return </a:t>
            </a:r>
            <a:r>
              <a:rPr lang="en-US" sz="1800" dirty="0"/>
              <a:t>some answer.  The answer can then be printed in a message or used in a different calculation. </a:t>
            </a:r>
            <a:endParaRPr lang="en-US" sz="1800" b="1" dirty="0">
              <a:solidFill>
                <a:srgbClr val="006699"/>
              </a:solidFill>
              <a:latin typeface="Inconsolata" panose="020B0609030003000000" pitchFamily="49" charset="77"/>
            </a:endParaRPr>
          </a:p>
          <a:p>
            <a:pPr marL="0" indent="0">
              <a:buNone/>
            </a:pPr>
            <a:endParaRPr lang="en-US" sz="1800" b="1" dirty="0">
              <a:solidFill>
                <a:srgbClr val="006699"/>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def </a:t>
            </a:r>
            <a:r>
              <a:rPr lang="en-US" sz="1800" b="1" i="1" dirty="0">
                <a:solidFill>
                  <a:srgbClr val="CC00FF"/>
                </a:solidFill>
                <a:latin typeface="Inconsolata" panose="020B0609030003000000" pitchFamily="49" charset="77"/>
              </a:rPr>
              <a:t>absolute</a:t>
            </a:r>
            <a:r>
              <a:rPr lang="en-US" sz="1800" b="1" dirty="0">
                <a:latin typeface="Inconsolata" panose="020B0609030003000000" pitchFamily="49" charset="77"/>
              </a:rPr>
              <a:t>(</a:t>
            </a:r>
            <a:r>
              <a:rPr lang="en-US" sz="1800" b="1" i="1" dirty="0">
                <a:latin typeface="Inconsolata" panose="020B0609030003000000" pitchFamily="49" charset="77"/>
              </a:rPr>
              <a:t>x</a:t>
            </a:r>
            <a:r>
              <a:rPr lang="en-US" sz="1800" b="1" dirty="0">
                <a:latin typeface="Inconsolata" panose="020B0609030003000000" pitchFamily="49" charset="77"/>
              </a:rPr>
              <a:t>): </a:t>
            </a:r>
            <a:endParaRPr lang="en-US" sz="1800" b="1" dirty="0">
              <a:solidFill>
                <a:srgbClr val="000000"/>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    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a:t>
            </a:r>
            <a:r>
              <a:rPr lang="en-US" sz="1800" b="1" dirty="0">
                <a:solidFill>
                  <a:srgbClr val="00B050"/>
                </a:solidFill>
                <a:latin typeface="Inconsolata" panose="020B0609030003000000" pitchFamily="49" charset="77"/>
              </a:rPr>
              <a:t>return</a:t>
            </a:r>
            <a:r>
              <a:rPr lang="en-US" sz="1800" b="1" dirty="0">
                <a:latin typeface="Inconsolata" panose="020B0609030003000000" pitchFamily="49" charset="77"/>
              </a:rPr>
              <a:t> x    </a:t>
            </a:r>
          </a:p>
          <a:p>
            <a:pPr marL="0" indent="0">
              <a:buNone/>
            </a:pPr>
            <a:r>
              <a:rPr lang="en-US" sz="1800" b="1" dirty="0">
                <a:solidFill>
                  <a:srgbClr val="006699"/>
                </a:solidFill>
                <a:latin typeface="Inconsolata" panose="020B0609030003000000" pitchFamily="49" charset="77"/>
              </a:rPr>
              <a:t>    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a:t>
            </a:r>
            <a:r>
              <a:rPr lang="en-US" sz="1800" b="1" dirty="0">
                <a:solidFill>
                  <a:srgbClr val="00B050"/>
                </a:solidFill>
                <a:latin typeface="Inconsolata" panose="020B0609030003000000" pitchFamily="49" charset="77"/>
              </a:rPr>
              <a:t>return</a:t>
            </a:r>
            <a:r>
              <a:rPr lang="en-US" sz="1800" b="1" dirty="0">
                <a:latin typeface="Inconsolata" panose="020B0609030003000000" pitchFamily="49" charset="77"/>
              </a:rPr>
              <a:t> </a:t>
            </a:r>
            <a:r>
              <a:rPr lang="en-US" sz="1800" b="1" dirty="0">
                <a:solidFill>
                  <a:srgbClr val="FF0000"/>
                </a:solidFill>
                <a:latin typeface="Inconsolata" panose="020B0609030003000000" pitchFamily="49" charset="77"/>
              </a:rPr>
              <a:t>-x</a:t>
            </a:r>
            <a:endParaRPr lang="en-US" sz="1900" b="1" dirty="0">
              <a:solidFill>
                <a:srgbClr val="FF0000"/>
              </a:solidFill>
              <a:latin typeface="Inconsolata" panose="020B0609030003000000" pitchFamily="49" charset="77"/>
            </a:endParaRPr>
          </a:p>
          <a:p>
            <a:pPr marL="0" indent="0">
              <a:buNone/>
            </a:pPr>
            <a:endParaRPr lang="en-US" sz="1900" b="1" dirty="0">
              <a:solidFill>
                <a:srgbClr val="000000"/>
              </a:solidFill>
              <a:latin typeface="Inconsolata" panose="020B0609030003000000" pitchFamily="49" charset="77"/>
            </a:endParaRPr>
          </a:p>
          <a:p>
            <a:pPr marL="0" indent="0">
              <a:buNone/>
            </a:pPr>
            <a:r>
              <a:rPr lang="en-US" sz="1900" b="1" dirty="0">
                <a:solidFill>
                  <a:srgbClr val="000000"/>
                </a:solidFill>
                <a:latin typeface="Inconsolata" panose="020B0609030003000000" pitchFamily="49" charset="77"/>
              </a:rPr>
              <a:t>print("The absolute value of -10 is", </a:t>
            </a:r>
            <a:r>
              <a:rPr lang="en-US" sz="1900" b="1" dirty="0">
                <a:solidFill>
                  <a:srgbClr val="FF0000"/>
                </a:solidFill>
                <a:latin typeface="Inconsolata" panose="020B0609030003000000" pitchFamily="49" charset="77"/>
              </a:rPr>
              <a:t>absolute(-10)</a:t>
            </a:r>
            <a:r>
              <a:rPr lang="en-US" sz="1900" b="1" dirty="0">
                <a:solidFill>
                  <a:srgbClr val="000000"/>
                </a:solidFill>
                <a:latin typeface="Inconsolata" panose="020B0609030003000000" pitchFamily="49" charset="77"/>
              </a:rPr>
              <a:t>) 	</a:t>
            </a:r>
            <a:endParaRPr lang="en-US" sz="1900" b="1" dirty="0">
              <a:solidFill>
                <a:srgbClr val="92D050"/>
              </a:solidFill>
              <a:latin typeface="Inconsolata" panose="020B0609030003000000" pitchFamily="49" charset="77"/>
            </a:endParaRPr>
          </a:p>
        </p:txBody>
      </p:sp>
      <p:sp>
        <p:nvSpPr>
          <p:cNvPr id="7" name="TextBox 6">
            <a:extLst>
              <a:ext uri="{FF2B5EF4-FFF2-40B4-BE49-F238E27FC236}">
                <a16:creationId xmlns:a16="http://schemas.microsoft.com/office/drawing/2014/main" id="{AA7E18CE-9CDC-D041-AC86-C1E1DDDB4F0B}"/>
              </a:ext>
            </a:extLst>
          </p:cNvPr>
          <p:cNvSpPr txBox="1"/>
          <p:nvPr/>
        </p:nvSpPr>
        <p:spPr>
          <a:xfrm>
            <a:off x="2506956" y="3261751"/>
            <a:ext cx="4130087" cy="1015663"/>
          </a:xfrm>
          <a:prstGeom prst="rect">
            <a:avLst/>
          </a:prstGeom>
          <a:noFill/>
        </p:spPr>
        <p:txBody>
          <a:bodyPr wrap="square" rtlCol="0">
            <a:spAutoFit/>
          </a:bodyPr>
          <a:lstStyle/>
          <a:p>
            <a:r>
              <a:rPr lang="en-US" sz="2000" dirty="0">
                <a:solidFill>
                  <a:srgbClr val="FF0000"/>
                </a:solidFill>
              </a:rPr>
              <a:t>the function returns or outputs 10 which is stored in the expression absolute(-10)</a:t>
            </a:r>
          </a:p>
        </p:txBody>
      </p:sp>
      <p:cxnSp>
        <p:nvCxnSpPr>
          <p:cNvPr id="10" name="Straight Arrow Connector 9">
            <a:extLst>
              <a:ext uri="{FF2B5EF4-FFF2-40B4-BE49-F238E27FC236}">
                <a16:creationId xmlns:a16="http://schemas.microsoft.com/office/drawing/2014/main" id="{6361E901-977C-3043-B3DB-2EDE6502F174}"/>
              </a:ext>
            </a:extLst>
          </p:cNvPr>
          <p:cNvCxnSpPr>
            <a:cxnSpLocks/>
          </p:cNvCxnSpPr>
          <p:nvPr/>
        </p:nvCxnSpPr>
        <p:spPr>
          <a:xfrm>
            <a:off x="2337848" y="4355184"/>
            <a:ext cx="2648931" cy="509047"/>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3076D9DC-B58E-744C-B4D8-8D81390119D5}"/>
              </a:ext>
            </a:extLst>
          </p:cNvPr>
          <p:cNvSpPr>
            <a:spLocks noGrp="1"/>
          </p:cNvSpPr>
          <p:nvPr>
            <p:ph type="sldNum" sz="quarter" idx="12"/>
          </p:nvPr>
        </p:nvSpPr>
        <p:spPr/>
        <p:txBody>
          <a:bodyPr/>
          <a:lstStyle/>
          <a:p>
            <a:fld id="{D57F1E4F-1CFF-5643-939E-02111984F565}" type="slidenum">
              <a:rPr lang="en-US" smtClean="0"/>
              <a:t>11</a:t>
            </a:fld>
            <a:endParaRPr lang="en-US" dirty="0"/>
          </a:p>
        </p:txBody>
      </p:sp>
    </p:spTree>
    <p:extLst>
      <p:ext uri="{BB962C8B-B14F-4D97-AF65-F5344CB8AC3E}">
        <p14:creationId xmlns:p14="http://schemas.microsoft.com/office/powerpoint/2010/main" val="3574827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Function Outputs </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9641" y="623843"/>
            <a:ext cx="8904718" cy="5091157"/>
          </a:xfrm>
        </p:spPr>
        <p:txBody>
          <a:bodyPr>
            <a:normAutofit/>
          </a:bodyPr>
          <a:lstStyle/>
          <a:p>
            <a:pPr marL="0" indent="0">
              <a:buNone/>
            </a:pPr>
            <a:r>
              <a:rPr lang="en-US" sz="2000" dirty="0"/>
              <a:t>If a function returns a value, the function call expression represents the returned value!</a:t>
            </a:r>
            <a:endParaRPr lang="en-US" sz="2000" b="1" dirty="0">
              <a:solidFill>
                <a:srgbClr val="006699"/>
              </a:solidFill>
              <a:latin typeface="Inconsolata" panose="020B0609030003000000" pitchFamily="49" charset="77"/>
            </a:endParaRPr>
          </a:p>
          <a:p>
            <a:pPr marL="0" indent="0">
              <a:buNone/>
            </a:pPr>
            <a:r>
              <a:rPr lang="en-US" sz="2000" dirty="0"/>
              <a:t>For example, below, the expression absolute(-10) is equal to the returned value of 10. </a:t>
            </a:r>
            <a:endParaRPr lang="en-US" sz="1800" b="1" dirty="0">
              <a:solidFill>
                <a:srgbClr val="006699"/>
              </a:solidFill>
              <a:latin typeface="Inconsolata" panose="020B0609030003000000" pitchFamily="49" charset="77"/>
            </a:endParaRPr>
          </a:p>
          <a:p>
            <a:pPr marL="0" indent="0">
              <a:buNone/>
            </a:pPr>
            <a:endParaRPr lang="en-US" sz="1800" b="1" dirty="0">
              <a:solidFill>
                <a:srgbClr val="006699"/>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def </a:t>
            </a:r>
            <a:r>
              <a:rPr lang="en-US" sz="1800" b="1" i="1" dirty="0">
                <a:solidFill>
                  <a:srgbClr val="CC00FF"/>
                </a:solidFill>
                <a:latin typeface="Inconsolata" panose="020B0609030003000000" pitchFamily="49" charset="77"/>
              </a:rPr>
              <a:t>absolute</a:t>
            </a:r>
            <a:r>
              <a:rPr lang="en-US" sz="1800" b="1" dirty="0">
                <a:latin typeface="Inconsolata" panose="020B0609030003000000" pitchFamily="49" charset="77"/>
              </a:rPr>
              <a:t>(</a:t>
            </a:r>
            <a:r>
              <a:rPr lang="en-US" sz="1800" b="1" i="1" dirty="0">
                <a:latin typeface="Inconsolata" panose="020B0609030003000000" pitchFamily="49" charset="77"/>
              </a:rPr>
              <a:t>x</a:t>
            </a:r>
            <a:r>
              <a:rPr lang="en-US" sz="1800" b="1" dirty="0">
                <a:latin typeface="Inconsolata" panose="020B0609030003000000" pitchFamily="49" charset="77"/>
              </a:rPr>
              <a:t>): </a:t>
            </a:r>
            <a:endParaRPr lang="en-US" sz="1800" b="1" dirty="0">
              <a:solidFill>
                <a:srgbClr val="000000"/>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    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return x    </a:t>
            </a:r>
          </a:p>
          <a:p>
            <a:pPr marL="0" indent="0">
              <a:buNone/>
            </a:pPr>
            <a:r>
              <a:rPr lang="en-US" sz="1800" b="1" dirty="0">
                <a:solidFill>
                  <a:srgbClr val="006699"/>
                </a:solidFill>
                <a:latin typeface="Inconsolata" panose="020B0609030003000000" pitchFamily="49" charset="77"/>
              </a:rPr>
              <a:t>    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return </a:t>
            </a:r>
            <a:r>
              <a:rPr lang="en-US" sz="1800" b="1" dirty="0">
                <a:solidFill>
                  <a:srgbClr val="FF0000"/>
                </a:solidFill>
                <a:latin typeface="Inconsolata" panose="020B0609030003000000" pitchFamily="49" charset="77"/>
              </a:rPr>
              <a:t>-x</a:t>
            </a:r>
            <a:endParaRPr lang="en-US" sz="1900" b="1" dirty="0">
              <a:solidFill>
                <a:srgbClr val="FF0000"/>
              </a:solidFill>
              <a:latin typeface="Inconsolata" panose="020B0609030003000000" pitchFamily="49" charset="77"/>
            </a:endParaRPr>
          </a:p>
          <a:p>
            <a:pPr marL="0" indent="0">
              <a:buNone/>
            </a:pPr>
            <a:endParaRPr lang="en-US" sz="1900" b="1" dirty="0">
              <a:solidFill>
                <a:srgbClr val="000000"/>
              </a:solidFill>
              <a:latin typeface="Inconsolata" panose="020B0609030003000000" pitchFamily="49" charset="77"/>
            </a:endParaRPr>
          </a:p>
          <a:p>
            <a:pPr marL="0" indent="0">
              <a:buNone/>
            </a:pPr>
            <a:r>
              <a:rPr lang="en-US" sz="1900" b="1" dirty="0">
                <a:solidFill>
                  <a:srgbClr val="000000"/>
                </a:solidFill>
                <a:latin typeface="Inconsolata" panose="020B0609030003000000" pitchFamily="49" charset="77"/>
              </a:rPr>
              <a:t>print("The absolute value of -10 is", </a:t>
            </a:r>
            <a:r>
              <a:rPr lang="en-US" sz="1900" b="1" dirty="0">
                <a:solidFill>
                  <a:srgbClr val="FF0000"/>
                </a:solidFill>
                <a:latin typeface="Inconsolata" panose="020B0609030003000000" pitchFamily="49" charset="77"/>
              </a:rPr>
              <a:t>absolute(-10)</a:t>
            </a:r>
            <a:r>
              <a:rPr lang="en-US" sz="1900" b="1" dirty="0">
                <a:solidFill>
                  <a:srgbClr val="000000"/>
                </a:solidFill>
                <a:latin typeface="Inconsolata" panose="020B0609030003000000" pitchFamily="49" charset="77"/>
              </a:rPr>
              <a:t>) 	</a:t>
            </a:r>
            <a:endParaRPr lang="en-US" sz="1900" b="1" dirty="0">
              <a:solidFill>
                <a:srgbClr val="92D050"/>
              </a:solidFill>
              <a:latin typeface="Inconsolata" panose="020B0609030003000000" pitchFamily="49" charset="77"/>
            </a:endParaRPr>
          </a:p>
        </p:txBody>
      </p:sp>
      <p:sp>
        <p:nvSpPr>
          <p:cNvPr id="7" name="TextBox 6">
            <a:extLst>
              <a:ext uri="{FF2B5EF4-FFF2-40B4-BE49-F238E27FC236}">
                <a16:creationId xmlns:a16="http://schemas.microsoft.com/office/drawing/2014/main" id="{AA7E18CE-9CDC-D041-AC86-C1E1DDDB4F0B}"/>
              </a:ext>
            </a:extLst>
          </p:cNvPr>
          <p:cNvSpPr txBox="1"/>
          <p:nvPr/>
        </p:nvSpPr>
        <p:spPr>
          <a:xfrm>
            <a:off x="2506956" y="2655437"/>
            <a:ext cx="4130087" cy="1015663"/>
          </a:xfrm>
          <a:prstGeom prst="rect">
            <a:avLst/>
          </a:prstGeom>
          <a:noFill/>
        </p:spPr>
        <p:txBody>
          <a:bodyPr wrap="square" rtlCol="0">
            <a:spAutoFit/>
          </a:bodyPr>
          <a:lstStyle/>
          <a:p>
            <a:r>
              <a:rPr lang="en-US" sz="2000" dirty="0">
                <a:solidFill>
                  <a:srgbClr val="FF0000"/>
                </a:solidFill>
              </a:rPr>
              <a:t>the function returns or outputs 10 which is stored in the expression absolute(-10)</a:t>
            </a:r>
          </a:p>
        </p:txBody>
      </p:sp>
      <p:cxnSp>
        <p:nvCxnSpPr>
          <p:cNvPr id="10" name="Straight Arrow Connector 9">
            <a:extLst>
              <a:ext uri="{FF2B5EF4-FFF2-40B4-BE49-F238E27FC236}">
                <a16:creationId xmlns:a16="http://schemas.microsoft.com/office/drawing/2014/main" id="{6361E901-977C-3043-B3DB-2EDE6502F174}"/>
              </a:ext>
            </a:extLst>
          </p:cNvPr>
          <p:cNvCxnSpPr>
            <a:cxnSpLocks/>
          </p:cNvCxnSpPr>
          <p:nvPr/>
        </p:nvCxnSpPr>
        <p:spPr>
          <a:xfrm>
            <a:off x="2354094" y="3910517"/>
            <a:ext cx="2862856" cy="553324"/>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32F6971-737B-D044-955B-F9BE7D2D4B7B}"/>
              </a:ext>
            </a:extLst>
          </p:cNvPr>
          <p:cNvSpPr txBox="1"/>
          <p:nvPr/>
        </p:nvSpPr>
        <p:spPr>
          <a:xfrm>
            <a:off x="6575982" y="1778694"/>
            <a:ext cx="2509439" cy="4247317"/>
          </a:xfrm>
          <a:prstGeom prst="rect">
            <a:avLst/>
          </a:prstGeom>
          <a:noFill/>
        </p:spPr>
        <p:txBody>
          <a:bodyPr wrap="square" rtlCol="0">
            <a:spAutoFit/>
          </a:bodyPr>
          <a:lstStyle/>
          <a:p>
            <a:r>
              <a:rPr lang="en-US" sz="1800" dirty="0">
                <a:solidFill>
                  <a:srgbClr val="FF0000"/>
                </a:solidFill>
              </a:rPr>
              <a:t>This function notation is perfectly consistent with the math notation used in algebra. </a:t>
            </a:r>
          </a:p>
          <a:p>
            <a:endParaRPr lang="en-US" sz="1800" dirty="0">
              <a:solidFill>
                <a:srgbClr val="FF0000"/>
              </a:solidFill>
            </a:endParaRPr>
          </a:p>
          <a:p>
            <a:r>
              <a:rPr lang="en-US" sz="1800" dirty="0">
                <a:solidFill>
                  <a:srgbClr val="FF0000"/>
                </a:solidFill>
              </a:rPr>
              <a:t>If f(x) = 3x, then the expression </a:t>
            </a:r>
            <a:r>
              <a:rPr lang="en-US" sz="1800" dirty="0">
                <a:solidFill>
                  <a:srgbClr val="00B050"/>
                </a:solidFill>
              </a:rPr>
              <a:t>f(5)</a:t>
            </a:r>
            <a:r>
              <a:rPr lang="en-US" sz="1800" dirty="0">
                <a:solidFill>
                  <a:srgbClr val="FF0000"/>
                </a:solidFill>
              </a:rPr>
              <a:t> is equal to </a:t>
            </a:r>
            <a:r>
              <a:rPr lang="en-US" sz="1800" dirty="0">
                <a:solidFill>
                  <a:srgbClr val="00B050"/>
                </a:solidFill>
              </a:rPr>
              <a:t>15</a:t>
            </a:r>
            <a:r>
              <a:rPr lang="en-US" sz="1800" dirty="0">
                <a:solidFill>
                  <a:srgbClr val="FF0000"/>
                </a:solidFill>
              </a:rPr>
              <a:t> and the expression </a:t>
            </a:r>
          </a:p>
          <a:p>
            <a:r>
              <a:rPr lang="en-US" sz="1800" dirty="0">
                <a:solidFill>
                  <a:srgbClr val="00B050"/>
                </a:solidFill>
              </a:rPr>
              <a:t>f(10)</a:t>
            </a:r>
            <a:r>
              <a:rPr lang="en-US" sz="1800" dirty="0">
                <a:solidFill>
                  <a:srgbClr val="FF0000"/>
                </a:solidFill>
              </a:rPr>
              <a:t> is equal to </a:t>
            </a:r>
            <a:r>
              <a:rPr lang="en-US" sz="1800" dirty="0">
                <a:solidFill>
                  <a:srgbClr val="00B050"/>
                </a:solidFill>
              </a:rPr>
              <a:t>30</a:t>
            </a:r>
            <a:r>
              <a:rPr lang="en-US" sz="1800" dirty="0">
                <a:solidFill>
                  <a:srgbClr val="FF0000"/>
                </a:solidFill>
              </a:rPr>
              <a:t>.</a:t>
            </a:r>
          </a:p>
          <a:p>
            <a:endParaRPr lang="en-US" sz="1800" dirty="0">
              <a:solidFill>
                <a:srgbClr val="FF0000"/>
              </a:solidFill>
            </a:endParaRPr>
          </a:p>
          <a:p>
            <a:endParaRPr lang="en-US" sz="1800" dirty="0">
              <a:solidFill>
                <a:srgbClr val="FF0000"/>
              </a:solidFill>
            </a:endParaRPr>
          </a:p>
          <a:p>
            <a:r>
              <a:rPr lang="en-US" sz="1800" dirty="0">
                <a:solidFill>
                  <a:srgbClr val="FF0000"/>
                </a:solidFill>
              </a:rPr>
              <a:t>The expression </a:t>
            </a:r>
            <a:r>
              <a:rPr lang="en-US" sz="1800" dirty="0">
                <a:solidFill>
                  <a:srgbClr val="00B050"/>
                </a:solidFill>
              </a:rPr>
              <a:t>absolute(-10) </a:t>
            </a:r>
            <a:r>
              <a:rPr lang="en-US" sz="1800" dirty="0">
                <a:solidFill>
                  <a:srgbClr val="FF0000"/>
                </a:solidFill>
              </a:rPr>
              <a:t>is equal to </a:t>
            </a:r>
            <a:r>
              <a:rPr lang="en-US" sz="1800" dirty="0">
                <a:solidFill>
                  <a:srgbClr val="00B050"/>
                </a:solidFill>
              </a:rPr>
              <a:t>10</a:t>
            </a:r>
            <a:r>
              <a:rPr lang="en-US" sz="1800" dirty="0">
                <a:solidFill>
                  <a:srgbClr val="FF0000"/>
                </a:solidFill>
              </a:rPr>
              <a:t>.</a:t>
            </a:r>
          </a:p>
          <a:p>
            <a:endParaRPr lang="en-US" sz="1800" dirty="0">
              <a:solidFill>
                <a:srgbClr val="FF0000"/>
              </a:solidFill>
            </a:endParaRPr>
          </a:p>
        </p:txBody>
      </p:sp>
      <p:sp>
        <p:nvSpPr>
          <p:cNvPr id="3" name="Slide Number Placeholder 2">
            <a:extLst>
              <a:ext uri="{FF2B5EF4-FFF2-40B4-BE49-F238E27FC236}">
                <a16:creationId xmlns:a16="http://schemas.microsoft.com/office/drawing/2014/main" id="{E294A9CA-B6EF-354B-88B9-E4BAB73ECB90}"/>
              </a:ext>
            </a:extLst>
          </p:cNvPr>
          <p:cNvSpPr>
            <a:spLocks noGrp="1"/>
          </p:cNvSpPr>
          <p:nvPr>
            <p:ph type="sldNum" sz="quarter" idx="12"/>
          </p:nvPr>
        </p:nvSpPr>
        <p:spPr/>
        <p:txBody>
          <a:bodyPr/>
          <a:lstStyle/>
          <a:p>
            <a:fld id="{D57F1E4F-1CFF-5643-939E-02111984F565}" type="slidenum">
              <a:rPr lang="en-US" smtClean="0"/>
              <a:t>12</a:t>
            </a:fld>
            <a:endParaRPr lang="en-US" dirty="0"/>
          </a:p>
        </p:txBody>
      </p:sp>
    </p:spTree>
    <p:extLst>
      <p:ext uri="{BB962C8B-B14F-4D97-AF65-F5344CB8AC3E}">
        <p14:creationId xmlns:p14="http://schemas.microsoft.com/office/powerpoint/2010/main" val="3445107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2" end="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Function Outputs </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19641" y="623843"/>
            <a:ext cx="8904718" cy="5091157"/>
          </a:xfrm>
        </p:spPr>
        <p:txBody>
          <a:bodyPr>
            <a:normAutofit/>
          </a:bodyPr>
          <a:lstStyle/>
          <a:p>
            <a:pPr marL="0" indent="0">
              <a:buNone/>
            </a:pPr>
            <a:endParaRPr lang="en-US" sz="1800" dirty="0"/>
          </a:p>
          <a:p>
            <a:pPr marL="0" indent="0">
              <a:buNone/>
            </a:pPr>
            <a:r>
              <a:rPr lang="en-US" sz="1800" dirty="0"/>
              <a:t>The output or returned value can be used in another calculation. </a:t>
            </a:r>
          </a:p>
          <a:p>
            <a:pPr marL="0" indent="0">
              <a:buNone/>
            </a:pPr>
            <a:endParaRPr lang="en-US" sz="1800" b="1" dirty="0">
              <a:solidFill>
                <a:srgbClr val="006699"/>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def </a:t>
            </a:r>
            <a:r>
              <a:rPr lang="en-US" sz="1800" b="1" i="1" dirty="0">
                <a:solidFill>
                  <a:srgbClr val="CC00FF"/>
                </a:solidFill>
                <a:latin typeface="Inconsolata" panose="020B0609030003000000" pitchFamily="49" charset="77"/>
              </a:rPr>
              <a:t>absolute</a:t>
            </a:r>
            <a:r>
              <a:rPr lang="en-US" sz="1800" b="1" dirty="0">
                <a:latin typeface="Inconsolata" panose="020B0609030003000000" pitchFamily="49" charset="77"/>
              </a:rPr>
              <a:t>(</a:t>
            </a:r>
            <a:r>
              <a:rPr lang="en-US" sz="1800" b="1" i="1" dirty="0">
                <a:latin typeface="Inconsolata" panose="020B0609030003000000" pitchFamily="49" charset="77"/>
              </a:rPr>
              <a:t>x</a:t>
            </a:r>
            <a:r>
              <a:rPr lang="en-US" sz="1800" b="1" dirty="0">
                <a:latin typeface="Inconsolata" panose="020B0609030003000000" pitchFamily="49" charset="77"/>
              </a:rPr>
              <a:t>): </a:t>
            </a:r>
            <a:endParaRPr lang="en-US" sz="1800" b="1" dirty="0">
              <a:solidFill>
                <a:srgbClr val="000000"/>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    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return x    </a:t>
            </a:r>
          </a:p>
          <a:p>
            <a:pPr marL="0" indent="0">
              <a:buNone/>
            </a:pPr>
            <a:r>
              <a:rPr lang="en-US" sz="1800" b="1" dirty="0">
                <a:solidFill>
                  <a:srgbClr val="006699"/>
                </a:solidFill>
                <a:latin typeface="Inconsolata" panose="020B0609030003000000" pitchFamily="49" charset="77"/>
              </a:rPr>
              <a:t>    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return </a:t>
            </a:r>
            <a:r>
              <a:rPr lang="en-US" sz="1800" b="1" dirty="0">
                <a:solidFill>
                  <a:srgbClr val="FF0000"/>
                </a:solidFill>
                <a:latin typeface="Inconsolata" panose="020B0609030003000000" pitchFamily="49" charset="77"/>
              </a:rPr>
              <a:t>-x</a:t>
            </a:r>
            <a:endParaRPr lang="en-US" sz="1900" b="1" dirty="0">
              <a:solidFill>
                <a:srgbClr val="FF0000"/>
              </a:solidFill>
              <a:latin typeface="Inconsolata" panose="020B0609030003000000" pitchFamily="49" charset="77"/>
            </a:endParaRPr>
          </a:p>
          <a:p>
            <a:pPr marL="0" indent="0">
              <a:buNone/>
            </a:pPr>
            <a:endParaRPr lang="en-US" sz="1900" b="1" dirty="0">
              <a:solidFill>
                <a:srgbClr val="000000"/>
              </a:solidFill>
              <a:latin typeface="Inconsolata" panose="020B0609030003000000" pitchFamily="49" charset="77"/>
            </a:endParaRPr>
          </a:p>
          <a:p>
            <a:pPr marL="0" indent="0">
              <a:buNone/>
            </a:pPr>
            <a:r>
              <a:rPr lang="en-US" sz="1900" b="1" dirty="0">
                <a:solidFill>
                  <a:srgbClr val="000000"/>
                </a:solidFill>
                <a:latin typeface="Inconsolata" panose="020B0609030003000000" pitchFamily="49" charset="77"/>
              </a:rPr>
              <a:t>print("The absolute value of -10 is", </a:t>
            </a:r>
            <a:r>
              <a:rPr lang="en-US" sz="1900" b="1" dirty="0">
                <a:solidFill>
                  <a:srgbClr val="FF0000"/>
                </a:solidFill>
                <a:latin typeface="Inconsolata" panose="020B0609030003000000" pitchFamily="49" charset="77"/>
              </a:rPr>
              <a:t>absolute(-10)</a:t>
            </a:r>
            <a:r>
              <a:rPr lang="en-US" sz="1900" b="1" dirty="0">
                <a:solidFill>
                  <a:srgbClr val="000000"/>
                </a:solidFill>
                <a:latin typeface="Inconsolata" panose="020B0609030003000000" pitchFamily="49" charset="77"/>
              </a:rPr>
              <a:t>) </a:t>
            </a:r>
          </a:p>
          <a:p>
            <a:pPr marL="0" indent="0">
              <a:buNone/>
            </a:pPr>
            <a:r>
              <a:rPr lang="en-US" sz="1900" b="1" dirty="0">
                <a:solidFill>
                  <a:srgbClr val="000000"/>
                </a:solidFill>
                <a:latin typeface="Inconsolata" panose="020B0609030003000000" pitchFamily="49" charset="77"/>
              </a:rPr>
              <a:t>x = </a:t>
            </a:r>
            <a:r>
              <a:rPr lang="en-US" sz="1900" b="1" dirty="0">
                <a:solidFill>
                  <a:srgbClr val="FF0000"/>
                </a:solidFill>
                <a:latin typeface="Inconsolata" panose="020B0609030003000000" pitchFamily="49" charset="77"/>
              </a:rPr>
              <a:t>absolute(-5) </a:t>
            </a:r>
            <a:r>
              <a:rPr lang="en-US" sz="1900" b="1" dirty="0">
                <a:solidFill>
                  <a:srgbClr val="000000"/>
                </a:solidFill>
                <a:latin typeface="Inconsolata" panose="020B0609030003000000" pitchFamily="49" charset="77"/>
              </a:rPr>
              <a:t>+ 3</a:t>
            </a:r>
          </a:p>
          <a:p>
            <a:pPr marL="0" indent="0">
              <a:buNone/>
            </a:pPr>
            <a:r>
              <a:rPr lang="en-US" sz="1900" b="1" dirty="0">
                <a:solidFill>
                  <a:srgbClr val="000000"/>
                </a:solidFill>
                <a:latin typeface="Inconsolata" panose="020B0609030003000000" pitchFamily="49" charset="77"/>
              </a:rPr>
              <a:t>print(x)	</a:t>
            </a:r>
            <a:r>
              <a:rPr lang="en-US" sz="1900" b="1" dirty="0">
                <a:solidFill>
                  <a:schemeClr val="accent1"/>
                </a:solidFill>
                <a:latin typeface="Inconsolata" panose="020B0609030003000000" pitchFamily="49" charset="77"/>
              </a:rPr>
              <a:t># 8</a:t>
            </a:r>
            <a:r>
              <a:rPr lang="en-US" sz="1900" b="1" dirty="0">
                <a:solidFill>
                  <a:srgbClr val="000000"/>
                </a:solidFill>
                <a:latin typeface="Inconsolata" panose="020B0609030003000000" pitchFamily="49" charset="77"/>
              </a:rPr>
              <a:t>	</a:t>
            </a:r>
            <a:endParaRPr lang="en-US" sz="1900" b="1" dirty="0">
              <a:solidFill>
                <a:srgbClr val="92D050"/>
              </a:solidFill>
              <a:latin typeface="Inconsolata" panose="020B0609030003000000" pitchFamily="49" charset="77"/>
            </a:endParaRPr>
          </a:p>
        </p:txBody>
      </p:sp>
      <p:sp>
        <p:nvSpPr>
          <p:cNvPr id="7" name="TextBox 6">
            <a:extLst>
              <a:ext uri="{FF2B5EF4-FFF2-40B4-BE49-F238E27FC236}">
                <a16:creationId xmlns:a16="http://schemas.microsoft.com/office/drawing/2014/main" id="{AA7E18CE-9CDC-D041-AC86-C1E1DDDB4F0B}"/>
              </a:ext>
            </a:extLst>
          </p:cNvPr>
          <p:cNvSpPr txBox="1"/>
          <p:nvPr/>
        </p:nvSpPr>
        <p:spPr>
          <a:xfrm>
            <a:off x="2422688" y="2461535"/>
            <a:ext cx="4130087" cy="707886"/>
          </a:xfrm>
          <a:prstGeom prst="rect">
            <a:avLst/>
          </a:prstGeom>
          <a:noFill/>
        </p:spPr>
        <p:txBody>
          <a:bodyPr wrap="square" rtlCol="0">
            <a:spAutoFit/>
          </a:bodyPr>
          <a:lstStyle/>
          <a:p>
            <a:r>
              <a:rPr lang="en-US" sz="2000" dirty="0">
                <a:solidFill>
                  <a:srgbClr val="FF0000"/>
                </a:solidFill>
              </a:rPr>
              <a:t>Here the returned value is used in </a:t>
            </a:r>
          </a:p>
          <a:p>
            <a:r>
              <a:rPr lang="en-US" sz="2000" dirty="0">
                <a:solidFill>
                  <a:srgbClr val="FF0000"/>
                </a:solidFill>
              </a:rPr>
              <a:t>another calculation.</a:t>
            </a:r>
          </a:p>
        </p:txBody>
      </p:sp>
      <p:cxnSp>
        <p:nvCxnSpPr>
          <p:cNvPr id="10" name="Straight Arrow Connector 9">
            <a:extLst>
              <a:ext uri="{FF2B5EF4-FFF2-40B4-BE49-F238E27FC236}">
                <a16:creationId xmlns:a16="http://schemas.microsoft.com/office/drawing/2014/main" id="{6361E901-977C-3043-B3DB-2EDE6502F174}"/>
              </a:ext>
            </a:extLst>
          </p:cNvPr>
          <p:cNvCxnSpPr>
            <a:cxnSpLocks/>
          </p:cNvCxnSpPr>
          <p:nvPr/>
        </p:nvCxnSpPr>
        <p:spPr>
          <a:xfrm flipH="1">
            <a:off x="1751630" y="3169421"/>
            <a:ext cx="1342115" cy="1003745"/>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0AB54102-C1EC-A24C-AA0E-E4B36B436D32}"/>
              </a:ext>
            </a:extLst>
          </p:cNvPr>
          <p:cNvSpPr>
            <a:spLocks noGrp="1"/>
          </p:cNvSpPr>
          <p:nvPr>
            <p:ph type="sldNum" sz="quarter" idx="12"/>
          </p:nvPr>
        </p:nvSpPr>
        <p:spPr/>
        <p:txBody>
          <a:bodyPr/>
          <a:lstStyle/>
          <a:p>
            <a:fld id="{D57F1E4F-1CFF-5643-939E-02111984F565}" type="slidenum">
              <a:rPr lang="en-US" smtClean="0"/>
              <a:t>13</a:t>
            </a:fld>
            <a:endParaRPr lang="en-US" dirty="0"/>
          </a:p>
        </p:txBody>
      </p:sp>
    </p:spTree>
    <p:extLst>
      <p:ext uri="{BB962C8B-B14F-4D97-AF65-F5344CB8AC3E}">
        <p14:creationId xmlns:p14="http://schemas.microsoft.com/office/powerpoint/2010/main" val="32644786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9641" y="0"/>
            <a:ext cx="7053542" cy="683886"/>
          </a:xfrm>
        </p:spPr>
        <p:txBody>
          <a:bodyPr/>
          <a:lstStyle/>
          <a:p>
            <a:r>
              <a:rPr lang="en-US" dirty="0"/>
              <a:t>Function Outputs </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0" y="623843"/>
            <a:ext cx="9144000" cy="5091157"/>
          </a:xfrm>
        </p:spPr>
        <p:txBody>
          <a:bodyPr>
            <a:normAutofit/>
          </a:bodyPr>
          <a:lstStyle/>
          <a:p>
            <a:pPr marL="0" indent="0">
              <a:buNone/>
            </a:pPr>
            <a:endParaRPr lang="en-US" sz="1800" dirty="0"/>
          </a:p>
          <a:p>
            <a:pPr marL="0" indent="0">
              <a:buNone/>
            </a:pPr>
            <a:endParaRPr lang="en-US" sz="1800" b="1" dirty="0">
              <a:solidFill>
                <a:srgbClr val="006699"/>
              </a:solidFill>
              <a:latin typeface="Inconsolata" panose="020B0609030003000000" pitchFamily="49" charset="77"/>
            </a:endParaRPr>
          </a:p>
          <a:p>
            <a:pPr marL="0" indent="0">
              <a:buNone/>
            </a:pPr>
            <a:endParaRPr lang="en-US" sz="1800" b="1" dirty="0">
              <a:solidFill>
                <a:srgbClr val="006699"/>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def </a:t>
            </a:r>
            <a:r>
              <a:rPr lang="en-US" sz="1800" b="1" i="1" dirty="0">
                <a:solidFill>
                  <a:srgbClr val="CC00FF"/>
                </a:solidFill>
                <a:latin typeface="Inconsolata" panose="020B0609030003000000" pitchFamily="49" charset="77"/>
              </a:rPr>
              <a:t>absolute</a:t>
            </a:r>
            <a:r>
              <a:rPr lang="en-US" sz="1800" b="1" dirty="0">
                <a:latin typeface="Inconsolata" panose="020B0609030003000000" pitchFamily="49" charset="77"/>
              </a:rPr>
              <a:t>(</a:t>
            </a:r>
            <a:r>
              <a:rPr lang="en-US" sz="1800" b="1" i="1" dirty="0">
                <a:latin typeface="Inconsolata" panose="020B0609030003000000" pitchFamily="49" charset="77"/>
              </a:rPr>
              <a:t>x</a:t>
            </a:r>
            <a:r>
              <a:rPr lang="en-US" sz="1800" b="1" dirty="0">
                <a:latin typeface="Inconsolata" panose="020B0609030003000000" pitchFamily="49" charset="77"/>
              </a:rPr>
              <a:t>): </a:t>
            </a:r>
            <a:endParaRPr lang="en-US" sz="1800" b="1" dirty="0">
              <a:solidFill>
                <a:srgbClr val="000000"/>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    if </a:t>
            </a: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&gt;= </a:t>
            </a:r>
            <a:r>
              <a:rPr lang="en-US" sz="1800" b="1" dirty="0">
                <a:solidFill>
                  <a:srgbClr val="FF6600"/>
                </a:solidFill>
                <a:latin typeface="Inconsolata" panose="020B0609030003000000" pitchFamily="49" charset="77"/>
              </a:rPr>
              <a:t>0</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return x    </a:t>
            </a:r>
          </a:p>
          <a:p>
            <a:pPr marL="0" indent="0">
              <a:buNone/>
            </a:pPr>
            <a:r>
              <a:rPr lang="en-US" sz="1800" b="1" dirty="0">
                <a:solidFill>
                  <a:srgbClr val="006699"/>
                </a:solidFill>
                <a:latin typeface="Inconsolata" panose="020B0609030003000000" pitchFamily="49" charset="77"/>
              </a:rPr>
              <a:t>    else</a:t>
            </a:r>
            <a:r>
              <a:rPr lang="en-US" sz="1800" b="1" dirty="0">
                <a:latin typeface="Inconsolata" panose="020B0609030003000000" pitchFamily="49" charset="77"/>
              </a:rPr>
              <a:t>:</a:t>
            </a:r>
          </a:p>
          <a:p>
            <a:pPr marL="0" indent="0">
              <a:buNone/>
            </a:pPr>
            <a:r>
              <a:rPr lang="en-US" sz="1800" b="1" dirty="0">
                <a:solidFill>
                  <a:srgbClr val="006699"/>
                </a:solidFill>
                <a:latin typeface="Inconsolata" panose="020B0609030003000000" pitchFamily="49" charset="77"/>
              </a:rPr>
              <a:t>        </a:t>
            </a:r>
            <a:r>
              <a:rPr lang="en-US" sz="1800" b="1" dirty="0">
                <a:latin typeface="Inconsolata" panose="020B0609030003000000" pitchFamily="49" charset="77"/>
              </a:rPr>
              <a:t>return </a:t>
            </a:r>
            <a:r>
              <a:rPr lang="en-US" sz="1800" b="1" dirty="0">
                <a:solidFill>
                  <a:srgbClr val="FF0000"/>
                </a:solidFill>
                <a:latin typeface="Inconsolata" panose="020B0609030003000000" pitchFamily="49" charset="77"/>
              </a:rPr>
              <a:t>-x</a:t>
            </a:r>
            <a:endParaRPr lang="en-US" sz="1900" b="1" dirty="0">
              <a:solidFill>
                <a:srgbClr val="FF0000"/>
              </a:solidFill>
              <a:latin typeface="Inconsolata" panose="020B0609030003000000" pitchFamily="49" charset="77"/>
            </a:endParaRPr>
          </a:p>
          <a:p>
            <a:pPr marL="0" indent="0">
              <a:buNone/>
            </a:pPr>
            <a:endParaRPr lang="en-US" sz="1900" b="1" dirty="0">
              <a:solidFill>
                <a:srgbClr val="000000"/>
              </a:solidFill>
              <a:latin typeface="Inconsolata" panose="020B0609030003000000" pitchFamily="49" charset="77"/>
            </a:endParaRPr>
          </a:p>
          <a:p>
            <a:pPr marL="0" indent="0">
              <a:buNone/>
            </a:pPr>
            <a:r>
              <a:rPr lang="en-US" sz="1900" b="1" dirty="0">
                <a:solidFill>
                  <a:srgbClr val="000000"/>
                </a:solidFill>
                <a:latin typeface="Inconsolata" panose="020B0609030003000000" pitchFamily="49" charset="77"/>
              </a:rPr>
              <a:t>print("The absolute value of -10 is", </a:t>
            </a:r>
            <a:r>
              <a:rPr lang="en-US" sz="1900" b="1" dirty="0">
                <a:solidFill>
                  <a:srgbClr val="FF0000"/>
                </a:solidFill>
                <a:latin typeface="Inconsolata" panose="020B0609030003000000" pitchFamily="49" charset="77"/>
              </a:rPr>
              <a:t>absolute(-10)</a:t>
            </a:r>
            <a:r>
              <a:rPr lang="en-US" sz="1900" b="1" dirty="0">
                <a:solidFill>
                  <a:srgbClr val="000000"/>
                </a:solidFill>
                <a:latin typeface="Inconsolata" panose="020B0609030003000000" pitchFamily="49" charset="77"/>
              </a:rPr>
              <a:t>) </a:t>
            </a:r>
          </a:p>
          <a:p>
            <a:pPr marL="0" indent="0">
              <a:buNone/>
            </a:pPr>
            <a:r>
              <a:rPr lang="en-US" sz="1900" b="1" dirty="0">
                <a:solidFill>
                  <a:srgbClr val="000000"/>
                </a:solidFill>
                <a:latin typeface="Inconsolata" panose="020B0609030003000000" pitchFamily="49" charset="77"/>
              </a:rPr>
              <a:t>x = </a:t>
            </a:r>
            <a:r>
              <a:rPr lang="en-US" sz="1900" b="1" dirty="0">
                <a:solidFill>
                  <a:srgbClr val="FF0000"/>
                </a:solidFill>
                <a:latin typeface="Inconsolata" panose="020B0609030003000000" pitchFamily="49" charset="77"/>
              </a:rPr>
              <a:t>absolute(-5) </a:t>
            </a:r>
            <a:r>
              <a:rPr lang="en-US" sz="1900" b="1" dirty="0">
                <a:solidFill>
                  <a:srgbClr val="000000"/>
                </a:solidFill>
                <a:latin typeface="Inconsolata" panose="020B0609030003000000" pitchFamily="49" charset="77"/>
              </a:rPr>
              <a:t>+ 3</a:t>
            </a:r>
          </a:p>
          <a:p>
            <a:pPr marL="0" indent="0">
              <a:buNone/>
            </a:pPr>
            <a:r>
              <a:rPr lang="en-US" sz="1900" b="1" dirty="0">
                <a:solidFill>
                  <a:srgbClr val="000000"/>
                </a:solidFill>
                <a:latin typeface="Inconsolata" panose="020B0609030003000000" pitchFamily="49" charset="77"/>
              </a:rPr>
              <a:t>print(x)	</a:t>
            </a:r>
            <a:r>
              <a:rPr lang="en-US" sz="1900" b="1" dirty="0">
                <a:solidFill>
                  <a:schemeClr val="accent1"/>
                </a:solidFill>
                <a:latin typeface="Inconsolata" panose="020B0609030003000000" pitchFamily="49" charset="77"/>
              </a:rPr>
              <a:t># 8</a:t>
            </a:r>
            <a:r>
              <a:rPr lang="en-US" sz="1900" b="1" dirty="0">
                <a:solidFill>
                  <a:srgbClr val="000000"/>
                </a:solidFill>
                <a:latin typeface="Inconsolata" panose="020B0609030003000000" pitchFamily="49" charset="77"/>
              </a:rPr>
              <a:t>	</a:t>
            </a:r>
          </a:p>
          <a:p>
            <a:pPr marL="0" indent="0">
              <a:buNone/>
            </a:pPr>
            <a:endParaRPr lang="en-US" sz="1900" b="1" dirty="0">
              <a:solidFill>
                <a:srgbClr val="000000"/>
              </a:solidFill>
              <a:latin typeface="Inconsolata" panose="020B0609030003000000" pitchFamily="49" charset="77"/>
            </a:endParaRPr>
          </a:p>
          <a:p>
            <a:pPr marL="0" indent="0">
              <a:buNone/>
            </a:pPr>
            <a:r>
              <a:rPr lang="en-US" b="1" dirty="0">
                <a:solidFill>
                  <a:srgbClr val="FF0000"/>
                </a:solidFill>
                <a:latin typeface="Gill Sans MT" panose="020B0502020104020203" pitchFamily="34" charset="77"/>
              </a:rPr>
              <a:t>Note: Python already has a built-in absolute value function called abs().</a:t>
            </a:r>
          </a:p>
        </p:txBody>
      </p:sp>
      <p:sp>
        <p:nvSpPr>
          <p:cNvPr id="7" name="TextBox 6">
            <a:extLst>
              <a:ext uri="{FF2B5EF4-FFF2-40B4-BE49-F238E27FC236}">
                <a16:creationId xmlns:a16="http://schemas.microsoft.com/office/drawing/2014/main" id="{AA7E18CE-9CDC-D041-AC86-C1E1DDDB4F0B}"/>
              </a:ext>
            </a:extLst>
          </p:cNvPr>
          <p:cNvSpPr txBox="1"/>
          <p:nvPr/>
        </p:nvSpPr>
        <p:spPr>
          <a:xfrm>
            <a:off x="2954800" y="1109379"/>
            <a:ext cx="4130087" cy="2246769"/>
          </a:xfrm>
          <a:prstGeom prst="rect">
            <a:avLst/>
          </a:prstGeom>
          <a:noFill/>
        </p:spPr>
        <p:txBody>
          <a:bodyPr wrap="square" rtlCol="0">
            <a:spAutoFit/>
          </a:bodyPr>
          <a:lstStyle/>
          <a:p>
            <a:r>
              <a:rPr lang="en-US" sz="2000" dirty="0">
                <a:solidFill>
                  <a:srgbClr val="FF0000"/>
                </a:solidFill>
              </a:rPr>
              <a:t>The important takeaway here is:</a:t>
            </a:r>
          </a:p>
          <a:p>
            <a:r>
              <a:rPr lang="en-US" sz="2000" dirty="0">
                <a:solidFill>
                  <a:srgbClr val="FF0000"/>
                </a:solidFill>
              </a:rPr>
              <a:t>Functions should NOT print the answer. It should RETURN the answer!</a:t>
            </a:r>
          </a:p>
          <a:p>
            <a:endParaRPr lang="en-US" sz="2000" dirty="0">
              <a:solidFill>
                <a:srgbClr val="FF0000"/>
              </a:solidFill>
            </a:endParaRPr>
          </a:p>
          <a:p>
            <a:r>
              <a:rPr lang="en-US" sz="2000" dirty="0">
                <a:solidFill>
                  <a:srgbClr val="FF0000"/>
                </a:solidFill>
              </a:rPr>
              <a:t>Printing should be done outside the function. Print  the returned value. </a:t>
            </a:r>
          </a:p>
        </p:txBody>
      </p:sp>
      <p:cxnSp>
        <p:nvCxnSpPr>
          <p:cNvPr id="5" name="Straight Arrow Connector 4">
            <a:extLst>
              <a:ext uri="{FF2B5EF4-FFF2-40B4-BE49-F238E27FC236}">
                <a16:creationId xmlns:a16="http://schemas.microsoft.com/office/drawing/2014/main" id="{0ABA6DE1-FF08-FD4A-ACAD-E9C8563058F2}"/>
              </a:ext>
            </a:extLst>
          </p:cNvPr>
          <p:cNvCxnSpPr>
            <a:cxnSpLocks/>
          </p:cNvCxnSpPr>
          <p:nvPr/>
        </p:nvCxnSpPr>
        <p:spPr>
          <a:xfrm flipH="1">
            <a:off x="5330757" y="3279768"/>
            <a:ext cx="360144" cy="501873"/>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Slide Number Placeholder 2">
            <a:extLst>
              <a:ext uri="{FF2B5EF4-FFF2-40B4-BE49-F238E27FC236}">
                <a16:creationId xmlns:a16="http://schemas.microsoft.com/office/drawing/2014/main" id="{9BDF2BBD-68E0-6F47-930A-FA18E3015E08}"/>
              </a:ext>
            </a:extLst>
          </p:cNvPr>
          <p:cNvSpPr>
            <a:spLocks noGrp="1"/>
          </p:cNvSpPr>
          <p:nvPr>
            <p:ph type="sldNum" sz="quarter" idx="12"/>
          </p:nvPr>
        </p:nvSpPr>
        <p:spPr/>
        <p:txBody>
          <a:bodyPr/>
          <a:lstStyle/>
          <a:p>
            <a:fld id="{D57F1E4F-1CFF-5643-939E-02111984F565}" type="slidenum">
              <a:rPr lang="en-US" smtClean="0"/>
              <a:t>14</a:t>
            </a:fld>
            <a:endParaRPr lang="en-US" dirty="0"/>
          </a:p>
        </p:txBody>
      </p:sp>
    </p:spTree>
    <p:extLst>
      <p:ext uri="{BB962C8B-B14F-4D97-AF65-F5344CB8AC3E}">
        <p14:creationId xmlns:p14="http://schemas.microsoft.com/office/powerpoint/2010/main" val="186638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3" end="1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3597" y="127354"/>
            <a:ext cx="7053542" cy="683886"/>
          </a:xfrm>
        </p:spPr>
        <p:txBody>
          <a:bodyPr/>
          <a:lstStyle/>
          <a:p>
            <a:r>
              <a:rPr lang="en-US" dirty="0"/>
              <a:t>Functions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75098" y="860815"/>
            <a:ext cx="8360475" cy="4720178"/>
          </a:xfrm>
        </p:spPr>
        <p:txBody>
          <a:bodyPr>
            <a:normAutofit/>
          </a:bodyPr>
          <a:lstStyle/>
          <a:p>
            <a:pPr marL="0" indent="0">
              <a:buNone/>
            </a:pPr>
            <a:r>
              <a:rPr lang="en-US" b="1"/>
              <a:t>Parameters</a:t>
            </a:r>
            <a:r>
              <a:rPr lang="en-US" i="1"/>
              <a:t> </a:t>
            </a:r>
            <a:r>
              <a:rPr lang="en-US"/>
              <a:t>are input variables of a procedure. </a:t>
            </a:r>
            <a:r>
              <a:rPr lang="en-US" b="1"/>
              <a:t>Arguments </a:t>
            </a:r>
            <a:r>
              <a:rPr lang="en-US"/>
              <a:t>specify the values of the parameters when a procedure is called. </a:t>
            </a:r>
            <a:endParaRPr lang="en-US">
              <a:effectLst/>
            </a:endParaRPr>
          </a:p>
          <a:p>
            <a:pPr marL="0" indent="0">
              <a:buNone/>
            </a:pPr>
            <a:endParaRPr lang="en-US" dirty="0"/>
          </a:p>
          <a:p>
            <a:pPr marL="0" indent="0">
              <a:buNone/>
            </a:pPr>
            <a:endParaRPr lang="en-US" dirty="0"/>
          </a:p>
          <a:p>
            <a:pPr marL="0" indent="0">
              <a:buNone/>
            </a:pPr>
            <a:endParaRPr lang="en-US" dirty="0"/>
          </a:p>
          <a:p>
            <a:pPr marL="0" indent="0">
              <a:buNone/>
            </a:pPr>
            <a:r>
              <a:rPr lang="en-US" b="1" dirty="0">
                <a:solidFill>
                  <a:srgbClr val="006699"/>
                </a:solidFill>
                <a:latin typeface="Inconsolata" panose="020B0609030003000000" pitchFamily="49" charset="77"/>
              </a:rPr>
              <a:t>def </a:t>
            </a:r>
            <a:r>
              <a:rPr lang="en-US" b="1" dirty="0">
                <a:solidFill>
                  <a:srgbClr val="CC00FF"/>
                </a:solidFill>
                <a:latin typeface="Inconsolata" panose="020B0609030003000000" pitchFamily="49" charset="77"/>
              </a:rPr>
              <a:t>add</a:t>
            </a:r>
            <a:r>
              <a:rPr lang="en-US" b="1" dirty="0">
                <a:latin typeface="Inconsolata" panose="020B0609030003000000" pitchFamily="49" charset="77"/>
              </a:rPr>
              <a:t>(</a:t>
            </a:r>
            <a:r>
              <a:rPr lang="en-US" b="1" dirty="0">
                <a:solidFill>
                  <a:srgbClr val="000087"/>
                </a:solidFill>
                <a:latin typeface="Inconsolata" panose="020B0609030003000000" pitchFamily="49" charset="77"/>
              </a:rPr>
              <a:t>a</a:t>
            </a:r>
            <a:r>
              <a:rPr lang="en-US" b="1" dirty="0">
                <a:latin typeface="Inconsolata" panose="020B0609030003000000" pitchFamily="49" charset="77"/>
              </a:rPr>
              <a:t>, </a:t>
            </a:r>
            <a:r>
              <a:rPr lang="en-US" b="1" dirty="0">
                <a:solidFill>
                  <a:srgbClr val="000087"/>
                </a:solidFill>
                <a:latin typeface="Inconsolata" panose="020B0609030003000000" pitchFamily="49" charset="77"/>
              </a:rPr>
              <a:t>b</a:t>
            </a:r>
            <a:r>
              <a:rPr lang="en-US" b="1" dirty="0">
                <a:latin typeface="Inconsolata" panose="020B0609030003000000" pitchFamily="49" charset="77"/>
              </a:rPr>
              <a:t>): </a:t>
            </a:r>
          </a:p>
          <a:p>
            <a:pPr marL="0" indent="0">
              <a:buNone/>
            </a:pPr>
            <a:r>
              <a:rPr lang="en-US" b="1" dirty="0">
                <a:solidFill>
                  <a:srgbClr val="000087"/>
                </a:solidFill>
                <a:latin typeface="Inconsolata" panose="020B0609030003000000" pitchFamily="49" charset="77"/>
              </a:rPr>
              <a:t>    return a + b</a:t>
            </a:r>
            <a:r>
              <a:rPr lang="en-US" b="1" dirty="0">
                <a:latin typeface="Inconsolata" panose="020B0609030003000000" pitchFamily="49" charset="77"/>
              </a:rPr>
              <a:t> </a:t>
            </a:r>
          </a:p>
          <a:p>
            <a:pPr marL="0" indent="0">
              <a:buNone/>
            </a:pPr>
            <a:endParaRPr lang="en-US" b="1" dirty="0">
              <a:solidFill>
                <a:srgbClr val="000087"/>
              </a:solidFill>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print(add</a:t>
            </a:r>
            <a:r>
              <a:rPr lang="en-US" b="1" dirty="0">
                <a:latin typeface="Inconsolata" panose="020B0609030003000000" pitchFamily="49" charset="77"/>
              </a:rPr>
              <a:t>(</a:t>
            </a:r>
            <a:r>
              <a:rPr lang="en-US" b="1" dirty="0">
                <a:solidFill>
                  <a:srgbClr val="FF6600"/>
                </a:solidFill>
                <a:latin typeface="Inconsolata" panose="020B0609030003000000" pitchFamily="49" charset="77"/>
              </a:rPr>
              <a:t>2, 4</a:t>
            </a:r>
            <a:r>
              <a:rPr lang="en-US" b="1" dirty="0">
                <a:latin typeface="Inconsolata" panose="020B0609030003000000" pitchFamily="49" charset="77"/>
              </a:rPr>
              <a:t>)) </a:t>
            </a:r>
          </a:p>
          <a:p>
            <a:pPr marL="0" indent="0">
              <a:buNone/>
            </a:pPr>
            <a:r>
              <a:rPr lang="en-US" b="1" dirty="0">
                <a:solidFill>
                  <a:srgbClr val="000087"/>
                </a:solidFill>
                <a:latin typeface="Inconsolata" panose="020B0609030003000000" pitchFamily="49" charset="77"/>
              </a:rPr>
              <a:t>print(add</a:t>
            </a:r>
            <a:r>
              <a:rPr lang="en-US" b="1" dirty="0">
                <a:latin typeface="Inconsolata" panose="020B0609030003000000" pitchFamily="49" charset="77"/>
              </a:rPr>
              <a:t>(</a:t>
            </a:r>
            <a:r>
              <a:rPr lang="en-US" b="1" dirty="0">
                <a:solidFill>
                  <a:srgbClr val="FF6600"/>
                </a:solidFill>
                <a:latin typeface="Inconsolata" panose="020B0609030003000000" pitchFamily="49" charset="77"/>
              </a:rPr>
              <a:t>2</a:t>
            </a:r>
            <a:r>
              <a:rPr lang="en-US" b="1" dirty="0">
                <a:latin typeface="Inconsolata" panose="020B0609030003000000" pitchFamily="49" charset="77"/>
              </a:rPr>
              <a:t>)) 		</a:t>
            </a:r>
            <a:r>
              <a:rPr lang="en-US" b="1" dirty="0">
                <a:solidFill>
                  <a:srgbClr val="006699"/>
                </a:solidFill>
                <a:latin typeface="Inconsolata" panose="020B0609030003000000" pitchFamily="49" charset="77"/>
              </a:rPr>
              <a:t># too few arguments </a:t>
            </a:r>
            <a:endParaRPr lang="en-US" b="1" dirty="0">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print(add</a:t>
            </a:r>
            <a:r>
              <a:rPr lang="en-US" b="1" dirty="0">
                <a:latin typeface="Inconsolata" panose="020B0609030003000000" pitchFamily="49" charset="77"/>
              </a:rPr>
              <a:t>(</a:t>
            </a:r>
            <a:r>
              <a:rPr lang="en-US" b="1" dirty="0">
                <a:solidFill>
                  <a:srgbClr val="FF6600"/>
                </a:solidFill>
                <a:latin typeface="Inconsolata" panose="020B0609030003000000" pitchFamily="49" charset="77"/>
              </a:rPr>
              <a:t>2, 4, 6</a:t>
            </a:r>
            <a:r>
              <a:rPr lang="en-US" b="1" dirty="0">
                <a:latin typeface="Inconsolata" panose="020B0609030003000000" pitchFamily="49" charset="77"/>
              </a:rPr>
              <a:t>)) </a:t>
            </a:r>
            <a:r>
              <a:rPr lang="en-US" b="1" dirty="0">
                <a:solidFill>
                  <a:srgbClr val="006699"/>
                </a:solidFill>
                <a:latin typeface="Inconsolata" panose="020B0609030003000000" pitchFamily="49" charset="77"/>
              </a:rPr>
              <a:t># too many arguments </a:t>
            </a:r>
          </a:p>
          <a:p>
            <a:pPr marL="0" indent="0">
              <a:buNone/>
            </a:pPr>
            <a:endParaRPr lang="en-US" b="1" dirty="0">
              <a:latin typeface="Inconsolata" panose="020B0609030003000000" pitchFamily="49" charset="77"/>
            </a:endParaRPr>
          </a:p>
        </p:txBody>
      </p:sp>
      <p:sp>
        <p:nvSpPr>
          <p:cNvPr id="4" name="TextBox 3">
            <a:extLst>
              <a:ext uri="{FF2B5EF4-FFF2-40B4-BE49-F238E27FC236}">
                <a16:creationId xmlns:a16="http://schemas.microsoft.com/office/drawing/2014/main" id="{3C1D2CCE-B02B-8D4A-B006-6965D4D418F0}"/>
              </a:ext>
            </a:extLst>
          </p:cNvPr>
          <p:cNvSpPr txBox="1"/>
          <p:nvPr/>
        </p:nvSpPr>
        <p:spPr>
          <a:xfrm>
            <a:off x="2870400" y="2040256"/>
            <a:ext cx="1271753" cy="738664"/>
          </a:xfrm>
          <a:prstGeom prst="rect">
            <a:avLst/>
          </a:prstGeom>
          <a:noFill/>
        </p:spPr>
        <p:txBody>
          <a:bodyPr wrap="square" rtlCol="0">
            <a:spAutoFit/>
          </a:bodyPr>
          <a:lstStyle/>
          <a:p>
            <a:r>
              <a:rPr lang="en-US" sz="2100" dirty="0"/>
              <a:t>Function definition.</a:t>
            </a:r>
          </a:p>
        </p:txBody>
      </p:sp>
      <p:sp>
        <p:nvSpPr>
          <p:cNvPr id="5" name="TextBox 4">
            <a:extLst>
              <a:ext uri="{FF2B5EF4-FFF2-40B4-BE49-F238E27FC236}">
                <a16:creationId xmlns:a16="http://schemas.microsoft.com/office/drawing/2014/main" id="{098C8043-8C8C-AF4C-BF1C-D1D52C75A7B9}"/>
              </a:ext>
            </a:extLst>
          </p:cNvPr>
          <p:cNvSpPr txBox="1"/>
          <p:nvPr/>
        </p:nvSpPr>
        <p:spPr>
          <a:xfrm>
            <a:off x="3083582" y="3220904"/>
            <a:ext cx="1271753" cy="738664"/>
          </a:xfrm>
          <a:prstGeom prst="rect">
            <a:avLst/>
          </a:prstGeom>
          <a:noFill/>
        </p:spPr>
        <p:txBody>
          <a:bodyPr wrap="square" rtlCol="0">
            <a:spAutoFit/>
          </a:bodyPr>
          <a:lstStyle/>
          <a:p>
            <a:r>
              <a:rPr lang="en-US" sz="2100" dirty="0"/>
              <a:t>Function calling.</a:t>
            </a:r>
          </a:p>
        </p:txBody>
      </p:sp>
      <p:sp>
        <p:nvSpPr>
          <p:cNvPr id="3" name="TextBox 2">
            <a:extLst>
              <a:ext uri="{FF2B5EF4-FFF2-40B4-BE49-F238E27FC236}">
                <a16:creationId xmlns:a16="http://schemas.microsoft.com/office/drawing/2014/main" id="{C25232B0-6A8F-8F4D-9BCD-A2E72376627C}"/>
              </a:ext>
            </a:extLst>
          </p:cNvPr>
          <p:cNvSpPr txBox="1"/>
          <p:nvPr/>
        </p:nvSpPr>
        <p:spPr>
          <a:xfrm>
            <a:off x="2209853" y="1593378"/>
            <a:ext cx="1242648" cy="369332"/>
          </a:xfrm>
          <a:prstGeom prst="rect">
            <a:avLst/>
          </a:prstGeom>
          <a:noFill/>
        </p:spPr>
        <p:txBody>
          <a:bodyPr wrap="none" rtlCol="0">
            <a:spAutoFit/>
          </a:bodyPr>
          <a:lstStyle/>
          <a:p>
            <a:r>
              <a:rPr lang="en-US" sz="1800" dirty="0">
                <a:solidFill>
                  <a:srgbClr val="FF0000"/>
                </a:solidFill>
              </a:rPr>
              <a:t>parameters</a:t>
            </a:r>
          </a:p>
        </p:txBody>
      </p:sp>
      <p:cxnSp>
        <p:nvCxnSpPr>
          <p:cNvPr id="7" name="Straight Arrow Connector 6">
            <a:extLst>
              <a:ext uri="{FF2B5EF4-FFF2-40B4-BE49-F238E27FC236}">
                <a16:creationId xmlns:a16="http://schemas.microsoft.com/office/drawing/2014/main" id="{091A7C9A-BF5B-E342-B677-E234AEBDED9F}"/>
              </a:ext>
            </a:extLst>
          </p:cNvPr>
          <p:cNvCxnSpPr>
            <a:cxnSpLocks/>
          </p:cNvCxnSpPr>
          <p:nvPr/>
        </p:nvCxnSpPr>
        <p:spPr>
          <a:xfrm flipH="1">
            <a:off x="1497074" y="1903467"/>
            <a:ext cx="760576" cy="40118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D7FFF2D8-8954-1E4A-9583-2C3898384AF8}"/>
              </a:ext>
            </a:extLst>
          </p:cNvPr>
          <p:cNvCxnSpPr>
            <a:cxnSpLocks/>
          </p:cNvCxnSpPr>
          <p:nvPr/>
        </p:nvCxnSpPr>
        <p:spPr>
          <a:xfrm flipH="1">
            <a:off x="1809641" y="1948058"/>
            <a:ext cx="760576" cy="40118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4FD2B9C-7AE0-3C43-BDE7-ACBC728C1206}"/>
              </a:ext>
            </a:extLst>
          </p:cNvPr>
          <p:cNvSpPr txBox="1"/>
          <p:nvPr/>
        </p:nvSpPr>
        <p:spPr>
          <a:xfrm>
            <a:off x="2607172" y="2891518"/>
            <a:ext cx="1156086" cy="369332"/>
          </a:xfrm>
          <a:prstGeom prst="rect">
            <a:avLst/>
          </a:prstGeom>
          <a:noFill/>
        </p:spPr>
        <p:txBody>
          <a:bodyPr wrap="none" rtlCol="0">
            <a:spAutoFit/>
          </a:bodyPr>
          <a:lstStyle/>
          <a:p>
            <a:r>
              <a:rPr lang="en-US" sz="1800" dirty="0">
                <a:solidFill>
                  <a:srgbClr val="FF0000"/>
                </a:solidFill>
              </a:rPr>
              <a:t>arguments</a:t>
            </a:r>
          </a:p>
        </p:txBody>
      </p:sp>
      <p:cxnSp>
        <p:nvCxnSpPr>
          <p:cNvPr id="12" name="Straight Arrow Connector 11">
            <a:extLst>
              <a:ext uri="{FF2B5EF4-FFF2-40B4-BE49-F238E27FC236}">
                <a16:creationId xmlns:a16="http://schemas.microsoft.com/office/drawing/2014/main" id="{A585171B-B274-0244-ABC7-EA20AA068991}"/>
              </a:ext>
            </a:extLst>
          </p:cNvPr>
          <p:cNvCxnSpPr>
            <a:cxnSpLocks/>
          </p:cNvCxnSpPr>
          <p:nvPr/>
        </p:nvCxnSpPr>
        <p:spPr>
          <a:xfrm flipH="1">
            <a:off x="1809641" y="3242563"/>
            <a:ext cx="779736" cy="237357"/>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32CD8A7-433F-8544-ACBB-E11EDD26A376}"/>
              </a:ext>
            </a:extLst>
          </p:cNvPr>
          <p:cNvCxnSpPr>
            <a:cxnSpLocks/>
          </p:cNvCxnSpPr>
          <p:nvPr/>
        </p:nvCxnSpPr>
        <p:spPr>
          <a:xfrm flipH="1">
            <a:off x="2209853" y="3242563"/>
            <a:ext cx="621325" cy="327488"/>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6" name="Slide Number Placeholder 5">
            <a:extLst>
              <a:ext uri="{FF2B5EF4-FFF2-40B4-BE49-F238E27FC236}">
                <a16:creationId xmlns:a16="http://schemas.microsoft.com/office/drawing/2014/main" id="{28C42CF5-8F47-024E-80D4-BA82B750A8FF}"/>
              </a:ext>
            </a:extLst>
          </p:cNvPr>
          <p:cNvSpPr>
            <a:spLocks noGrp="1"/>
          </p:cNvSpPr>
          <p:nvPr>
            <p:ph type="sldNum" sz="quarter" idx="12"/>
          </p:nvPr>
        </p:nvSpPr>
        <p:spPr/>
        <p:txBody>
          <a:bodyPr/>
          <a:lstStyle/>
          <a:p>
            <a:fld id="{D57F1E4F-1CFF-5643-939E-02111984F565}" type="slidenum">
              <a:rPr lang="en-US" smtClean="0"/>
              <a:t>15</a:t>
            </a:fld>
            <a:endParaRPr lang="en-US" dirty="0"/>
          </a:p>
        </p:txBody>
      </p:sp>
    </p:spTree>
    <p:extLst>
      <p:ext uri="{BB962C8B-B14F-4D97-AF65-F5344CB8AC3E}">
        <p14:creationId xmlns:p14="http://schemas.microsoft.com/office/powerpoint/2010/main" val="39842464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 grpId="0"/>
      <p:bldP spid="1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211474" y="203975"/>
            <a:ext cx="7053542" cy="683886"/>
          </a:xfrm>
        </p:spPr>
        <p:txBody>
          <a:bodyPr/>
          <a:lstStyle/>
          <a:p>
            <a:r>
              <a:rPr lang="en-US" dirty="0"/>
              <a:t>Functions Arguments (input)</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308750" y="957333"/>
            <a:ext cx="8051725" cy="4292919"/>
          </a:xfrm>
        </p:spPr>
        <p:txBody>
          <a:bodyPr>
            <a:normAutofit/>
          </a:bodyPr>
          <a:lstStyle/>
          <a:p>
            <a:pPr marL="0" indent="0">
              <a:buNone/>
            </a:pPr>
            <a:endParaRPr lang="en-US" dirty="0"/>
          </a:p>
          <a:p>
            <a:pPr marL="0" indent="0">
              <a:buNone/>
            </a:pPr>
            <a:r>
              <a:rPr lang="en-US" b="1" dirty="0">
                <a:solidFill>
                  <a:srgbClr val="006699"/>
                </a:solidFill>
                <a:latin typeface="Inconsolata" panose="020B0609030003000000" pitchFamily="49" charset="77"/>
              </a:rPr>
              <a:t>def </a:t>
            </a:r>
            <a:r>
              <a:rPr lang="en-US" b="1" dirty="0">
                <a:latin typeface="Inconsolata" panose="020B0609030003000000" pitchFamily="49" charset="77"/>
              </a:rPr>
              <a:t>add(</a:t>
            </a:r>
            <a:r>
              <a:rPr lang="en-US" b="1" dirty="0">
                <a:solidFill>
                  <a:srgbClr val="FF0000"/>
                </a:solidFill>
                <a:latin typeface="Inconsolata" panose="020B0609030003000000" pitchFamily="49" charset="77"/>
              </a:rPr>
              <a:t>a</a:t>
            </a:r>
            <a:r>
              <a:rPr lang="en-US" b="1" dirty="0">
                <a:latin typeface="Inconsolata" panose="020B0609030003000000" pitchFamily="49" charset="77"/>
              </a:rPr>
              <a:t>, </a:t>
            </a:r>
            <a:r>
              <a:rPr lang="en-US" b="1" dirty="0">
                <a:solidFill>
                  <a:schemeClr val="accent1"/>
                </a:solidFill>
                <a:latin typeface="Inconsolata" panose="020B0609030003000000" pitchFamily="49" charset="77"/>
              </a:rPr>
              <a:t>b</a:t>
            </a:r>
            <a:r>
              <a:rPr lang="en-US" b="1" dirty="0">
                <a:latin typeface="Inconsolata" panose="020B0609030003000000" pitchFamily="49" charset="77"/>
              </a:rPr>
              <a:t>): </a:t>
            </a:r>
          </a:p>
          <a:p>
            <a:pPr marL="0" indent="0">
              <a:buNone/>
            </a:pPr>
            <a:r>
              <a:rPr lang="en-US" b="1" dirty="0">
                <a:solidFill>
                  <a:srgbClr val="000087"/>
                </a:solidFill>
                <a:latin typeface="Inconsolata" panose="020B0609030003000000" pitchFamily="49" charset="77"/>
              </a:rPr>
              <a:t>    return a + b</a:t>
            </a:r>
            <a:r>
              <a:rPr lang="en-US" b="1" dirty="0">
                <a:latin typeface="Inconsolata" panose="020B0609030003000000" pitchFamily="49" charset="77"/>
              </a:rPr>
              <a:t> </a:t>
            </a:r>
          </a:p>
          <a:p>
            <a:pPr marL="0" indent="0">
              <a:buNone/>
            </a:pPr>
            <a:endParaRPr lang="en-US" b="1" dirty="0">
              <a:solidFill>
                <a:srgbClr val="000087"/>
              </a:solidFill>
              <a:latin typeface="Inconsolata" panose="020B0609030003000000" pitchFamily="49" charset="77"/>
            </a:endParaRPr>
          </a:p>
          <a:p>
            <a:pPr marL="0" indent="0">
              <a:buNone/>
            </a:pPr>
            <a:endParaRPr lang="en-US" b="1" dirty="0">
              <a:solidFill>
                <a:srgbClr val="000087"/>
              </a:solidFill>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a = </a:t>
            </a:r>
            <a:r>
              <a:rPr lang="en-US" b="1" dirty="0">
                <a:latin typeface="Inconsolata" panose="020B0609030003000000" pitchFamily="49" charset="77"/>
              </a:rPr>
              <a:t>add(</a:t>
            </a:r>
            <a:r>
              <a:rPr lang="en-US" b="1" dirty="0">
                <a:solidFill>
                  <a:srgbClr val="FF0000"/>
                </a:solidFill>
                <a:latin typeface="Inconsolata" panose="020B0609030003000000" pitchFamily="49" charset="77"/>
              </a:rPr>
              <a:t>2</a:t>
            </a:r>
            <a:r>
              <a:rPr lang="en-US" b="1" dirty="0">
                <a:latin typeface="Inconsolata" panose="020B0609030003000000" pitchFamily="49" charset="77"/>
              </a:rPr>
              <a:t>, </a:t>
            </a:r>
            <a:r>
              <a:rPr lang="en-US" b="1" dirty="0">
                <a:solidFill>
                  <a:schemeClr val="accent1"/>
                </a:solidFill>
                <a:latin typeface="Inconsolata" panose="020B0609030003000000" pitchFamily="49" charset="77"/>
              </a:rPr>
              <a:t>4</a:t>
            </a:r>
            <a:r>
              <a:rPr lang="en-US" b="1" dirty="0">
                <a:latin typeface="Inconsolata" panose="020B0609030003000000" pitchFamily="49" charset="77"/>
              </a:rPr>
              <a:t>) </a:t>
            </a:r>
          </a:p>
          <a:p>
            <a:pPr marL="0" indent="0">
              <a:buNone/>
            </a:pPr>
            <a:r>
              <a:rPr lang="en-US" b="1" dirty="0">
                <a:latin typeface="Inconsolata" panose="020B0609030003000000" pitchFamily="49" charset="77"/>
              </a:rPr>
              <a:t>print(a) 		</a:t>
            </a:r>
            <a:r>
              <a:rPr lang="en-US" b="1" dirty="0">
                <a:solidFill>
                  <a:schemeClr val="accent1"/>
                </a:solidFill>
                <a:latin typeface="Inconsolata" panose="020B0609030003000000" pitchFamily="49" charset="77"/>
              </a:rPr>
              <a:t># 6</a:t>
            </a:r>
          </a:p>
          <a:p>
            <a:pPr marL="0" indent="0">
              <a:buNone/>
            </a:pPr>
            <a:endParaRPr lang="en-US" b="1" dirty="0">
              <a:solidFill>
                <a:schemeClr val="accent1"/>
              </a:solidFill>
              <a:latin typeface="Inconsolata" panose="020B0609030003000000" pitchFamily="49" charset="77"/>
            </a:endParaRPr>
          </a:p>
          <a:p>
            <a:pPr marL="0" indent="0">
              <a:buNone/>
            </a:pPr>
            <a:endParaRPr lang="en-US" b="1" dirty="0">
              <a:latin typeface="Inconsolata" panose="020B0609030003000000" pitchFamily="49" charset="77"/>
            </a:endParaRPr>
          </a:p>
        </p:txBody>
      </p:sp>
      <p:cxnSp>
        <p:nvCxnSpPr>
          <p:cNvPr id="6" name="Straight Arrow Connector 5">
            <a:extLst>
              <a:ext uri="{FF2B5EF4-FFF2-40B4-BE49-F238E27FC236}">
                <a16:creationId xmlns:a16="http://schemas.microsoft.com/office/drawing/2014/main" id="{E5285AED-414F-CF48-BDA3-F9C105DE78F6}"/>
              </a:ext>
            </a:extLst>
          </p:cNvPr>
          <p:cNvCxnSpPr>
            <a:cxnSpLocks/>
          </p:cNvCxnSpPr>
          <p:nvPr/>
        </p:nvCxnSpPr>
        <p:spPr>
          <a:xfrm flipV="1">
            <a:off x="1556425" y="1749851"/>
            <a:ext cx="97278" cy="117428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D2B72858-9062-1748-A56F-9BF516549403}"/>
              </a:ext>
            </a:extLst>
          </p:cNvPr>
          <p:cNvCxnSpPr>
            <a:cxnSpLocks/>
          </p:cNvCxnSpPr>
          <p:nvPr/>
        </p:nvCxnSpPr>
        <p:spPr>
          <a:xfrm flipV="1">
            <a:off x="2003898" y="1673157"/>
            <a:ext cx="1" cy="125097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C57243A4-61B0-BF49-9762-D919B22CF822}"/>
              </a:ext>
            </a:extLst>
          </p:cNvPr>
          <p:cNvSpPr txBox="1"/>
          <p:nvPr/>
        </p:nvSpPr>
        <p:spPr>
          <a:xfrm>
            <a:off x="3084846" y="1114696"/>
            <a:ext cx="4614148" cy="1015663"/>
          </a:xfrm>
          <a:prstGeom prst="rect">
            <a:avLst/>
          </a:prstGeom>
          <a:noFill/>
        </p:spPr>
        <p:txBody>
          <a:bodyPr wrap="square" rtlCol="0">
            <a:spAutoFit/>
          </a:bodyPr>
          <a:lstStyle/>
          <a:p>
            <a:r>
              <a:rPr lang="en-US" sz="2000" dirty="0">
                <a:solidFill>
                  <a:srgbClr val="FF0000"/>
                </a:solidFill>
              </a:rPr>
              <a:t>In function calling, the actual arguments </a:t>
            </a:r>
          </a:p>
          <a:p>
            <a:r>
              <a:rPr lang="en-US" sz="2000" dirty="0">
                <a:solidFill>
                  <a:srgbClr val="FF0000"/>
                </a:solidFill>
              </a:rPr>
              <a:t>2 and 4 are sent to the formal parameters </a:t>
            </a:r>
          </a:p>
          <a:p>
            <a:r>
              <a:rPr lang="en-US" sz="2000" dirty="0">
                <a:solidFill>
                  <a:srgbClr val="FF0000"/>
                </a:solidFill>
              </a:rPr>
              <a:t>a and b respectively.</a:t>
            </a:r>
          </a:p>
        </p:txBody>
      </p:sp>
      <p:sp>
        <p:nvSpPr>
          <p:cNvPr id="3" name="Slide Number Placeholder 2">
            <a:extLst>
              <a:ext uri="{FF2B5EF4-FFF2-40B4-BE49-F238E27FC236}">
                <a16:creationId xmlns:a16="http://schemas.microsoft.com/office/drawing/2014/main" id="{0A3F5854-915E-5246-B217-C798430893D2}"/>
              </a:ext>
            </a:extLst>
          </p:cNvPr>
          <p:cNvSpPr>
            <a:spLocks noGrp="1"/>
          </p:cNvSpPr>
          <p:nvPr>
            <p:ph type="sldNum" sz="quarter" idx="12"/>
          </p:nvPr>
        </p:nvSpPr>
        <p:spPr/>
        <p:txBody>
          <a:bodyPr/>
          <a:lstStyle/>
          <a:p>
            <a:fld id="{D57F1E4F-1CFF-5643-939E-02111984F565}" type="slidenum">
              <a:rPr lang="en-US" smtClean="0"/>
              <a:t>16</a:t>
            </a:fld>
            <a:endParaRPr lang="en-US" dirty="0"/>
          </a:p>
        </p:txBody>
      </p:sp>
    </p:spTree>
    <p:extLst>
      <p:ext uri="{BB962C8B-B14F-4D97-AF65-F5344CB8AC3E}">
        <p14:creationId xmlns:p14="http://schemas.microsoft.com/office/powerpoint/2010/main" val="4080804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211474" y="203975"/>
            <a:ext cx="7053542" cy="683886"/>
          </a:xfrm>
        </p:spPr>
        <p:txBody>
          <a:bodyPr/>
          <a:lstStyle/>
          <a:p>
            <a:r>
              <a:rPr lang="en-US" dirty="0"/>
              <a:t>Functions Arguments (input)</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308750" y="957333"/>
            <a:ext cx="8051725" cy="4292919"/>
          </a:xfrm>
        </p:spPr>
        <p:txBody>
          <a:bodyPr>
            <a:normAutofit/>
          </a:bodyPr>
          <a:lstStyle/>
          <a:p>
            <a:pPr marL="0" indent="0">
              <a:buNone/>
            </a:pPr>
            <a:endParaRPr lang="en-US" dirty="0"/>
          </a:p>
          <a:p>
            <a:pPr marL="0" indent="0">
              <a:buNone/>
            </a:pPr>
            <a:r>
              <a:rPr lang="en-US" b="1" dirty="0">
                <a:solidFill>
                  <a:srgbClr val="006699"/>
                </a:solidFill>
                <a:latin typeface="Inconsolata" panose="020B0609030003000000" pitchFamily="49" charset="77"/>
              </a:rPr>
              <a:t>def </a:t>
            </a:r>
            <a:r>
              <a:rPr lang="en-US" b="1" dirty="0">
                <a:latin typeface="Inconsolata" panose="020B0609030003000000" pitchFamily="49" charset="77"/>
              </a:rPr>
              <a:t>add(</a:t>
            </a:r>
            <a:r>
              <a:rPr lang="en-US" b="1" dirty="0">
                <a:solidFill>
                  <a:srgbClr val="FF0000"/>
                </a:solidFill>
                <a:latin typeface="Inconsolata" panose="020B0609030003000000" pitchFamily="49" charset="77"/>
              </a:rPr>
              <a:t>a</a:t>
            </a:r>
            <a:r>
              <a:rPr lang="en-US" b="1" dirty="0">
                <a:latin typeface="Inconsolata" panose="020B0609030003000000" pitchFamily="49" charset="77"/>
              </a:rPr>
              <a:t>, </a:t>
            </a:r>
            <a:r>
              <a:rPr lang="en-US" b="1" dirty="0">
                <a:solidFill>
                  <a:schemeClr val="accent1"/>
                </a:solidFill>
                <a:latin typeface="Inconsolata" panose="020B0609030003000000" pitchFamily="49" charset="77"/>
              </a:rPr>
              <a:t>b</a:t>
            </a:r>
            <a:r>
              <a:rPr lang="en-US" b="1" dirty="0">
                <a:latin typeface="Inconsolata" panose="020B0609030003000000" pitchFamily="49" charset="77"/>
              </a:rPr>
              <a:t>): </a:t>
            </a:r>
          </a:p>
          <a:p>
            <a:pPr marL="0" indent="0">
              <a:buNone/>
            </a:pPr>
            <a:r>
              <a:rPr lang="en-US" b="1" dirty="0">
                <a:solidFill>
                  <a:srgbClr val="000087"/>
                </a:solidFill>
                <a:latin typeface="Inconsolata" panose="020B0609030003000000" pitchFamily="49" charset="77"/>
              </a:rPr>
              <a:t>    return a + b</a:t>
            </a:r>
            <a:r>
              <a:rPr lang="en-US" b="1" dirty="0">
                <a:latin typeface="Inconsolata" panose="020B0609030003000000" pitchFamily="49" charset="77"/>
              </a:rPr>
              <a:t> </a:t>
            </a:r>
          </a:p>
          <a:p>
            <a:pPr marL="0" indent="0">
              <a:buNone/>
            </a:pPr>
            <a:endParaRPr lang="en-US" b="1" dirty="0">
              <a:solidFill>
                <a:srgbClr val="000087"/>
              </a:solidFill>
              <a:latin typeface="Inconsolata" panose="020B0609030003000000" pitchFamily="49" charset="77"/>
            </a:endParaRPr>
          </a:p>
          <a:p>
            <a:pPr marL="0" indent="0">
              <a:buNone/>
            </a:pPr>
            <a:endParaRPr lang="en-US" b="1" dirty="0">
              <a:solidFill>
                <a:srgbClr val="000087"/>
              </a:solidFill>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a = </a:t>
            </a:r>
            <a:r>
              <a:rPr lang="en-US" b="1" dirty="0">
                <a:latin typeface="Inconsolata" panose="020B0609030003000000" pitchFamily="49" charset="77"/>
              </a:rPr>
              <a:t>add(</a:t>
            </a:r>
            <a:r>
              <a:rPr lang="en-US" b="1" dirty="0">
                <a:solidFill>
                  <a:srgbClr val="FF0000"/>
                </a:solidFill>
                <a:latin typeface="Inconsolata" panose="020B0609030003000000" pitchFamily="49" charset="77"/>
              </a:rPr>
              <a:t>2</a:t>
            </a:r>
            <a:r>
              <a:rPr lang="en-US" b="1" dirty="0">
                <a:latin typeface="Inconsolata" panose="020B0609030003000000" pitchFamily="49" charset="77"/>
              </a:rPr>
              <a:t>, </a:t>
            </a:r>
            <a:r>
              <a:rPr lang="en-US" b="1" dirty="0">
                <a:solidFill>
                  <a:schemeClr val="accent1"/>
                </a:solidFill>
                <a:latin typeface="Inconsolata" panose="020B0609030003000000" pitchFamily="49" charset="77"/>
              </a:rPr>
              <a:t>4</a:t>
            </a:r>
            <a:r>
              <a:rPr lang="en-US" b="1" dirty="0">
                <a:latin typeface="Inconsolata" panose="020B0609030003000000" pitchFamily="49" charset="77"/>
              </a:rPr>
              <a:t>) </a:t>
            </a:r>
          </a:p>
          <a:p>
            <a:pPr marL="0" indent="0">
              <a:buNone/>
            </a:pPr>
            <a:r>
              <a:rPr lang="en-US" b="1" dirty="0">
                <a:latin typeface="Inconsolata" panose="020B0609030003000000" pitchFamily="49" charset="77"/>
              </a:rPr>
              <a:t>print(a) 		</a:t>
            </a:r>
            <a:r>
              <a:rPr lang="en-US" b="1" dirty="0">
                <a:solidFill>
                  <a:schemeClr val="accent1"/>
                </a:solidFill>
                <a:latin typeface="Inconsolata" panose="020B0609030003000000" pitchFamily="49" charset="77"/>
              </a:rPr>
              <a:t># 6</a:t>
            </a:r>
          </a:p>
          <a:p>
            <a:pPr marL="0" indent="0">
              <a:buNone/>
            </a:pPr>
            <a:endParaRPr lang="en-US" b="1" dirty="0">
              <a:solidFill>
                <a:schemeClr val="accent1"/>
              </a:solidFill>
              <a:latin typeface="Inconsolata" panose="020B0609030003000000" pitchFamily="49" charset="77"/>
            </a:endParaRPr>
          </a:p>
          <a:p>
            <a:pPr marL="0" indent="0">
              <a:buNone/>
            </a:pPr>
            <a:endParaRPr lang="en-US" b="1" dirty="0">
              <a:latin typeface="Inconsolata" panose="020B0609030003000000" pitchFamily="49" charset="77"/>
            </a:endParaRPr>
          </a:p>
        </p:txBody>
      </p:sp>
      <p:cxnSp>
        <p:nvCxnSpPr>
          <p:cNvPr id="10" name="Straight Arrow Connector 9">
            <a:extLst>
              <a:ext uri="{FF2B5EF4-FFF2-40B4-BE49-F238E27FC236}">
                <a16:creationId xmlns:a16="http://schemas.microsoft.com/office/drawing/2014/main" id="{D2B72858-9062-1748-A56F-9BF516549403}"/>
              </a:ext>
            </a:extLst>
          </p:cNvPr>
          <p:cNvCxnSpPr>
            <a:cxnSpLocks/>
          </p:cNvCxnSpPr>
          <p:nvPr/>
        </p:nvCxnSpPr>
        <p:spPr>
          <a:xfrm flipH="1">
            <a:off x="1356360" y="2148841"/>
            <a:ext cx="960121" cy="70865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1A12254-A567-0B44-97C3-50B4CF479468}"/>
              </a:ext>
            </a:extLst>
          </p:cNvPr>
          <p:cNvSpPr txBox="1"/>
          <p:nvPr/>
        </p:nvSpPr>
        <p:spPr>
          <a:xfrm>
            <a:off x="3364091" y="1826519"/>
            <a:ext cx="4614148" cy="2554545"/>
          </a:xfrm>
          <a:prstGeom prst="rect">
            <a:avLst/>
          </a:prstGeom>
          <a:noFill/>
        </p:spPr>
        <p:txBody>
          <a:bodyPr wrap="square" rtlCol="0">
            <a:spAutoFit/>
          </a:bodyPr>
          <a:lstStyle/>
          <a:p>
            <a:r>
              <a:rPr lang="en-US" sz="2000" dirty="0">
                <a:solidFill>
                  <a:srgbClr val="FF0000"/>
                </a:solidFill>
              </a:rPr>
              <a:t>Note that the returned value 6 is sent back to the call expression add(2, 4). </a:t>
            </a:r>
          </a:p>
          <a:p>
            <a:endParaRPr lang="en-US" sz="2000" dirty="0">
              <a:solidFill>
                <a:srgbClr val="FF0000"/>
              </a:solidFill>
            </a:endParaRPr>
          </a:p>
          <a:p>
            <a:r>
              <a:rPr lang="en-US" sz="2000" dirty="0">
                <a:solidFill>
                  <a:srgbClr val="FF0000"/>
                </a:solidFill>
              </a:rPr>
              <a:t>This value add(2, 4) is stored in the variable a.</a:t>
            </a:r>
          </a:p>
          <a:p>
            <a:endParaRPr lang="en-US" sz="2000" dirty="0">
              <a:solidFill>
                <a:srgbClr val="FF0000"/>
              </a:solidFill>
            </a:endParaRPr>
          </a:p>
          <a:p>
            <a:r>
              <a:rPr lang="en-US" sz="2000" dirty="0">
                <a:solidFill>
                  <a:srgbClr val="FF0000"/>
                </a:solidFill>
              </a:rPr>
              <a:t>The variable a is then printed to the console.</a:t>
            </a:r>
          </a:p>
        </p:txBody>
      </p:sp>
      <p:sp>
        <p:nvSpPr>
          <p:cNvPr id="3" name="Slide Number Placeholder 2">
            <a:extLst>
              <a:ext uri="{FF2B5EF4-FFF2-40B4-BE49-F238E27FC236}">
                <a16:creationId xmlns:a16="http://schemas.microsoft.com/office/drawing/2014/main" id="{0A3F5854-915E-5246-B217-C798430893D2}"/>
              </a:ext>
            </a:extLst>
          </p:cNvPr>
          <p:cNvSpPr>
            <a:spLocks noGrp="1"/>
          </p:cNvSpPr>
          <p:nvPr>
            <p:ph type="sldNum" sz="quarter" idx="12"/>
          </p:nvPr>
        </p:nvSpPr>
        <p:spPr/>
        <p:txBody>
          <a:bodyPr/>
          <a:lstStyle/>
          <a:p>
            <a:fld id="{D57F1E4F-1CFF-5643-939E-02111984F565}" type="slidenum">
              <a:rPr lang="en-US" smtClean="0"/>
              <a:t>17</a:t>
            </a:fld>
            <a:endParaRPr lang="en-US" dirty="0"/>
          </a:p>
        </p:txBody>
      </p:sp>
      <p:sp>
        <p:nvSpPr>
          <p:cNvPr id="7" name="TextBox 6">
            <a:extLst>
              <a:ext uri="{FF2B5EF4-FFF2-40B4-BE49-F238E27FC236}">
                <a16:creationId xmlns:a16="http://schemas.microsoft.com/office/drawing/2014/main" id="{7AE5DE27-173B-DD4D-B5DD-EFDACC86D43B}"/>
              </a:ext>
            </a:extLst>
          </p:cNvPr>
          <p:cNvSpPr txBox="1"/>
          <p:nvPr/>
        </p:nvSpPr>
        <p:spPr>
          <a:xfrm>
            <a:off x="1356360" y="2316480"/>
            <a:ext cx="306494" cy="384721"/>
          </a:xfrm>
          <a:prstGeom prst="rect">
            <a:avLst/>
          </a:prstGeom>
          <a:noFill/>
        </p:spPr>
        <p:txBody>
          <a:bodyPr wrap="none" rtlCol="0">
            <a:spAutoFit/>
          </a:bodyPr>
          <a:lstStyle/>
          <a:p>
            <a:r>
              <a:rPr lang="en-US" sz="1900" dirty="0">
                <a:solidFill>
                  <a:srgbClr val="7030A0"/>
                </a:solidFill>
              </a:rPr>
              <a:t>6</a:t>
            </a:r>
          </a:p>
        </p:txBody>
      </p:sp>
    </p:spTree>
    <p:extLst>
      <p:ext uri="{BB962C8B-B14F-4D97-AF65-F5344CB8AC3E}">
        <p14:creationId xmlns:p14="http://schemas.microsoft.com/office/powerpoint/2010/main" val="2621777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07004" y="77515"/>
            <a:ext cx="7053542" cy="683886"/>
          </a:xfrm>
        </p:spPr>
        <p:txBody>
          <a:bodyPr/>
          <a:lstStyle/>
          <a:p>
            <a:r>
              <a:rPr lang="en-US" dirty="0"/>
              <a:t>Returned Value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07004" y="680935"/>
            <a:ext cx="9036996" cy="4956549"/>
          </a:xfrm>
        </p:spPr>
        <p:txBody>
          <a:bodyPr>
            <a:normAutofit/>
          </a:bodyPr>
          <a:lstStyle/>
          <a:p>
            <a:pPr marL="0" indent="0">
              <a:buNone/>
            </a:pPr>
            <a:r>
              <a:rPr lang="en-US" dirty="0"/>
              <a:t>A returned value from a function should be stored, printed or used in another calculation.  Be careful to avoid the error explained below!</a:t>
            </a:r>
          </a:p>
          <a:p>
            <a:pPr marL="0" indent="0">
              <a:buNone/>
            </a:pPr>
            <a:endParaRPr lang="en-US" dirty="0"/>
          </a:p>
          <a:p>
            <a:pPr marL="0" indent="0">
              <a:buNone/>
            </a:pPr>
            <a:r>
              <a:rPr lang="en-US" b="1" dirty="0">
                <a:solidFill>
                  <a:srgbClr val="006699"/>
                </a:solidFill>
                <a:latin typeface="Inconsolata" panose="020B0609030003000000" pitchFamily="49" charset="77"/>
              </a:rPr>
              <a:t>def </a:t>
            </a:r>
            <a:r>
              <a:rPr lang="en-US" b="1" dirty="0">
                <a:latin typeface="Inconsolata" panose="020B0609030003000000" pitchFamily="49" charset="77"/>
              </a:rPr>
              <a:t>add(a, b): </a:t>
            </a:r>
          </a:p>
          <a:p>
            <a:pPr marL="0" indent="0">
              <a:buNone/>
            </a:pPr>
            <a:r>
              <a:rPr lang="en-US" b="1" dirty="0">
                <a:solidFill>
                  <a:srgbClr val="000087"/>
                </a:solidFill>
                <a:latin typeface="Inconsolata" panose="020B0609030003000000" pitchFamily="49" charset="77"/>
              </a:rPr>
              <a:t>    return a + b</a:t>
            </a:r>
            <a:r>
              <a:rPr lang="en-US" b="1" dirty="0">
                <a:latin typeface="Inconsolata" panose="020B0609030003000000" pitchFamily="49" charset="77"/>
              </a:rPr>
              <a:t> </a:t>
            </a:r>
          </a:p>
          <a:p>
            <a:pPr marL="0" indent="0">
              <a:buNone/>
            </a:pPr>
            <a:endParaRPr lang="en-US" b="1" dirty="0">
              <a:solidFill>
                <a:srgbClr val="000087"/>
              </a:solidFill>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a = </a:t>
            </a:r>
            <a:r>
              <a:rPr lang="en-US" b="1" dirty="0">
                <a:latin typeface="Inconsolata" panose="020B0609030003000000" pitchFamily="49" charset="77"/>
              </a:rPr>
              <a:t>add(2, 4) 		</a:t>
            </a:r>
            <a:r>
              <a:rPr lang="en-US" b="1" dirty="0">
                <a:solidFill>
                  <a:schemeClr val="accent1"/>
                </a:solidFill>
                <a:latin typeface="Inconsolata" panose="020B0609030003000000" pitchFamily="49" charset="77"/>
              </a:rPr>
              <a:t># returned value 6 is stored in a. </a:t>
            </a:r>
            <a:endParaRPr lang="en-US" b="1" dirty="0">
              <a:latin typeface="Inconsolata" panose="020B0609030003000000" pitchFamily="49" charset="77"/>
            </a:endParaRPr>
          </a:p>
          <a:p>
            <a:pPr marL="0" indent="0">
              <a:buNone/>
            </a:pPr>
            <a:r>
              <a:rPr lang="en-US" b="1" dirty="0">
                <a:latin typeface="Inconsolata" panose="020B0609030003000000" pitchFamily="49" charset="77"/>
              </a:rPr>
              <a:t>print(a) 			</a:t>
            </a:r>
            <a:r>
              <a:rPr lang="en-US" b="1" dirty="0">
                <a:solidFill>
                  <a:schemeClr val="accent1"/>
                </a:solidFill>
                <a:latin typeface="Inconsolata" panose="020B0609030003000000" pitchFamily="49" charset="77"/>
              </a:rPr>
              <a:t># 6</a:t>
            </a:r>
          </a:p>
          <a:p>
            <a:pPr marL="0" indent="0">
              <a:buNone/>
            </a:pPr>
            <a:r>
              <a:rPr lang="en-US" b="1" dirty="0">
                <a:solidFill>
                  <a:srgbClr val="000087"/>
                </a:solidFill>
                <a:latin typeface="Inconsolata" panose="020B0609030003000000" pitchFamily="49" charset="77"/>
              </a:rPr>
              <a:t>b = </a:t>
            </a:r>
            <a:r>
              <a:rPr lang="en-US" b="1">
                <a:latin typeface="Inconsolata" panose="020B0609030003000000" pitchFamily="49" charset="77"/>
              </a:rPr>
              <a:t>add(2, </a:t>
            </a:r>
            <a:r>
              <a:rPr lang="en-US" b="1" dirty="0">
                <a:latin typeface="Inconsolata" panose="020B0609030003000000" pitchFamily="49" charset="77"/>
              </a:rPr>
              <a:t>4</a:t>
            </a:r>
            <a:r>
              <a:rPr lang="en-US" b="1">
                <a:latin typeface="Inconsolata" panose="020B0609030003000000" pitchFamily="49" charset="77"/>
              </a:rPr>
              <a:t>) </a:t>
            </a:r>
            <a:r>
              <a:rPr lang="en-US" b="1" dirty="0">
                <a:latin typeface="Inconsolata" panose="020B0609030003000000" pitchFamily="49" charset="77"/>
              </a:rPr>
              <a:t>- 3	</a:t>
            </a:r>
            <a:r>
              <a:rPr lang="en-US" b="1" dirty="0">
                <a:solidFill>
                  <a:schemeClr val="accent1"/>
                </a:solidFill>
                <a:latin typeface="Inconsolata" panose="020B0609030003000000" pitchFamily="49" charset="77"/>
              </a:rPr>
              <a:t># returned value 6 used in a calculation. </a:t>
            </a:r>
            <a:endParaRPr lang="en-US" b="1" dirty="0">
              <a:latin typeface="Inconsolata" panose="020B0609030003000000" pitchFamily="49" charset="77"/>
            </a:endParaRPr>
          </a:p>
          <a:p>
            <a:pPr marL="0" indent="0">
              <a:buNone/>
            </a:pPr>
            <a:endParaRPr lang="en-US" b="1" dirty="0">
              <a:solidFill>
                <a:schemeClr val="accent1"/>
              </a:solidFill>
              <a:latin typeface="Inconsolata" panose="020B0609030003000000" pitchFamily="49" charset="77"/>
            </a:endParaRPr>
          </a:p>
          <a:p>
            <a:pPr marL="0" indent="0">
              <a:buNone/>
            </a:pPr>
            <a:r>
              <a:rPr lang="en-US" b="1" dirty="0">
                <a:solidFill>
                  <a:srgbClr val="FF0000"/>
                </a:solidFill>
                <a:latin typeface="Inconsolata" panose="020B0609030003000000" pitchFamily="49" charset="77"/>
              </a:rPr>
              <a:t>add(4, 6)</a:t>
            </a:r>
            <a:r>
              <a:rPr lang="en-US" b="1" dirty="0">
                <a:latin typeface="Inconsolata" panose="020B0609030003000000" pitchFamily="49" charset="77"/>
              </a:rPr>
              <a:t>		</a:t>
            </a:r>
            <a:r>
              <a:rPr lang="en-US" b="1" dirty="0">
                <a:solidFill>
                  <a:schemeClr val="accent1"/>
                </a:solidFill>
                <a:latin typeface="Inconsolata" panose="020B0609030003000000" pitchFamily="49" charset="77"/>
              </a:rPr>
              <a:t># returned value 10 is neither stored nor printed</a:t>
            </a:r>
          </a:p>
          <a:p>
            <a:pPr marL="0" indent="0">
              <a:buNone/>
            </a:pPr>
            <a:r>
              <a:rPr lang="en-US" b="1" dirty="0">
                <a:solidFill>
                  <a:schemeClr val="accent1"/>
                </a:solidFill>
                <a:latin typeface="Inconsolata" panose="020B0609030003000000" pitchFamily="49" charset="77"/>
              </a:rPr>
              <a:t>			</a:t>
            </a:r>
            <a:r>
              <a:rPr lang="en-US" b="1" dirty="0">
                <a:solidFill>
                  <a:srgbClr val="FF0000"/>
                </a:solidFill>
                <a:latin typeface="Inconsolata" panose="020B0609030003000000" pitchFamily="49" charset="77"/>
              </a:rPr>
              <a:t># this value is lost! This is a common error!</a:t>
            </a:r>
          </a:p>
          <a:p>
            <a:pPr marL="0" indent="0">
              <a:buNone/>
            </a:pPr>
            <a:r>
              <a:rPr lang="en-US" b="1" dirty="0">
                <a:solidFill>
                  <a:srgbClr val="FF0000"/>
                </a:solidFill>
                <a:latin typeface="Inconsolata" panose="020B0609030003000000" pitchFamily="49" charset="77"/>
              </a:rPr>
              <a:t>			# This line of code effectively does nothing.</a:t>
            </a:r>
          </a:p>
          <a:p>
            <a:pPr marL="0" indent="0">
              <a:buNone/>
            </a:pPr>
            <a:endParaRPr lang="en-US"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20B94AB9-B6B7-5841-A9FC-CA5DB0E07AC1}"/>
              </a:ext>
            </a:extLst>
          </p:cNvPr>
          <p:cNvSpPr>
            <a:spLocks noGrp="1"/>
          </p:cNvSpPr>
          <p:nvPr>
            <p:ph type="sldNum" sz="quarter" idx="12"/>
          </p:nvPr>
        </p:nvSpPr>
        <p:spPr/>
        <p:txBody>
          <a:bodyPr/>
          <a:lstStyle/>
          <a:p>
            <a:fld id="{D57F1E4F-1CFF-5643-939E-02111984F565}" type="slidenum">
              <a:rPr lang="en-US" smtClean="0"/>
              <a:t>18</a:t>
            </a:fld>
            <a:endParaRPr lang="en-US" dirty="0"/>
          </a:p>
        </p:txBody>
      </p:sp>
    </p:spTree>
    <p:extLst>
      <p:ext uri="{BB962C8B-B14F-4D97-AF65-F5344CB8AC3E}">
        <p14:creationId xmlns:p14="http://schemas.microsoft.com/office/powerpoint/2010/main" val="26315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9DE06-EBB7-60B9-B785-08DA3A0F336B}"/>
              </a:ext>
            </a:extLst>
          </p:cNvPr>
          <p:cNvSpPr>
            <a:spLocks noGrp="1"/>
          </p:cNvSpPr>
          <p:nvPr>
            <p:ph type="title"/>
          </p:nvPr>
        </p:nvSpPr>
        <p:spPr>
          <a:xfrm>
            <a:off x="176587" y="113770"/>
            <a:ext cx="7886700" cy="597249"/>
          </a:xfrm>
        </p:spPr>
        <p:txBody>
          <a:bodyPr/>
          <a:lstStyle/>
          <a:p>
            <a:r>
              <a:rPr lang="en-US">
                <a:solidFill>
                  <a:srgbClr val="FF0000"/>
                </a:solidFill>
              </a:rPr>
              <a:t>AP Exam(Important)</a:t>
            </a:r>
          </a:p>
        </p:txBody>
      </p:sp>
      <p:sp>
        <p:nvSpPr>
          <p:cNvPr id="3" name="Content Placeholder 2">
            <a:extLst>
              <a:ext uri="{FF2B5EF4-FFF2-40B4-BE49-F238E27FC236}">
                <a16:creationId xmlns:a16="http://schemas.microsoft.com/office/drawing/2014/main" id="{DED52641-5C1B-8A13-F847-9405D4A46FDD}"/>
              </a:ext>
            </a:extLst>
          </p:cNvPr>
          <p:cNvSpPr>
            <a:spLocks noGrp="1"/>
          </p:cNvSpPr>
          <p:nvPr>
            <p:ph idx="1"/>
          </p:nvPr>
        </p:nvSpPr>
        <p:spPr>
          <a:xfrm>
            <a:off x="176587" y="711019"/>
            <a:ext cx="8700285" cy="4816477"/>
          </a:xfrm>
        </p:spPr>
        <p:txBody>
          <a:bodyPr/>
          <a:lstStyle/>
          <a:p>
            <a:pPr marL="0" indent="0">
              <a:buNone/>
            </a:pPr>
            <a:r>
              <a:rPr lang="en-US" b="1"/>
              <a:t>Abstraction</a:t>
            </a:r>
            <a:r>
              <a:rPr lang="en-US"/>
              <a:t> means removing unnecessary detail. We can press the gas pedal to move a car forward without the need to understand the details of how an engine work. </a:t>
            </a:r>
          </a:p>
          <a:p>
            <a:pPr marL="0" indent="0">
              <a:buNone/>
            </a:pPr>
            <a:endParaRPr lang="en-US"/>
          </a:p>
          <a:p>
            <a:pPr marL="0" indent="0">
              <a:buNone/>
            </a:pPr>
            <a:r>
              <a:rPr lang="en-US"/>
              <a:t>One common type of abstraction is </a:t>
            </a:r>
            <a:r>
              <a:rPr lang="en-US" b="1"/>
              <a:t>procedural abstraction</a:t>
            </a:r>
            <a:r>
              <a:rPr lang="en-US"/>
              <a:t>, which provides a name for a process(function) and allows a procedure(function) to be used only knowing what it does, not how it does it. </a:t>
            </a:r>
          </a:p>
          <a:p>
            <a:pPr marL="0" indent="0">
              <a:buNone/>
            </a:pPr>
            <a:endParaRPr lang="en-US"/>
          </a:p>
          <a:p>
            <a:pPr marL="0" indent="0">
              <a:buNone/>
            </a:pPr>
            <a:r>
              <a:rPr lang="en-US"/>
              <a:t>For example, we can use the sqrt function without knowing how it works. </a:t>
            </a:r>
            <a:br>
              <a:rPr lang="en-US"/>
            </a:br>
            <a:endParaRPr lang="en-US"/>
          </a:p>
          <a:p>
            <a:pPr marL="0" indent="0">
              <a:buNone/>
            </a:pPr>
            <a:r>
              <a:rPr lang="en-US" b="1">
                <a:latin typeface="Inconsolata" pitchFamily="49" charset="77"/>
                <a:ea typeface="Inconsolata" pitchFamily="49" charset="77"/>
              </a:rPr>
              <a:t>import math</a:t>
            </a:r>
          </a:p>
          <a:p>
            <a:pPr marL="0" indent="0">
              <a:buNone/>
            </a:pPr>
            <a:r>
              <a:rPr lang="en-US" b="1">
                <a:latin typeface="Inconsolata" pitchFamily="49" charset="77"/>
                <a:ea typeface="Inconsolata" pitchFamily="49" charset="77"/>
              </a:rPr>
              <a:t>x = math.sqrt(23)</a:t>
            </a:r>
          </a:p>
          <a:p>
            <a:pPr marL="0" indent="0">
              <a:buNone/>
            </a:pPr>
            <a:endParaRPr lang="en-US"/>
          </a:p>
          <a:p>
            <a:pPr marL="0" indent="0">
              <a:buNone/>
            </a:pPr>
            <a:endParaRPr lang="en-US"/>
          </a:p>
          <a:p>
            <a:pPr marL="0" indent="0">
              <a:buNone/>
            </a:pPr>
            <a:endParaRPr lang="en-US"/>
          </a:p>
          <a:p>
            <a:pPr marL="0" indent="0">
              <a:buNone/>
            </a:pPr>
            <a:endParaRPr lang="en-US"/>
          </a:p>
        </p:txBody>
      </p:sp>
      <p:sp>
        <p:nvSpPr>
          <p:cNvPr id="4" name="Slide Number Placeholder 3">
            <a:extLst>
              <a:ext uri="{FF2B5EF4-FFF2-40B4-BE49-F238E27FC236}">
                <a16:creationId xmlns:a16="http://schemas.microsoft.com/office/drawing/2014/main" id="{CD0F4E8B-F97A-1CEA-02A7-2E78B35DB88F}"/>
              </a:ext>
            </a:extLst>
          </p:cNvPr>
          <p:cNvSpPr>
            <a:spLocks noGrp="1"/>
          </p:cNvSpPr>
          <p:nvPr>
            <p:ph type="sldNum" sz="quarter" idx="12"/>
          </p:nvPr>
        </p:nvSpPr>
        <p:spPr/>
        <p:txBody>
          <a:bodyPr/>
          <a:lstStyle/>
          <a:p>
            <a:fld id="{D57F1E4F-1CFF-5643-939E-02111984F565}" type="slidenum">
              <a:rPr lang="en-US" smtClean="0"/>
              <a:t>19</a:t>
            </a:fld>
            <a:endParaRPr lang="en-US" dirty="0"/>
          </a:p>
        </p:txBody>
      </p:sp>
    </p:spTree>
    <p:extLst>
      <p:ext uri="{BB962C8B-B14F-4D97-AF65-F5344CB8AC3E}">
        <p14:creationId xmlns:p14="http://schemas.microsoft.com/office/powerpoint/2010/main" val="19326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9DE06-EBB7-60B9-B785-08DA3A0F336B}"/>
              </a:ext>
            </a:extLst>
          </p:cNvPr>
          <p:cNvSpPr>
            <a:spLocks noGrp="1"/>
          </p:cNvSpPr>
          <p:nvPr>
            <p:ph type="title"/>
          </p:nvPr>
        </p:nvSpPr>
        <p:spPr>
          <a:xfrm>
            <a:off x="176587" y="113770"/>
            <a:ext cx="7886700" cy="597249"/>
          </a:xfrm>
        </p:spPr>
        <p:txBody>
          <a:bodyPr/>
          <a:lstStyle/>
          <a:p>
            <a:r>
              <a:rPr lang="en-US">
                <a:solidFill>
                  <a:srgbClr val="FF0000"/>
                </a:solidFill>
              </a:rPr>
              <a:t>AP Exam(Important)</a:t>
            </a:r>
          </a:p>
        </p:txBody>
      </p:sp>
      <p:sp>
        <p:nvSpPr>
          <p:cNvPr id="3" name="Content Placeholder 2">
            <a:extLst>
              <a:ext uri="{FF2B5EF4-FFF2-40B4-BE49-F238E27FC236}">
                <a16:creationId xmlns:a16="http://schemas.microsoft.com/office/drawing/2014/main" id="{DED52641-5C1B-8A13-F847-9405D4A46FDD}"/>
              </a:ext>
            </a:extLst>
          </p:cNvPr>
          <p:cNvSpPr>
            <a:spLocks noGrp="1"/>
          </p:cNvSpPr>
          <p:nvPr>
            <p:ph idx="1"/>
          </p:nvPr>
        </p:nvSpPr>
        <p:spPr>
          <a:xfrm>
            <a:off x="176587" y="711019"/>
            <a:ext cx="8700285" cy="4816477"/>
          </a:xfrm>
        </p:spPr>
        <p:txBody>
          <a:bodyPr/>
          <a:lstStyle/>
          <a:p>
            <a:pPr marL="0" indent="0">
              <a:buNone/>
            </a:pPr>
            <a:endParaRPr lang="en-US"/>
          </a:p>
          <a:p>
            <a:pPr marL="0" indent="0">
              <a:buNone/>
            </a:pPr>
            <a:r>
              <a:rPr lang="en-US"/>
              <a:t>There are benefits to using procedural abstraction(function) in our code. </a:t>
            </a:r>
          </a:p>
          <a:p>
            <a:pPr marL="0" indent="0">
              <a:buNone/>
            </a:pPr>
            <a:endParaRPr lang="en-US"/>
          </a:p>
          <a:p>
            <a:pPr marL="0" indent="0">
              <a:buNone/>
            </a:pPr>
            <a:r>
              <a:rPr lang="en-US"/>
              <a:t>Procedural abstraction</a:t>
            </a:r>
          </a:p>
          <a:p>
            <a:pPr marL="457200" indent="-457200">
              <a:buAutoNum type="alphaLcParenR"/>
            </a:pPr>
            <a:endParaRPr lang="en-US"/>
          </a:p>
          <a:p>
            <a:pPr marL="457200" indent="-457200">
              <a:buAutoNum type="alphaLcParenR"/>
            </a:pPr>
            <a:r>
              <a:rPr lang="en-US"/>
              <a:t>allows code to be readable</a:t>
            </a:r>
          </a:p>
          <a:p>
            <a:pPr marL="457200" indent="-457200">
              <a:buFont typeface="Arial" panose="020B0604020202020204" pitchFamily="34" charset="0"/>
              <a:buAutoNum type="alphaLcParenR"/>
            </a:pPr>
            <a:r>
              <a:rPr lang="en-US"/>
              <a:t>Provides an opportunity for to give a name to a block of code(function) that describes the purpose of the code block.</a:t>
            </a:r>
          </a:p>
          <a:p>
            <a:pPr marL="457200" indent="-457200">
              <a:buAutoNum type="alphaLcParenR"/>
            </a:pPr>
            <a:r>
              <a:rPr lang="en-US"/>
              <a:t>allows for code reuse and reducing the amount of duplicated code</a:t>
            </a:r>
          </a:p>
          <a:p>
            <a:pPr marL="0" indent="0">
              <a:buNone/>
            </a:pPr>
            <a:endParaRPr lang="en-US"/>
          </a:p>
          <a:p>
            <a:pPr marL="0" indent="0">
              <a:buNone/>
            </a:pPr>
            <a:endParaRPr lang="en-US"/>
          </a:p>
        </p:txBody>
      </p:sp>
      <p:sp>
        <p:nvSpPr>
          <p:cNvPr id="4" name="Slide Number Placeholder 3">
            <a:extLst>
              <a:ext uri="{FF2B5EF4-FFF2-40B4-BE49-F238E27FC236}">
                <a16:creationId xmlns:a16="http://schemas.microsoft.com/office/drawing/2014/main" id="{CD0F4E8B-F97A-1CEA-02A7-2E78B35DB88F}"/>
              </a:ext>
            </a:extLst>
          </p:cNvPr>
          <p:cNvSpPr>
            <a:spLocks noGrp="1"/>
          </p:cNvSpPr>
          <p:nvPr>
            <p:ph type="sldNum" sz="quarter" idx="12"/>
          </p:nvPr>
        </p:nvSpPr>
        <p:spPr/>
        <p:txBody>
          <a:bodyPr/>
          <a:lstStyle/>
          <a:p>
            <a:fld id="{D57F1E4F-1CFF-5643-939E-02111984F565}" type="slidenum">
              <a:rPr lang="en-US" smtClean="0"/>
              <a:t>20</a:t>
            </a:fld>
            <a:endParaRPr lang="en-US" dirty="0"/>
          </a:p>
        </p:txBody>
      </p:sp>
    </p:spTree>
    <p:extLst>
      <p:ext uri="{BB962C8B-B14F-4D97-AF65-F5344CB8AC3E}">
        <p14:creationId xmlns:p14="http://schemas.microsoft.com/office/powerpoint/2010/main" val="20042931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9DE06-EBB7-60B9-B785-08DA3A0F336B}"/>
              </a:ext>
            </a:extLst>
          </p:cNvPr>
          <p:cNvSpPr>
            <a:spLocks noGrp="1"/>
          </p:cNvSpPr>
          <p:nvPr>
            <p:ph type="title"/>
          </p:nvPr>
        </p:nvSpPr>
        <p:spPr>
          <a:xfrm>
            <a:off x="176587" y="113770"/>
            <a:ext cx="7886700" cy="597249"/>
          </a:xfrm>
        </p:spPr>
        <p:txBody>
          <a:bodyPr/>
          <a:lstStyle/>
          <a:p>
            <a:r>
              <a:rPr lang="en-US">
                <a:solidFill>
                  <a:srgbClr val="FF0000"/>
                </a:solidFill>
              </a:rPr>
              <a:t>AP Exam(Important)</a:t>
            </a:r>
          </a:p>
        </p:txBody>
      </p:sp>
      <p:sp>
        <p:nvSpPr>
          <p:cNvPr id="3" name="Content Placeholder 2">
            <a:extLst>
              <a:ext uri="{FF2B5EF4-FFF2-40B4-BE49-F238E27FC236}">
                <a16:creationId xmlns:a16="http://schemas.microsoft.com/office/drawing/2014/main" id="{DED52641-5C1B-8A13-F847-9405D4A46FDD}"/>
              </a:ext>
            </a:extLst>
          </p:cNvPr>
          <p:cNvSpPr>
            <a:spLocks noGrp="1"/>
          </p:cNvSpPr>
          <p:nvPr>
            <p:ph idx="1"/>
          </p:nvPr>
        </p:nvSpPr>
        <p:spPr>
          <a:xfrm>
            <a:off x="176587" y="711019"/>
            <a:ext cx="8700285" cy="4816477"/>
          </a:xfrm>
        </p:spPr>
        <p:txBody>
          <a:bodyPr/>
          <a:lstStyle/>
          <a:p>
            <a:pPr marL="0" indent="0">
              <a:buNone/>
            </a:pPr>
            <a:r>
              <a:rPr lang="en-US"/>
              <a:t>Procedures(functions) use on the AP Exam:</a:t>
            </a:r>
          </a:p>
          <a:p>
            <a:pPr marL="0" indent="0">
              <a:buNone/>
            </a:pPr>
            <a:endParaRPr lang="en-US"/>
          </a:p>
          <a:p>
            <a:pPr marL="0" indent="0">
              <a:buNone/>
            </a:pPr>
            <a:endParaRPr lang="en-US"/>
          </a:p>
        </p:txBody>
      </p:sp>
      <p:sp>
        <p:nvSpPr>
          <p:cNvPr id="4" name="Slide Number Placeholder 3">
            <a:extLst>
              <a:ext uri="{FF2B5EF4-FFF2-40B4-BE49-F238E27FC236}">
                <a16:creationId xmlns:a16="http://schemas.microsoft.com/office/drawing/2014/main" id="{CD0F4E8B-F97A-1CEA-02A7-2E78B35DB88F}"/>
              </a:ext>
            </a:extLst>
          </p:cNvPr>
          <p:cNvSpPr>
            <a:spLocks noGrp="1"/>
          </p:cNvSpPr>
          <p:nvPr>
            <p:ph type="sldNum" sz="quarter" idx="12"/>
          </p:nvPr>
        </p:nvSpPr>
        <p:spPr/>
        <p:txBody>
          <a:bodyPr/>
          <a:lstStyle/>
          <a:p>
            <a:fld id="{D57F1E4F-1CFF-5643-939E-02111984F565}" type="slidenum">
              <a:rPr lang="en-US" smtClean="0"/>
              <a:t>21</a:t>
            </a:fld>
            <a:endParaRPr lang="en-US" dirty="0"/>
          </a:p>
        </p:txBody>
      </p:sp>
      <p:pic>
        <p:nvPicPr>
          <p:cNvPr id="5" name="Picture 4">
            <a:extLst>
              <a:ext uri="{FF2B5EF4-FFF2-40B4-BE49-F238E27FC236}">
                <a16:creationId xmlns:a16="http://schemas.microsoft.com/office/drawing/2014/main" id="{85C69EAB-1200-A890-2F71-3A2E9F39A58E}"/>
              </a:ext>
            </a:extLst>
          </p:cNvPr>
          <p:cNvPicPr>
            <a:picLocks noChangeAspect="1"/>
          </p:cNvPicPr>
          <p:nvPr/>
        </p:nvPicPr>
        <p:blipFill>
          <a:blip r:embed="rId2"/>
          <a:stretch>
            <a:fillRect/>
          </a:stretch>
        </p:blipFill>
        <p:spPr>
          <a:xfrm>
            <a:off x="441788" y="1419954"/>
            <a:ext cx="1854200" cy="1358900"/>
          </a:xfrm>
          <a:prstGeom prst="rect">
            <a:avLst/>
          </a:prstGeom>
        </p:spPr>
      </p:pic>
      <p:sp>
        <p:nvSpPr>
          <p:cNvPr id="6" name="TextBox 5">
            <a:extLst>
              <a:ext uri="{FF2B5EF4-FFF2-40B4-BE49-F238E27FC236}">
                <a16:creationId xmlns:a16="http://schemas.microsoft.com/office/drawing/2014/main" id="{43E1FC3B-47DF-F2FF-B55B-1FDDDFF8949F}"/>
              </a:ext>
            </a:extLst>
          </p:cNvPr>
          <p:cNvSpPr txBox="1"/>
          <p:nvPr/>
        </p:nvSpPr>
        <p:spPr>
          <a:xfrm>
            <a:off x="359594" y="2902372"/>
            <a:ext cx="3610155" cy="862416"/>
          </a:xfrm>
          <a:prstGeom prst="rect">
            <a:avLst/>
          </a:prstGeom>
          <a:noFill/>
        </p:spPr>
        <p:txBody>
          <a:bodyPr wrap="none" rtlCol="0">
            <a:spAutoFit/>
          </a:bodyPr>
          <a:lstStyle/>
          <a:p>
            <a:r>
              <a:rPr lang="en-US" sz="1800">
                <a:effectLst/>
                <a:latin typeface="AktivGrotesk"/>
              </a:rPr>
              <a:t>which accepts a value from the user </a:t>
            </a:r>
          </a:p>
          <a:p>
            <a:r>
              <a:rPr lang="en-US" sz="1800">
                <a:effectLst/>
                <a:latin typeface="AktivGrotesk"/>
              </a:rPr>
              <a:t>and returns the input value. </a:t>
            </a:r>
            <a:endParaRPr lang="en-US">
              <a:effectLst/>
            </a:endParaRPr>
          </a:p>
          <a:p>
            <a:endParaRPr lang="en-US"/>
          </a:p>
        </p:txBody>
      </p:sp>
      <p:pic>
        <p:nvPicPr>
          <p:cNvPr id="7" name="Picture 6">
            <a:extLst>
              <a:ext uri="{FF2B5EF4-FFF2-40B4-BE49-F238E27FC236}">
                <a16:creationId xmlns:a16="http://schemas.microsoft.com/office/drawing/2014/main" id="{61C8F383-3AAE-1BD5-C657-853CE8D3F6CA}"/>
              </a:ext>
            </a:extLst>
          </p:cNvPr>
          <p:cNvPicPr>
            <a:picLocks noChangeAspect="1"/>
          </p:cNvPicPr>
          <p:nvPr/>
        </p:nvPicPr>
        <p:blipFill>
          <a:blip r:embed="rId3"/>
          <a:stretch>
            <a:fillRect/>
          </a:stretch>
        </p:blipFill>
        <p:spPr>
          <a:xfrm>
            <a:off x="4378610" y="1308268"/>
            <a:ext cx="4089400" cy="1663700"/>
          </a:xfrm>
          <a:prstGeom prst="rect">
            <a:avLst/>
          </a:prstGeom>
        </p:spPr>
      </p:pic>
      <p:sp>
        <p:nvSpPr>
          <p:cNvPr id="8" name="TextBox 7">
            <a:extLst>
              <a:ext uri="{FF2B5EF4-FFF2-40B4-BE49-F238E27FC236}">
                <a16:creationId xmlns:a16="http://schemas.microsoft.com/office/drawing/2014/main" id="{0D7B5AD3-55EC-40BC-112C-FF2DAD6297D2}"/>
              </a:ext>
            </a:extLst>
          </p:cNvPr>
          <p:cNvSpPr txBox="1"/>
          <p:nvPr/>
        </p:nvSpPr>
        <p:spPr>
          <a:xfrm>
            <a:off x="4292884" y="3119257"/>
            <a:ext cx="4660122" cy="1078500"/>
          </a:xfrm>
          <a:prstGeom prst="rect">
            <a:avLst/>
          </a:prstGeom>
          <a:noFill/>
        </p:spPr>
        <p:txBody>
          <a:bodyPr wrap="none" rtlCol="0">
            <a:spAutoFit/>
          </a:bodyPr>
          <a:lstStyle/>
          <a:p>
            <a:r>
              <a:rPr lang="en-US" sz="1800">
                <a:latin typeface="AktivGrotesk"/>
              </a:rPr>
              <a:t>t</a:t>
            </a:r>
            <a:r>
              <a:rPr lang="en-US" sz="1800">
                <a:effectLst/>
                <a:latin typeface="AktivGrotesk"/>
              </a:rPr>
              <a:t>o display the value of </a:t>
            </a:r>
            <a:r>
              <a:rPr lang="en-US" sz="1800">
                <a:effectLst/>
                <a:latin typeface="Courier" pitchFamily="2" charset="0"/>
              </a:rPr>
              <a:t>expression</a:t>
            </a:r>
            <a:r>
              <a:rPr lang="en-US" sz="1800">
                <a:effectLst/>
                <a:latin typeface="AktivGrotesk"/>
              </a:rPr>
              <a:t>, followed </a:t>
            </a:r>
            <a:endParaRPr lang="en-US">
              <a:effectLst/>
            </a:endParaRPr>
          </a:p>
          <a:p>
            <a:r>
              <a:rPr lang="en-US" sz="1800">
                <a:effectLst/>
                <a:latin typeface="AktivGrotesk"/>
              </a:rPr>
              <a:t>by a space. </a:t>
            </a:r>
            <a:endParaRPr lang="en-US">
              <a:effectLst/>
            </a:endParaRPr>
          </a:p>
          <a:p>
            <a:endParaRPr lang="en-US">
              <a:effectLst/>
            </a:endParaRPr>
          </a:p>
          <a:p>
            <a:endParaRPr lang="en-US"/>
          </a:p>
        </p:txBody>
      </p:sp>
    </p:spTree>
    <p:extLst>
      <p:ext uri="{BB962C8B-B14F-4D97-AF65-F5344CB8AC3E}">
        <p14:creationId xmlns:p14="http://schemas.microsoft.com/office/powerpoint/2010/main" val="8662805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872D1-2DAD-7609-1F56-3FC12C4B6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9D9AD-4482-8FE6-84B0-E7DE460A5B22}"/>
              </a:ext>
            </a:extLst>
          </p:cNvPr>
          <p:cNvSpPr>
            <a:spLocks noGrp="1"/>
          </p:cNvSpPr>
          <p:nvPr>
            <p:ph type="title"/>
          </p:nvPr>
        </p:nvSpPr>
        <p:spPr>
          <a:xfrm>
            <a:off x="0" y="-86043"/>
            <a:ext cx="7053542" cy="683886"/>
          </a:xfrm>
        </p:spPr>
        <p:txBody>
          <a:bodyPr/>
          <a:lstStyle/>
          <a:p>
            <a:r>
              <a:rPr lang="en-US" dirty="0"/>
              <a:t>Flow of a Program</a:t>
            </a:r>
          </a:p>
        </p:txBody>
      </p:sp>
      <p:sp>
        <p:nvSpPr>
          <p:cNvPr id="9" name="Content Placeholder 8">
            <a:extLst>
              <a:ext uri="{FF2B5EF4-FFF2-40B4-BE49-F238E27FC236}">
                <a16:creationId xmlns:a16="http://schemas.microsoft.com/office/drawing/2014/main" id="{BF237EE8-4767-3B29-40A5-B47ED056E3D0}"/>
              </a:ext>
            </a:extLst>
          </p:cNvPr>
          <p:cNvSpPr>
            <a:spLocks noGrp="1"/>
          </p:cNvSpPr>
          <p:nvPr>
            <p:ph idx="1"/>
          </p:nvPr>
        </p:nvSpPr>
        <p:spPr>
          <a:xfrm>
            <a:off x="105393" y="462336"/>
            <a:ext cx="8853671" cy="5252663"/>
          </a:xfrm>
        </p:spPr>
        <p:txBody>
          <a:bodyPr>
            <a:noAutofit/>
          </a:bodyPr>
          <a:lstStyle/>
          <a:p>
            <a:pPr marL="0" indent="0">
              <a:buNone/>
            </a:pPr>
            <a:r>
              <a:rPr lang="en-US" sz="2000" dirty="0"/>
              <a:t>A Python script is executed line by line top to bottom. A function(procedure) call interrupts the sequential execution of statements, causing the program to execute the statements within the function before continuing. Once the last statement in the function (or a return statement) has executed, flow of control is returned to the point immediately following where the function was called. </a:t>
            </a:r>
            <a:endParaRPr lang="en-US" sz="2000" dirty="0">
              <a:effectLst/>
            </a:endParaRPr>
          </a:p>
          <a:p>
            <a:pPr marL="0" indent="0" fontAlgn="base">
              <a:buNone/>
            </a:pPr>
            <a:r>
              <a:rPr lang="en-US" dirty="0">
                <a:latin typeface="Inconsolata" pitchFamily="49" charset="77"/>
                <a:ea typeface="Inconsolata" pitchFamily="49" charset="77"/>
              </a:rPr>
              <a:t>def mystery(a, b): </a:t>
            </a:r>
          </a:p>
          <a:p>
            <a:pPr marL="0" indent="0" fontAlgn="base">
              <a:buNone/>
            </a:pPr>
            <a:r>
              <a:rPr lang="en-US" dirty="0">
                <a:latin typeface="Inconsolata" pitchFamily="49" charset="77"/>
                <a:ea typeface="Inconsolata" pitchFamily="49" charset="77"/>
              </a:rPr>
              <a:t>	if a &lt;= 5:</a:t>
            </a:r>
          </a:p>
          <a:p>
            <a:pPr marL="0" indent="0" fontAlgn="base">
              <a:buNone/>
            </a:pPr>
            <a:r>
              <a:rPr lang="en-US" dirty="0">
                <a:latin typeface="Inconsolata" pitchFamily="49" charset="77"/>
                <a:ea typeface="Inconsolata" pitchFamily="49" charset="77"/>
              </a:rPr>
              <a:t>		print(a)</a:t>
            </a:r>
          </a:p>
          <a:p>
            <a:pPr marL="0" indent="0" fontAlgn="base">
              <a:buNone/>
            </a:pPr>
            <a:r>
              <a:rPr lang="en-US" dirty="0">
                <a:latin typeface="Inconsolata" pitchFamily="49" charset="77"/>
                <a:ea typeface="Inconsolata" pitchFamily="49" charset="77"/>
              </a:rPr>
              <a:t>		return a + 2</a:t>
            </a:r>
          </a:p>
          <a:p>
            <a:pPr marL="0" indent="0" fontAlgn="base">
              <a:buNone/>
            </a:pPr>
            <a:r>
              <a:rPr lang="en-US" dirty="0">
                <a:latin typeface="Inconsolata" pitchFamily="49" charset="77"/>
                <a:ea typeface="Inconsolata" pitchFamily="49" charset="77"/>
              </a:rPr>
              <a:t>	print(b)</a:t>
            </a:r>
          </a:p>
          <a:p>
            <a:pPr marL="0" indent="0" fontAlgn="base">
              <a:buNone/>
            </a:pPr>
            <a:r>
              <a:rPr lang="en-US" dirty="0">
                <a:latin typeface="Inconsolata" pitchFamily="49" charset="77"/>
                <a:ea typeface="Inconsolata" pitchFamily="49" charset="77"/>
              </a:rPr>
              <a:t>	return b + “!”</a:t>
            </a:r>
          </a:p>
          <a:p>
            <a:pPr marL="0" indent="0" fontAlgn="base">
              <a:buNone/>
            </a:pPr>
            <a:r>
              <a:rPr lang="en-US" dirty="0">
                <a:latin typeface="Inconsolata" pitchFamily="49" charset="77"/>
                <a:ea typeface="Inconsolata" pitchFamily="49" charset="77"/>
              </a:rPr>
              <a:t>x = mystery(4, “hello”)</a:t>
            </a:r>
          </a:p>
          <a:p>
            <a:pPr marL="0" indent="0" fontAlgn="base">
              <a:buNone/>
            </a:pPr>
            <a:r>
              <a:rPr lang="en-US" dirty="0">
                <a:latin typeface="Inconsolata" pitchFamily="49" charset="77"/>
                <a:ea typeface="Inconsolata" pitchFamily="49" charset="77"/>
              </a:rPr>
              <a:t>print(mystery(10, “hi”))</a:t>
            </a:r>
          </a:p>
          <a:p>
            <a:pPr marL="0" indent="0" fontAlgn="base">
              <a:buNone/>
            </a:pPr>
            <a:r>
              <a:rPr lang="en-US" dirty="0">
                <a:latin typeface="Inconsolata" pitchFamily="49" charset="77"/>
                <a:ea typeface="Inconsolata" pitchFamily="49" charset="77"/>
              </a:rPr>
              <a:t>print(x)</a:t>
            </a:r>
          </a:p>
        </p:txBody>
      </p:sp>
      <p:sp>
        <p:nvSpPr>
          <p:cNvPr id="6" name="TextBox 5">
            <a:extLst>
              <a:ext uri="{FF2B5EF4-FFF2-40B4-BE49-F238E27FC236}">
                <a16:creationId xmlns:a16="http://schemas.microsoft.com/office/drawing/2014/main" id="{1353B880-2B8A-B5A3-44D5-962F3B72F9FC}"/>
              </a:ext>
            </a:extLst>
          </p:cNvPr>
          <p:cNvSpPr txBox="1"/>
          <p:nvPr/>
        </p:nvSpPr>
        <p:spPr>
          <a:xfrm>
            <a:off x="3370202" y="1965282"/>
            <a:ext cx="5678221" cy="2246769"/>
          </a:xfrm>
          <a:prstGeom prst="rect">
            <a:avLst/>
          </a:prstGeom>
          <a:noFill/>
        </p:spPr>
        <p:txBody>
          <a:bodyPr wrap="none" rtlCol="0">
            <a:spAutoFit/>
          </a:bodyPr>
          <a:lstStyle/>
          <a:p>
            <a:endParaRPr lang="en-US" sz="2000" dirty="0"/>
          </a:p>
          <a:p>
            <a:r>
              <a:rPr lang="en-US" sz="2000" dirty="0"/>
              <a:t>Function definitions are packaged into an executable </a:t>
            </a:r>
          </a:p>
          <a:p>
            <a:r>
              <a:rPr lang="en-US" sz="2000" dirty="0"/>
              <a:t>unit to be executed later. </a:t>
            </a:r>
          </a:p>
          <a:p>
            <a:endParaRPr lang="en-US" sz="2000" dirty="0"/>
          </a:p>
          <a:p>
            <a:r>
              <a:rPr lang="en-US" sz="2000" dirty="0">
                <a:solidFill>
                  <a:srgbClr val="FF0000"/>
                </a:solidFill>
              </a:rPr>
              <a:t>The code within a function definition executes only </a:t>
            </a:r>
          </a:p>
          <a:p>
            <a:r>
              <a:rPr lang="en-US" sz="2000" dirty="0">
                <a:solidFill>
                  <a:srgbClr val="FF0000"/>
                </a:solidFill>
              </a:rPr>
              <a:t>when invoked by a caller. </a:t>
            </a:r>
          </a:p>
          <a:p>
            <a:endParaRPr lang="en-US" sz="2000" dirty="0"/>
          </a:p>
        </p:txBody>
      </p:sp>
      <p:sp>
        <p:nvSpPr>
          <p:cNvPr id="3" name="Slide Number Placeholder 2">
            <a:extLst>
              <a:ext uri="{FF2B5EF4-FFF2-40B4-BE49-F238E27FC236}">
                <a16:creationId xmlns:a16="http://schemas.microsoft.com/office/drawing/2014/main" id="{C1EAAF19-FB28-6BF4-773F-51146B5239DA}"/>
              </a:ext>
            </a:extLst>
          </p:cNvPr>
          <p:cNvSpPr>
            <a:spLocks noGrp="1"/>
          </p:cNvSpPr>
          <p:nvPr>
            <p:ph type="sldNum" sz="quarter" idx="12"/>
          </p:nvPr>
        </p:nvSpPr>
        <p:spPr/>
        <p:txBody>
          <a:bodyPr/>
          <a:lstStyle/>
          <a:p>
            <a:fld id="{D57F1E4F-1CFF-5643-939E-02111984F565}" type="slidenum">
              <a:rPr lang="en-US" smtClean="0"/>
              <a:t>22</a:t>
            </a:fld>
            <a:endParaRPr lang="en-US" dirty="0"/>
          </a:p>
        </p:txBody>
      </p:sp>
      <p:sp>
        <p:nvSpPr>
          <p:cNvPr id="4" name="TextBox 3">
            <a:extLst>
              <a:ext uri="{FF2B5EF4-FFF2-40B4-BE49-F238E27FC236}">
                <a16:creationId xmlns:a16="http://schemas.microsoft.com/office/drawing/2014/main" id="{C61A8553-CA2E-3E35-2A17-D0E49E5C14A8}"/>
              </a:ext>
            </a:extLst>
          </p:cNvPr>
          <p:cNvSpPr txBox="1"/>
          <p:nvPr/>
        </p:nvSpPr>
        <p:spPr>
          <a:xfrm>
            <a:off x="4253974" y="4546756"/>
            <a:ext cx="2369559" cy="415498"/>
          </a:xfrm>
          <a:prstGeom prst="rect">
            <a:avLst/>
          </a:prstGeom>
          <a:noFill/>
        </p:spPr>
        <p:txBody>
          <a:bodyPr wrap="none" rtlCol="0">
            <a:spAutoFit/>
          </a:bodyPr>
          <a:lstStyle/>
          <a:p>
            <a:r>
              <a:rPr lang="en-US" sz="2100" dirty="0">
                <a:solidFill>
                  <a:srgbClr val="FF0000"/>
                </a:solidFill>
              </a:rPr>
              <a:t>What is the output?</a:t>
            </a:r>
          </a:p>
        </p:txBody>
      </p:sp>
    </p:spTree>
    <p:extLst>
      <p:ext uri="{BB962C8B-B14F-4D97-AF65-F5344CB8AC3E}">
        <p14:creationId xmlns:p14="http://schemas.microsoft.com/office/powerpoint/2010/main" val="3734558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0" y="-86043"/>
            <a:ext cx="7053542" cy="683886"/>
          </a:xfrm>
        </p:spPr>
        <p:txBody>
          <a:bodyPr/>
          <a:lstStyle/>
          <a:p>
            <a:r>
              <a:rPr lang="en-US" dirty="0"/>
              <a:t>Flow of a Program</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05393" y="462336"/>
            <a:ext cx="8853671" cy="5252663"/>
          </a:xfrm>
        </p:spPr>
        <p:txBody>
          <a:bodyPr>
            <a:noAutofit/>
          </a:bodyPr>
          <a:lstStyle/>
          <a:p>
            <a:pPr marL="0" indent="0">
              <a:buNone/>
            </a:pPr>
            <a:r>
              <a:rPr lang="en-US" sz="2000" dirty="0"/>
              <a:t>A Python script is executed line by line top to bottom. A function(procedure) call interrupts the sequential execution of statements, causing the program to execute the statements within the function before continuing. Once the last statement in the function (or a return statement) has executed, flow of control is returned to the point immediately following where the function was called. </a:t>
            </a:r>
            <a:endParaRPr lang="en-US" sz="2000" dirty="0">
              <a:effectLst/>
            </a:endParaRPr>
          </a:p>
          <a:p>
            <a:pPr marL="0" indent="0" fontAlgn="base">
              <a:buNone/>
            </a:pPr>
            <a:r>
              <a:rPr lang="en-US" dirty="0">
                <a:latin typeface="Inconsolata" pitchFamily="49" charset="77"/>
                <a:ea typeface="Inconsolata" pitchFamily="49" charset="77"/>
              </a:rPr>
              <a:t>def mystery(a, b): </a:t>
            </a:r>
          </a:p>
          <a:p>
            <a:pPr marL="0" indent="0" fontAlgn="base">
              <a:buNone/>
            </a:pPr>
            <a:r>
              <a:rPr lang="en-US" dirty="0">
                <a:latin typeface="Inconsolata" pitchFamily="49" charset="77"/>
                <a:ea typeface="Inconsolata" pitchFamily="49" charset="77"/>
              </a:rPr>
              <a:t>	if a &lt;= 5:</a:t>
            </a:r>
          </a:p>
          <a:p>
            <a:pPr marL="0" indent="0" fontAlgn="base">
              <a:buNone/>
            </a:pPr>
            <a:r>
              <a:rPr lang="en-US" dirty="0">
                <a:latin typeface="Inconsolata" pitchFamily="49" charset="77"/>
                <a:ea typeface="Inconsolata" pitchFamily="49" charset="77"/>
              </a:rPr>
              <a:t>		print(a)</a:t>
            </a:r>
          </a:p>
          <a:p>
            <a:pPr marL="0" indent="0" fontAlgn="base">
              <a:buNone/>
            </a:pPr>
            <a:r>
              <a:rPr lang="en-US" dirty="0">
                <a:latin typeface="Inconsolata" pitchFamily="49" charset="77"/>
                <a:ea typeface="Inconsolata" pitchFamily="49" charset="77"/>
              </a:rPr>
              <a:t>		return a + 2</a:t>
            </a:r>
          </a:p>
          <a:p>
            <a:pPr marL="0" indent="0" fontAlgn="base">
              <a:buNone/>
            </a:pPr>
            <a:r>
              <a:rPr lang="en-US" dirty="0">
                <a:latin typeface="Inconsolata" pitchFamily="49" charset="77"/>
                <a:ea typeface="Inconsolata" pitchFamily="49" charset="77"/>
              </a:rPr>
              <a:t>	print(b)</a:t>
            </a:r>
          </a:p>
          <a:p>
            <a:pPr marL="0" indent="0" fontAlgn="base">
              <a:buNone/>
            </a:pPr>
            <a:r>
              <a:rPr lang="en-US" dirty="0">
                <a:latin typeface="Inconsolata" pitchFamily="49" charset="77"/>
                <a:ea typeface="Inconsolata" pitchFamily="49" charset="77"/>
              </a:rPr>
              <a:t>	return b + “!”</a:t>
            </a:r>
          </a:p>
          <a:p>
            <a:pPr marL="0" indent="0" fontAlgn="base">
              <a:buNone/>
            </a:pPr>
            <a:r>
              <a:rPr lang="en-US" dirty="0">
                <a:latin typeface="Inconsolata" pitchFamily="49" charset="77"/>
                <a:ea typeface="Inconsolata" pitchFamily="49" charset="77"/>
              </a:rPr>
              <a:t>x = mystery(4, “hello”)</a:t>
            </a:r>
          </a:p>
          <a:p>
            <a:pPr marL="0" indent="0" fontAlgn="base">
              <a:buNone/>
            </a:pPr>
            <a:r>
              <a:rPr lang="en-US" dirty="0">
                <a:latin typeface="Inconsolata" pitchFamily="49" charset="77"/>
                <a:ea typeface="Inconsolata" pitchFamily="49" charset="77"/>
              </a:rPr>
              <a:t>print(mystery(10, “hi”))</a:t>
            </a:r>
          </a:p>
          <a:p>
            <a:pPr marL="0" indent="0" fontAlgn="base">
              <a:buNone/>
            </a:pPr>
            <a:r>
              <a:rPr lang="en-US" dirty="0">
                <a:latin typeface="Inconsolata" pitchFamily="49" charset="77"/>
                <a:ea typeface="Inconsolata" pitchFamily="49" charset="77"/>
              </a:rPr>
              <a:t>print(x)</a:t>
            </a:r>
          </a:p>
        </p:txBody>
      </p:sp>
      <p:sp>
        <p:nvSpPr>
          <p:cNvPr id="6" name="TextBox 5">
            <a:extLst>
              <a:ext uri="{FF2B5EF4-FFF2-40B4-BE49-F238E27FC236}">
                <a16:creationId xmlns:a16="http://schemas.microsoft.com/office/drawing/2014/main" id="{B7AB2EA4-48CC-FD46-9632-CD4301E82099}"/>
              </a:ext>
            </a:extLst>
          </p:cNvPr>
          <p:cNvSpPr txBox="1"/>
          <p:nvPr/>
        </p:nvSpPr>
        <p:spPr>
          <a:xfrm>
            <a:off x="3370202" y="1965282"/>
            <a:ext cx="5678221" cy="2246769"/>
          </a:xfrm>
          <a:prstGeom prst="rect">
            <a:avLst/>
          </a:prstGeom>
          <a:noFill/>
        </p:spPr>
        <p:txBody>
          <a:bodyPr wrap="none" rtlCol="0">
            <a:spAutoFit/>
          </a:bodyPr>
          <a:lstStyle/>
          <a:p>
            <a:endParaRPr lang="en-US" sz="2000" dirty="0"/>
          </a:p>
          <a:p>
            <a:r>
              <a:rPr lang="en-US" sz="2000" dirty="0"/>
              <a:t>Function definitions are packaged into an executable </a:t>
            </a:r>
          </a:p>
          <a:p>
            <a:r>
              <a:rPr lang="en-US" sz="2000" dirty="0"/>
              <a:t>unit to be executed later. </a:t>
            </a:r>
          </a:p>
          <a:p>
            <a:endParaRPr lang="en-US" sz="2000" dirty="0"/>
          </a:p>
          <a:p>
            <a:r>
              <a:rPr lang="en-US" sz="2000" dirty="0">
                <a:solidFill>
                  <a:srgbClr val="FF0000"/>
                </a:solidFill>
              </a:rPr>
              <a:t>The code within a function definition executes only </a:t>
            </a:r>
          </a:p>
          <a:p>
            <a:r>
              <a:rPr lang="en-US" sz="2000" dirty="0">
                <a:solidFill>
                  <a:srgbClr val="FF0000"/>
                </a:solidFill>
              </a:rPr>
              <a:t>when invoked by a caller. </a:t>
            </a:r>
          </a:p>
          <a:p>
            <a:endParaRPr lang="en-US" sz="2000" dirty="0"/>
          </a:p>
        </p:txBody>
      </p:sp>
      <p:sp>
        <p:nvSpPr>
          <p:cNvPr id="3" name="Slide Number Placeholder 2">
            <a:extLst>
              <a:ext uri="{FF2B5EF4-FFF2-40B4-BE49-F238E27FC236}">
                <a16:creationId xmlns:a16="http://schemas.microsoft.com/office/drawing/2014/main" id="{5F0DC44A-61B5-AB44-81A0-6ECAEDED1DE5}"/>
              </a:ext>
            </a:extLst>
          </p:cNvPr>
          <p:cNvSpPr>
            <a:spLocks noGrp="1"/>
          </p:cNvSpPr>
          <p:nvPr>
            <p:ph type="sldNum" sz="quarter" idx="12"/>
          </p:nvPr>
        </p:nvSpPr>
        <p:spPr/>
        <p:txBody>
          <a:bodyPr/>
          <a:lstStyle/>
          <a:p>
            <a:fld id="{D57F1E4F-1CFF-5643-939E-02111984F565}" type="slidenum">
              <a:rPr lang="en-US" smtClean="0"/>
              <a:t>23</a:t>
            </a:fld>
            <a:endParaRPr lang="en-US" dirty="0"/>
          </a:p>
        </p:txBody>
      </p:sp>
      <p:sp>
        <p:nvSpPr>
          <p:cNvPr id="4" name="TextBox 3">
            <a:extLst>
              <a:ext uri="{FF2B5EF4-FFF2-40B4-BE49-F238E27FC236}">
                <a16:creationId xmlns:a16="http://schemas.microsoft.com/office/drawing/2014/main" id="{667D56DF-2F3A-27F8-C4ED-B6D7F848BAC0}"/>
              </a:ext>
            </a:extLst>
          </p:cNvPr>
          <p:cNvSpPr txBox="1"/>
          <p:nvPr/>
        </p:nvSpPr>
        <p:spPr>
          <a:xfrm>
            <a:off x="4422939" y="3906350"/>
            <a:ext cx="1048685" cy="1708160"/>
          </a:xfrm>
          <a:prstGeom prst="rect">
            <a:avLst/>
          </a:prstGeom>
          <a:noFill/>
        </p:spPr>
        <p:txBody>
          <a:bodyPr wrap="none" rtlCol="0">
            <a:spAutoFit/>
          </a:bodyPr>
          <a:lstStyle/>
          <a:p>
            <a:r>
              <a:rPr lang="en-US" sz="2100"/>
              <a:t>Output:</a:t>
            </a:r>
          </a:p>
          <a:p>
            <a:r>
              <a:rPr lang="en-US" sz="2100"/>
              <a:t>4</a:t>
            </a:r>
          </a:p>
          <a:p>
            <a:r>
              <a:rPr lang="en-US" sz="2100"/>
              <a:t>hi</a:t>
            </a:r>
          </a:p>
          <a:p>
            <a:r>
              <a:rPr lang="en-US" sz="2100"/>
              <a:t>hi!</a:t>
            </a:r>
          </a:p>
          <a:p>
            <a:r>
              <a:rPr lang="en-US" sz="2100"/>
              <a:t>6</a:t>
            </a:r>
          </a:p>
        </p:txBody>
      </p:sp>
    </p:spTree>
    <p:extLst>
      <p:ext uri="{BB962C8B-B14F-4D97-AF65-F5344CB8AC3E}">
        <p14:creationId xmlns:p14="http://schemas.microsoft.com/office/powerpoint/2010/main" val="209517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05394" y="57794"/>
            <a:ext cx="7053542" cy="683886"/>
          </a:xfrm>
        </p:spPr>
        <p:txBody>
          <a:bodyPr/>
          <a:lstStyle/>
          <a:p>
            <a:r>
              <a:rPr lang="en-US" dirty="0"/>
              <a:t>Flow of a Program</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84084" y="923603"/>
            <a:ext cx="8451490" cy="4690983"/>
          </a:xfrm>
        </p:spPr>
        <p:txBody>
          <a:bodyPr>
            <a:noAutofit/>
          </a:bodyPr>
          <a:lstStyle/>
          <a:p>
            <a:pPr marL="0" indent="0">
              <a:buNone/>
            </a:pPr>
            <a:endParaRPr lang="en-US" sz="1800" b="1" dirty="0">
              <a:latin typeface="Inconsolata" panose="020B0609030003000000" pitchFamily="49" charset="77"/>
            </a:endParaRPr>
          </a:p>
          <a:p>
            <a:pPr marL="0" indent="0" fontAlgn="base">
              <a:buNone/>
            </a:pPr>
            <a:r>
              <a:rPr lang="en-US" sz="1800" b="1" dirty="0">
                <a:latin typeface="Inconsolata" panose="020B0609030003000000" pitchFamily="49" charset="77"/>
              </a:rPr>
              <a:t>d</a:t>
            </a:r>
            <a:r>
              <a:rPr lang="en-US" sz="1800" dirty="0">
                <a:latin typeface="Inconsolata" pitchFamily="49" charset="77"/>
                <a:ea typeface="Inconsolata" pitchFamily="49" charset="77"/>
              </a:rPr>
              <a:t>ef mystery1(a, b): </a:t>
            </a:r>
          </a:p>
          <a:p>
            <a:pPr marL="0" indent="0" fontAlgn="base">
              <a:buNone/>
            </a:pPr>
            <a:r>
              <a:rPr lang="en-US" sz="1800" dirty="0">
                <a:latin typeface="Inconsolata" pitchFamily="49" charset="77"/>
                <a:ea typeface="Inconsolata" pitchFamily="49" charset="77"/>
              </a:rPr>
              <a:t>	print(mystery2(</a:t>
            </a:r>
            <a:r>
              <a:rPr lang="en-US" sz="1800" dirty="0" err="1">
                <a:latin typeface="Inconsolata" pitchFamily="49" charset="77"/>
                <a:ea typeface="Inconsolata" pitchFamily="49" charset="77"/>
              </a:rPr>
              <a:t>a+b</a:t>
            </a:r>
            <a:r>
              <a:rPr lang="en-US" sz="1800" dirty="0">
                <a:latin typeface="Inconsolata" pitchFamily="49" charset="77"/>
                <a:ea typeface="Inconsolata" pitchFamily="49" charset="77"/>
              </a:rPr>
              <a:t>))</a:t>
            </a:r>
          </a:p>
          <a:p>
            <a:pPr marL="0" indent="0" fontAlgn="base">
              <a:buNone/>
            </a:pPr>
            <a:r>
              <a:rPr lang="en-US" sz="1800" dirty="0">
                <a:latin typeface="Inconsolata" pitchFamily="49" charset="77"/>
                <a:ea typeface="Inconsolata" pitchFamily="49" charset="77"/>
              </a:rPr>
              <a:t>def mystery2(x):</a:t>
            </a:r>
          </a:p>
          <a:p>
            <a:pPr marL="0" indent="0" fontAlgn="base">
              <a:buNone/>
            </a:pPr>
            <a:r>
              <a:rPr lang="en-US" sz="1800" dirty="0">
                <a:latin typeface="Inconsolata" pitchFamily="49" charset="77"/>
                <a:ea typeface="Inconsolata" pitchFamily="49" charset="77"/>
              </a:rPr>
              <a:t>	print(2*x)</a:t>
            </a:r>
          </a:p>
          <a:p>
            <a:pPr marL="0" indent="0" fontAlgn="base">
              <a:buNone/>
            </a:pPr>
            <a:r>
              <a:rPr lang="en-US" sz="1800" dirty="0">
                <a:latin typeface="Inconsolata" pitchFamily="49" charset="77"/>
                <a:ea typeface="Inconsolata" pitchFamily="49" charset="77"/>
              </a:rPr>
              <a:t>	return x + 17</a:t>
            </a:r>
          </a:p>
          <a:p>
            <a:pPr marL="0" indent="0" fontAlgn="base">
              <a:buNone/>
            </a:pPr>
            <a:endParaRPr lang="en-US" sz="1800" dirty="0">
              <a:latin typeface="Inconsolata" pitchFamily="49" charset="77"/>
              <a:ea typeface="Inconsolata" pitchFamily="49" charset="77"/>
            </a:endParaRPr>
          </a:p>
          <a:p>
            <a:pPr marL="0" indent="0" fontAlgn="base">
              <a:buNone/>
            </a:pPr>
            <a:r>
              <a:rPr lang="en-US" sz="1800" dirty="0">
                <a:latin typeface="Inconsolata" pitchFamily="49" charset="77"/>
                <a:ea typeface="Inconsolata" pitchFamily="49" charset="77"/>
              </a:rPr>
              <a:t>y = mystery2(4)</a:t>
            </a:r>
          </a:p>
          <a:p>
            <a:pPr marL="0" indent="0" fontAlgn="base">
              <a:buNone/>
            </a:pPr>
            <a:r>
              <a:rPr lang="en-US" sz="1800" dirty="0">
                <a:latin typeface="Inconsolata" pitchFamily="49" charset="77"/>
                <a:ea typeface="Inconsolata" pitchFamily="49" charset="77"/>
              </a:rPr>
              <a:t>mystery1(3, 4)</a:t>
            </a:r>
          </a:p>
          <a:p>
            <a:pPr marL="0" indent="0" fontAlgn="base">
              <a:buNone/>
            </a:pPr>
            <a:r>
              <a:rPr lang="en-US" sz="1800" dirty="0">
                <a:latin typeface="Inconsolata" pitchFamily="49" charset="77"/>
                <a:ea typeface="Inconsolata" pitchFamily="49" charset="77"/>
              </a:rPr>
              <a:t>print(mystery1(1, 2))</a:t>
            </a:r>
          </a:p>
          <a:p>
            <a:pPr marL="0" indent="0" fontAlgn="base">
              <a:buNone/>
            </a:pPr>
            <a:r>
              <a:rPr lang="en-US" sz="1800" dirty="0">
                <a:latin typeface="Inconsolata" pitchFamily="49" charset="77"/>
                <a:ea typeface="Inconsolata" pitchFamily="49" charset="77"/>
              </a:rPr>
              <a:t>print(y)</a:t>
            </a:r>
          </a:p>
          <a:p>
            <a:pPr marL="0" indent="0">
              <a:buNone/>
            </a:pPr>
            <a:endParaRPr lang="en-US" sz="2000"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5F0DC44A-61B5-AB44-81A0-6ECAEDED1DE5}"/>
              </a:ext>
            </a:extLst>
          </p:cNvPr>
          <p:cNvSpPr>
            <a:spLocks noGrp="1"/>
          </p:cNvSpPr>
          <p:nvPr>
            <p:ph type="sldNum" sz="quarter" idx="12"/>
          </p:nvPr>
        </p:nvSpPr>
        <p:spPr/>
        <p:txBody>
          <a:bodyPr/>
          <a:lstStyle/>
          <a:p>
            <a:fld id="{D57F1E4F-1CFF-5643-939E-02111984F565}" type="slidenum">
              <a:rPr lang="en-US" smtClean="0"/>
              <a:t>24</a:t>
            </a:fld>
            <a:endParaRPr lang="en-US" dirty="0"/>
          </a:p>
        </p:txBody>
      </p:sp>
      <p:sp>
        <p:nvSpPr>
          <p:cNvPr id="4" name="TextBox 3">
            <a:extLst>
              <a:ext uri="{FF2B5EF4-FFF2-40B4-BE49-F238E27FC236}">
                <a16:creationId xmlns:a16="http://schemas.microsoft.com/office/drawing/2014/main" id="{53206E30-C1A3-2349-3EC5-2C90FDE82DB2}"/>
              </a:ext>
            </a:extLst>
          </p:cNvPr>
          <p:cNvSpPr txBox="1"/>
          <p:nvPr/>
        </p:nvSpPr>
        <p:spPr>
          <a:xfrm>
            <a:off x="3632165" y="1980107"/>
            <a:ext cx="4545860" cy="738664"/>
          </a:xfrm>
          <a:prstGeom prst="rect">
            <a:avLst/>
          </a:prstGeom>
          <a:noFill/>
        </p:spPr>
        <p:txBody>
          <a:bodyPr wrap="none" rtlCol="0">
            <a:spAutoFit/>
          </a:bodyPr>
          <a:lstStyle/>
          <a:p>
            <a:r>
              <a:rPr lang="en-US" sz="2100"/>
              <a:t>A function that does not return a value </a:t>
            </a:r>
          </a:p>
          <a:p>
            <a:r>
              <a:rPr lang="en-US" sz="2100"/>
              <a:t>actually returns the value None.</a:t>
            </a:r>
          </a:p>
        </p:txBody>
      </p:sp>
      <p:sp>
        <p:nvSpPr>
          <p:cNvPr id="6" name="TextBox 5">
            <a:extLst>
              <a:ext uri="{FF2B5EF4-FFF2-40B4-BE49-F238E27FC236}">
                <a16:creationId xmlns:a16="http://schemas.microsoft.com/office/drawing/2014/main" id="{95DED054-02BA-9611-881D-AD0C148110B9}"/>
              </a:ext>
            </a:extLst>
          </p:cNvPr>
          <p:cNvSpPr txBox="1"/>
          <p:nvPr/>
        </p:nvSpPr>
        <p:spPr>
          <a:xfrm>
            <a:off x="3737139" y="3800116"/>
            <a:ext cx="2369559" cy="415498"/>
          </a:xfrm>
          <a:prstGeom prst="rect">
            <a:avLst/>
          </a:prstGeom>
          <a:noFill/>
        </p:spPr>
        <p:txBody>
          <a:bodyPr wrap="none" rtlCol="0">
            <a:spAutoFit/>
          </a:bodyPr>
          <a:lstStyle/>
          <a:p>
            <a:r>
              <a:rPr lang="en-US" sz="2100" dirty="0">
                <a:solidFill>
                  <a:srgbClr val="FF0000"/>
                </a:solidFill>
              </a:rPr>
              <a:t>What is the output?</a:t>
            </a:r>
          </a:p>
        </p:txBody>
      </p:sp>
    </p:spTree>
    <p:extLst>
      <p:ext uri="{BB962C8B-B14F-4D97-AF65-F5344CB8AC3E}">
        <p14:creationId xmlns:p14="http://schemas.microsoft.com/office/powerpoint/2010/main" val="4022128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B048F-EDE2-0252-FB14-AD6FCC8F5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B18E1F-B788-8755-BEC5-4171002C71CC}"/>
              </a:ext>
            </a:extLst>
          </p:cNvPr>
          <p:cNvSpPr>
            <a:spLocks noGrp="1"/>
          </p:cNvSpPr>
          <p:nvPr>
            <p:ph type="title"/>
          </p:nvPr>
        </p:nvSpPr>
        <p:spPr>
          <a:xfrm>
            <a:off x="105394" y="57794"/>
            <a:ext cx="7053542" cy="683886"/>
          </a:xfrm>
        </p:spPr>
        <p:txBody>
          <a:bodyPr/>
          <a:lstStyle/>
          <a:p>
            <a:r>
              <a:rPr lang="en-US" dirty="0"/>
              <a:t>Flow of a Program</a:t>
            </a:r>
          </a:p>
        </p:txBody>
      </p:sp>
      <p:sp>
        <p:nvSpPr>
          <p:cNvPr id="9" name="Content Placeholder 8">
            <a:extLst>
              <a:ext uri="{FF2B5EF4-FFF2-40B4-BE49-F238E27FC236}">
                <a16:creationId xmlns:a16="http://schemas.microsoft.com/office/drawing/2014/main" id="{8890B11A-70FF-AE93-9171-CEC33B5EFEAF}"/>
              </a:ext>
            </a:extLst>
          </p:cNvPr>
          <p:cNvSpPr>
            <a:spLocks noGrp="1"/>
          </p:cNvSpPr>
          <p:nvPr>
            <p:ph idx="1"/>
          </p:nvPr>
        </p:nvSpPr>
        <p:spPr>
          <a:xfrm>
            <a:off x="84084" y="923603"/>
            <a:ext cx="8451490" cy="4690983"/>
          </a:xfrm>
        </p:spPr>
        <p:txBody>
          <a:bodyPr>
            <a:noAutofit/>
          </a:bodyPr>
          <a:lstStyle/>
          <a:p>
            <a:pPr marL="0" indent="0">
              <a:buNone/>
            </a:pPr>
            <a:endParaRPr lang="en-US" sz="1800" b="1" dirty="0">
              <a:latin typeface="Inconsolata" panose="020B0609030003000000" pitchFamily="49" charset="77"/>
            </a:endParaRPr>
          </a:p>
          <a:p>
            <a:pPr marL="0" indent="0" fontAlgn="base">
              <a:buNone/>
            </a:pPr>
            <a:r>
              <a:rPr lang="en-US" sz="1800" b="1" dirty="0">
                <a:latin typeface="Inconsolata" panose="020B0609030003000000" pitchFamily="49" charset="77"/>
              </a:rPr>
              <a:t>d</a:t>
            </a:r>
            <a:r>
              <a:rPr lang="en-US" sz="1800" dirty="0">
                <a:latin typeface="Inconsolata" pitchFamily="49" charset="77"/>
                <a:ea typeface="Inconsolata" pitchFamily="49" charset="77"/>
              </a:rPr>
              <a:t>ef mystery1(a, b): </a:t>
            </a:r>
          </a:p>
          <a:p>
            <a:pPr marL="0" indent="0" fontAlgn="base">
              <a:buNone/>
            </a:pPr>
            <a:r>
              <a:rPr lang="en-US" sz="1800" dirty="0">
                <a:latin typeface="Inconsolata" pitchFamily="49" charset="77"/>
                <a:ea typeface="Inconsolata" pitchFamily="49" charset="77"/>
              </a:rPr>
              <a:t>	print(mystery2(</a:t>
            </a:r>
            <a:r>
              <a:rPr lang="en-US" sz="1800" dirty="0" err="1">
                <a:latin typeface="Inconsolata" pitchFamily="49" charset="77"/>
                <a:ea typeface="Inconsolata" pitchFamily="49" charset="77"/>
              </a:rPr>
              <a:t>a+b</a:t>
            </a:r>
            <a:r>
              <a:rPr lang="en-US" sz="1800" dirty="0">
                <a:latin typeface="Inconsolata" pitchFamily="49" charset="77"/>
                <a:ea typeface="Inconsolata" pitchFamily="49" charset="77"/>
              </a:rPr>
              <a:t>))</a:t>
            </a:r>
          </a:p>
          <a:p>
            <a:pPr marL="0" indent="0" fontAlgn="base">
              <a:buNone/>
            </a:pPr>
            <a:r>
              <a:rPr lang="en-US" sz="1800" dirty="0">
                <a:latin typeface="Inconsolata" pitchFamily="49" charset="77"/>
                <a:ea typeface="Inconsolata" pitchFamily="49" charset="77"/>
              </a:rPr>
              <a:t>def mystery2(x):</a:t>
            </a:r>
          </a:p>
          <a:p>
            <a:pPr marL="0" indent="0" fontAlgn="base">
              <a:buNone/>
            </a:pPr>
            <a:r>
              <a:rPr lang="en-US" sz="1800" dirty="0">
                <a:latin typeface="Inconsolata" pitchFamily="49" charset="77"/>
                <a:ea typeface="Inconsolata" pitchFamily="49" charset="77"/>
              </a:rPr>
              <a:t>	print(2*x)</a:t>
            </a:r>
          </a:p>
          <a:p>
            <a:pPr marL="0" indent="0" fontAlgn="base">
              <a:buNone/>
            </a:pPr>
            <a:r>
              <a:rPr lang="en-US" sz="1800" dirty="0">
                <a:latin typeface="Inconsolata" pitchFamily="49" charset="77"/>
                <a:ea typeface="Inconsolata" pitchFamily="49" charset="77"/>
              </a:rPr>
              <a:t>	return x + 17</a:t>
            </a:r>
          </a:p>
          <a:p>
            <a:pPr marL="0" indent="0" fontAlgn="base">
              <a:buNone/>
            </a:pPr>
            <a:endParaRPr lang="en-US" sz="1800" dirty="0">
              <a:latin typeface="Inconsolata" pitchFamily="49" charset="77"/>
              <a:ea typeface="Inconsolata" pitchFamily="49" charset="77"/>
            </a:endParaRPr>
          </a:p>
          <a:p>
            <a:pPr marL="0" indent="0" fontAlgn="base">
              <a:buNone/>
            </a:pPr>
            <a:r>
              <a:rPr lang="en-US" sz="1800" dirty="0">
                <a:latin typeface="Inconsolata" pitchFamily="49" charset="77"/>
                <a:ea typeface="Inconsolata" pitchFamily="49" charset="77"/>
              </a:rPr>
              <a:t>y = mystery2(4)</a:t>
            </a:r>
          </a:p>
          <a:p>
            <a:pPr marL="0" indent="0" fontAlgn="base">
              <a:buNone/>
            </a:pPr>
            <a:r>
              <a:rPr lang="en-US" sz="1800" dirty="0">
                <a:latin typeface="Inconsolata" pitchFamily="49" charset="77"/>
                <a:ea typeface="Inconsolata" pitchFamily="49" charset="77"/>
              </a:rPr>
              <a:t>mystery1(3, 4)</a:t>
            </a:r>
          </a:p>
          <a:p>
            <a:pPr marL="0" indent="0" fontAlgn="base">
              <a:buNone/>
            </a:pPr>
            <a:r>
              <a:rPr lang="en-US" sz="1800" dirty="0">
                <a:latin typeface="Inconsolata" pitchFamily="49" charset="77"/>
                <a:ea typeface="Inconsolata" pitchFamily="49" charset="77"/>
              </a:rPr>
              <a:t>print(mystery1(1, 2))</a:t>
            </a:r>
          </a:p>
          <a:p>
            <a:pPr marL="0" indent="0" fontAlgn="base">
              <a:buNone/>
            </a:pPr>
            <a:r>
              <a:rPr lang="en-US" sz="1800" dirty="0">
                <a:latin typeface="Inconsolata" pitchFamily="49" charset="77"/>
                <a:ea typeface="Inconsolata" pitchFamily="49" charset="77"/>
              </a:rPr>
              <a:t>print(y)</a:t>
            </a:r>
          </a:p>
          <a:p>
            <a:pPr marL="0" indent="0">
              <a:buNone/>
            </a:pPr>
            <a:endParaRPr lang="en-US" sz="2000"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8E171D5F-186F-5889-6A53-8FFC93C613BA}"/>
              </a:ext>
            </a:extLst>
          </p:cNvPr>
          <p:cNvSpPr>
            <a:spLocks noGrp="1"/>
          </p:cNvSpPr>
          <p:nvPr>
            <p:ph type="sldNum" sz="quarter" idx="12"/>
          </p:nvPr>
        </p:nvSpPr>
        <p:spPr/>
        <p:txBody>
          <a:bodyPr/>
          <a:lstStyle/>
          <a:p>
            <a:fld id="{D57F1E4F-1CFF-5643-939E-02111984F565}" type="slidenum">
              <a:rPr lang="en-US" smtClean="0"/>
              <a:t>25</a:t>
            </a:fld>
            <a:endParaRPr lang="en-US" dirty="0"/>
          </a:p>
        </p:txBody>
      </p:sp>
      <p:sp>
        <p:nvSpPr>
          <p:cNvPr id="4" name="TextBox 3">
            <a:extLst>
              <a:ext uri="{FF2B5EF4-FFF2-40B4-BE49-F238E27FC236}">
                <a16:creationId xmlns:a16="http://schemas.microsoft.com/office/drawing/2014/main" id="{C46C5616-203E-2BC0-D029-8CE4442F18CB}"/>
              </a:ext>
            </a:extLst>
          </p:cNvPr>
          <p:cNvSpPr txBox="1"/>
          <p:nvPr/>
        </p:nvSpPr>
        <p:spPr>
          <a:xfrm>
            <a:off x="3632165" y="1980107"/>
            <a:ext cx="4545860" cy="738664"/>
          </a:xfrm>
          <a:prstGeom prst="rect">
            <a:avLst/>
          </a:prstGeom>
          <a:noFill/>
        </p:spPr>
        <p:txBody>
          <a:bodyPr wrap="none" rtlCol="0">
            <a:spAutoFit/>
          </a:bodyPr>
          <a:lstStyle/>
          <a:p>
            <a:r>
              <a:rPr lang="en-US" sz="2100"/>
              <a:t>A function that does not return a value </a:t>
            </a:r>
          </a:p>
          <a:p>
            <a:r>
              <a:rPr lang="en-US" sz="2100"/>
              <a:t>actually returns the value None.</a:t>
            </a:r>
          </a:p>
        </p:txBody>
      </p:sp>
      <p:sp>
        <p:nvSpPr>
          <p:cNvPr id="5" name="TextBox 4">
            <a:extLst>
              <a:ext uri="{FF2B5EF4-FFF2-40B4-BE49-F238E27FC236}">
                <a16:creationId xmlns:a16="http://schemas.microsoft.com/office/drawing/2014/main" id="{21448F33-046B-7C9C-5495-F0823CE97967}"/>
              </a:ext>
            </a:extLst>
          </p:cNvPr>
          <p:cNvSpPr txBox="1"/>
          <p:nvPr/>
        </p:nvSpPr>
        <p:spPr>
          <a:xfrm>
            <a:off x="4047657" y="3083237"/>
            <a:ext cx="1048685" cy="2677656"/>
          </a:xfrm>
          <a:prstGeom prst="rect">
            <a:avLst/>
          </a:prstGeom>
          <a:noFill/>
        </p:spPr>
        <p:txBody>
          <a:bodyPr wrap="none" rtlCol="0">
            <a:spAutoFit/>
          </a:bodyPr>
          <a:lstStyle/>
          <a:p>
            <a:r>
              <a:rPr lang="en-US" sz="2100"/>
              <a:t>Output:</a:t>
            </a:r>
          </a:p>
          <a:p>
            <a:r>
              <a:rPr lang="en-US" sz="2100"/>
              <a:t>8</a:t>
            </a:r>
          </a:p>
          <a:p>
            <a:r>
              <a:rPr lang="en-US" sz="2100"/>
              <a:t>14</a:t>
            </a:r>
          </a:p>
          <a:p>
            <a:r>
              <a:rPr lang="en-US" sz="2100"/>
              <a:t>24</a:t>
            </a:r>
          </a:p>
          <a:p>
            <a:r>
              <a:rPr lang="en-US" sz="2100"/>
              <a:t>6</a:t>
            </a:r>
          </a:p>
          <a:p>
            <a:r>
              <a:rPr lang="en-US" sz="2100"/>
              <a:t>20</a:t>
            </a:r>
          </a:p>
          <a:p>
            <a:r>
              <a:rPr lang="en-US" sz="2100"/>
              <a:t>None</a:t>
            </a:r>
          </a:p>
          <a:p>
            <a:r>
              <a:rPr lang="en-US" sz="2100"/>
              <a:t>21</a:t>
            </a:r>
          </a:p>
        </p:txBody>
      </p:sp>
    </p:spTree>
    <p:extLst>
      <p:ext uri="{BB962C8B-B14F-4D97-AF65-F5344CB8AC3E}">
        <p14:creationId xmlns:p14="http://schemas.microsoft.com/office/powerpoint/2010/main" val="1632300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05394" y="57794"/>
            <a:ext cx="7053542" cy="683886"/>
          </a:xfrm>
        </p:spPr>
        <p:txBody>
          <a:bodyPr/>
          <a:lstStyle/>
          <a:p>
            <a:r>
              <a:rPr lang="en-US" dirty="0"/>
              <a:t>Variables and Parameters are Local</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84084" y="923603"/>
            <a:ext cx="8451490" cy="4690983"/>
          </a:xfrm>
        </p:spPr>
        <p:txBody>
          <a:bodyPr>
            <a:noAutofit/>
          </a:bodyPr>
          <a:lstStyle/>
          <a:p>
            <a:pPr marL="0" indent="0">
              <a:buNone/>
            </a:pPr>
            <a:r>
              <a:rPr lang="en-US" dirty="0">
                <a:latin typeface="Gill Sans MT" panose="020B0502020104020203" pitchFamily="34" charset="77"/>
              </a:rPr>
              <a:t>An assignment statement </a:t>
            </a:r>
            <a:r>
              <a:rPr lang="en-US" sz="1800" dirty="0">
                <a:latin typeface="Gill Sans MT" panose="020B0502020104020203" pitchFamily="34" charset="77"/>
              </a:rPr>
              <a:t>in a function</a:t>
            </a:r>
            <a:r>
              <a:rPr lang="en-US" dirty="0">
                <a:latin typeface="Gill Sans MT" panose="020B0502020104020203" pitchFamily="34" charset="77"/>
              </a:rPr>
              <a:t> creates a </a:t>
            </a:r>
            <a:r>
              <a:rPr lang="en-US" b="1" dirty="0">
                <a:latin typeface="Gill Sans MT" panose="020B0502020104020203" pitchFamily="34" charset="77"/>
              </a:rPr>
              <a:t>local variable</a:t>
            </a:r>
            <a:r>
              <a:rPr lang="en-US" dirty="0">
                <a:latin typeface="Gill Sans MT" panose="020B0502020104020203" pitchFamily="34" charset="77"/>
              </a:rPr>
              <a:t> for the variable on the left hand side of the assignment operator. It is called local because this variable only exists inside the function and you cannot use it outside. </a:t>
            </a:r>
            <a:endParaRPr lang="en-US" b="1" dirty="0">
              <a:latin typeface="Gill Sans MT" panose="020B0502020104020203" pitchFamily="34" charset="77"/>
            </a:endParaRPr>
          </a:p>
          <a:p>
            <a:pPr marL="0" indent="0">
              <a:buNone/>
            </a:pPr>
            <a:endParaRPr lang="en-US" sz="1800" b="1" dirty="0">
              <a:solidFill>
                <a:srgbClr val="006699"/>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def </a:t>
            </a:r>
            <a:r>
              <a:rPr lang="en-US" sz="1800" b="1" dirty="0">
                <a:solidFill>
                  <a:srgbClr val="CC00FF"/>
                </a:solidFill>
                <a:latin typeface="Inconsolata" panose="020B0609030003000000" pitchFamily="49" charset="77"/>
              </a:rPr>
              <a:t>square</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x</a:t>
            </a:r>
            <a:r>
              <a:rPr lang="en-US" sz="1800" b="1" dirty="0">
                <a:latin typeface="Inconsolata" panose="020B0609030003000000" pitchFamily="49" charset="77"/>
              </a:rPr>
              <a:t>): </a:t>
            </a:r>
          </a:p>
          <a:p>
            <a:pPr marL="0" indent="0">
              <a:buNone/>
            </a:pPr>
            <a:r>
              <a:rPr lang="en-US" sz="1800" b="1" dirty="0">
                <a:solidFill>
                  <a:srgbClr val="000087"/>
                </a:solidFill>
                <a:latin typeface="Inconsolata" panose="020B0609030003000000" pitchFamily="49" charset="77"/>
              </a:rPr>
              <a:t>    y = x * x    	</a:t>
            </a:r>
            <a:r>
              <a:rPr lang="en-US" sz="1800" b="1" dirty="0">
                <a:solidFill>
                  <a:schemeClr val="accent1"/>
                </a:solidFill>
                <a:latin typeface="Inconsolata" panose="020B0609030003000000" pitchFamily="49" charset="77"/>
              </a:rPr>
              <a:t># y only exists inside function</a:t>
            </a:r>
          </a:p>
          <a:p>
            <a:pPr marL="0" indent="0">
              <a:buNone/>
            </a:pPr>
            <a:r>
              <a:rPr lang="en-US" sz="1800" b="1" dirty="0">
                <a:solidFill>
                  <a:srgbClr val="000087"/>
                </a:solidFill>
                <a:latin typeface="Inconsolata" panose="020B0609030003000000" pitchFamily="49" charset="77"/>
              </a:rPr>
              <a:t>    return y</a:t>
            </a:r>
            <a:r>
              <a:rPr lang="en-US" sz="1800" b="1" dirty="0">
                <a:latin typeface="Inconsolata" panose="020B0609030003000000" pitchFamily="49" charset="77"/>
              </a:rPr>
              <a:t>   </a:t>
            </a:r>
            <a:endParaRPr lang="en-US" sz="1800" b="1" dirty="0">
              <a:solidFill>
                <a:srgbClr val="000087"/>
              </a:solidFill>
              <a:latin typeface="Inconsolata" panose="020B0609030003000000" pitchFamily="49" charset="77"/>
            </a:endParaRPr>
          </a:p>
          <a:p>
            <a:pPr marL="0" indent="0">
              <a:buNone/>
            </a:pPr>
            <a:r>
              <a:rPr lang="en-US" sz="1800" b="1" dirty="0">
                <a:latin typeface="Inconsolata" panose="020B0609030003000000" pitchFamily="49" charset="77"/>
              </a:rPr>
              <a:t>z = square(8)</a:t>
            </a:r>
          </a:p>
          <a:p>
            <a:pPr marL="0" indent="0">
              <a:buNone/>
            </a:pPr>
            <a:r>
              <a:rPr lang="en-US" sz="1800" b="1" dirty="0">
                <a:latin typeface="Inconsolata" panose="020B0609030003000000" pitchFamily="49" charset="77"/>
              </a:rPr>
              <a:t>print(z)</a:t>
            </a:r>
          </a:p>
          <a:p>
            <a:pPr marL="0" indent="0">
              <a:buNone/>
            </a:pPr>
            <a:r>
              <a:rPr lang="en-US" sz="1800" b="1" dirty="0">
                <a:latin typeface="Inconsolata" panose="020B0609030003000000" pitchFamily="49" charset="77"/>
              </a:rPr>
              <a:t>print(y)		</a:t>
            </a:r>
            <a:r>
              <a:rPr lang="en-US" sz="1800" b="1" dirty="0">
                <a:solidFill>
                  <a:schemeClr val="accent1"/>
                </a:solidFill>
                <a:latin typeface="Inconsolata" panose="020B0609030003000000" pitchFamily="49" charset="77"/>
              </a:rPr>
              <a:t># </a:t>
            </a:r>
            <a:r>
              <a:rPr lang="en-US" sz="1800" b="1" dirty="0" err="1">
                <a:solidFill>
                  <a:schemeClr val="accent1"/>
                </a:solidFill>
                <a:latin typeface="Inconsolata" panose="020B0609030003000000" pitchFamily="49" charset="77"/>
              </a:rPr>
              <a:t>NameError</a:t>
            </a:r>
            <a:r>
              <a:rPr lang="en-US" sz="1800" b="1" dirty="0">
                <a:solidFill>
                  <a:schemeClr val="accent1"/>
                </a:solidFill>
                <a:latin typeface="Inconsolata" panose="020B0609030003000000" pitchFamily="49" charset="77"/>
              </a:rPr>
              <a:t>! name 'y' is not defined. </a:t>
            </a:r>
          </a:p>
          <a:p>
            <a:pPr marL="0" indent="0">
              <a:buNone/>
            </a:pPr>
            <a:endParaRPr lang="en-US" sz="1800" b="1" dirty="0">
              <a:solidFill>
                <a:srgbClr val="19B219"/>
              </a:solidFill>
              <a:latin typeface="Inconsolata" panose="020B0609030003000000" pitchFamily="49" charset="77"/>
            </a:endParaRPr>
          </a:p>
        </p:txBody>
      </p:sp>
      <p:sp>
        <p:nvSpPr>
          <p:cNvPr id="3" name="Slide Number Placeholder 2">
            <a:extLst>
              <a:ext uri="{FF2B5EF4-FFF2-40B4-BE49-F238E27FC236}">
                <a16:creationId xmlns:a16="http://schemas.microsoft.com/office/drawing/2014/main" id="{5F0DC44A-61B5-AB44-81A0-6ECAEDED1DE5}"/>
              </a:ext>
            </a:extLst>
          </p:cNvPr>
          <p:cNvSpPr>
            <a:spLocks noGrp="1"/>
          </p:cNvSpPr>
          <p:nvPr>
            <p:ph type="sldNum" sz="quarter" idx="12"/>
          </p:nvPr>
        </p:nvSpPr>
        <p:spPr/>
        <p:txBody>
          <a:bodyPr/>
          <a:lstStyle/>
          <a:p>
            <a:fld id="{D57F1E4F-1CFF-5643-939E-02111984F565}" type="slidenum">
              <a:rPr lang="en-US" smtClean="0"/>
              <a:t>26</a:t>
            </a:fld>
            <a:endParaRPr lang="en-US" dirty="0"/>
          </a:p>
        </p:txBody>
      </p:sp>
    </p:spTree>
    <p:extLst>
      <p:ext uri="{BB962C8B-B14F-4D97-AF65-F5344CB8AC3E}">
        <p14:creationId xmlns:p14="http://schemas.microsoft.com/office/powerpoint/2010/main" val="3441302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05394" y="57794"/>
            <a:ext cx="7053542" cy="683886"/>
          </a:xfrm>
        </p:spPr>
        <p:txBody>
          <a:bodyPr/>
          <a:lstStyle/>
          <a:p>
            <a:r>
              <a:rPr lang="en-US" dirty="0"/>
              <a:t>Functions calling other functions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05394" y="673828"/>
            <a:ext cx="8544620" cy="4927402"/>
          </a:xfrm>
        </p:spPr>
        <p:txBody>
          <a:bodyPr>
            <a:noAutofit/>
          </a:bodyPr>
          <a:lstStyle/>
          <a:p>
            <a:pPr marL="0" indent="0">
              <a:buNone/>
            </a:pPr>
            <a:r>
              <a:rPr lang="en-US" dirty="0">
                <a:latin typeface="Gill Sans MT" panose="020B0502020104020203" pitchFamily="34" charset="77"/>
              </a:rPr>
              <a:t>Each function we write can be used and called from other functions. </a:t>
            </a:r>
            <a:endParaRPr lang="en-US" sz="1800" b="1" dirty="0">
              <a:solidFill>
                <a:srgbClr val="006699"/>
              </a:solidFill>
              <a:latin typeface="Inconsolata" panose="020B0609030003000000" pitchFamily="49" charset="77"/>
            </a:endParaRPr>
          </a:p>
          <a:p>
            <a:pPr marL="0" indent="0">
              <a:buNone/>
            </a:pPr>
            <a:r>
              <a:rPr lang="en-US" sz="1800" b="1" dirty="0">
                <a:solidFill>
                  <a:srgbClr val="006699"/>
                </a:solidFill>
                <a:latin typeface="Inconsolata" panose="020B0609030003000000" pitchFamily="49" charset="77"/>
              </a:rPr>
              <a:t>def </a:t>
            </a:r>
            <a:r>
              <a:rPr lang="en-US" sz="1800" b="1" dirty="0">
                <a:solidFill>
                  <a:srgbClr val="CC00FF"/>
                </a:solidFill>
                <a:latin typeface="Inconsolata" panose="020B0609030003000000" pitchFamily="49" charset="77"/>
              </a:rPr>
              <a:t>square</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x</a:t>
            </a:r>
            <a:r>
              <a:rPr lang="en-US" sz="1800" b="1" dirty="0">
                <a:latin typeface="Inconsolata" panose="020B0609030003000000" pitchFamily="49" charset="77"/>
              </a:rPr>
              <a:t>): </a:t>
            </a:r>
          </a:p>
          <a:p>
            <a:pPr marL="0" indent="0">
              <a:buNone/>
            </a:pPr>
            <a:r>
              <a:rPr lang="en-US" sz="1800" b="1" dirty="0">
                <a:solidFill>
                  <a:srgbClr val="000087"/>
                </a:solidFill>
                <a:latin typeface="Inconsolata" panose="020B0609030003000000" pitchFamily="49" charset="77"/>
              </a:rPr>
              <a:t>    y = x * x    </a:t>
            </a:r>
          </a:p>
          <a:p>
            <a:pPr marL="0" indent="0">
              <a:buNone/>
            </a:pPr>
            <a:r>
              <a:rPr lang="en-US" sz="1800" b="1" dirty="0">
                <a:solidFill>
                  <a:srgbClr val="000087"/>
                </a:solidFill>
                <a:latin typeface="Inconsolata" panose="020B0609030003000000" pitchFamily="49" charset="77"/>
              </a:rPr>
              <a:t>    return y</a:t>
            </a:r>
            <a:r>
              <a:rPr lang="en-US" sz="1800" b="1" dirty="0">
                <a:latin typeface="Inconsolata" panose="020B0609030003000000" pitchFamily="49" charset="77"/>
              </a:rPr>
              <a:t>   </a:t>
            </a:r>
          </a:p>
          <a:p>
            <a:pPr marL="0" indent="0">
              <a:buNone/>
            </a:pPr>
            <a:r>
              <a:rPr lang="en-US" sz="1800" b="1" dirty="0">
                <a:solidFill>
                  <a:srgbClr val="006699"/>
                </a:solidFill>
                <a:latin typeface="Inconsolata" panose="020B0609030003000000" pitchFamily="49" charset="77"/>
              </a:rPr>
              <a:t>def </a:t>
            </a:r>
            <a:r>
              <a:rPr lang="en-US" sz="1800" b="1" dirty="0" err="1">
                <a:solidFill>
                  <a:srgbClr val="CC00FF"/>
                </a:solidFill>
                <a:latin typeface="Inconsolata" panose="020B0609030003000000" pitchFamily="49" charset="77"/>
              </a:rPr>
              <a:t>sum_of_squares</a:t>
            </a:r>
            <a:r>
              <a:rPr lang="en-US" sz="1800" b="1" dirty="0">
                <a:latin typeface="Inconsolata" panose="020B0609030003000000" pitchFamily="49" charset="77"/>
              </a:rPr>
              <a:t>(</a:t>
            </a:r>
            <a:r>
              <a:rPr lang="en-US" sz="1800" b="1" dirty="0">
                <a:solidFill>
                  <a:srgbClr val="000087"/>
                </a:solidFill>
                <a:latin typeface="Inconsolata" panose="020B0609030003000000" pitchFamily="49" charset="77"/>
              </a:rPr>
              <a:t>x, y, z</a:t>
            </a:r>
            <a:r>
              <a:rPr lang="en-US" sz="1800" b="1" dirty="0">
                <a:latin typeface="Inconsolata" panose="020B0609030003000000" pitchFamily="49" charset="77"/>
              </a:rPr>
              <a:t>): </a:t>
            </a:r>
          </a:p>
          <a:p>
            <a:pPr marL="0" indent="0">
              <a:buNone/>
            </a:pPr>
            <a:r>
              <a:rPr lang="en-US" sz="1800" b="1" dirty="0">
                <a:solidFill>
                  <a:srgbClr val="000087"/>
                </a:solidFill>
                <a:latin typeface="Inconsolata" panose="020B0609030003000000" pitchFamily="49" charset="77"/>
              </a:rPr>
              <a:t>    a = square(x)</a:t>
            </a:r>
          </a:p>
          <a:p>
            <a:pPr marL="0" indent="0">
              <a:buNone/>
            </a:pPr>
            <a:r>
              <a:rPr lang="en-US" sz="1800" b="1" dirty="0">
                <a:solidFill>
                  <a:srgbClr val="000087"/>
                </a:solidFill>
                <a:latin typeface="Inconsolata" panose="020B0609030003000000" pitchFamily="49" charset="77"/>
              </a:rPr>
              <a:t>    b = square(y)</a:t>
            </a:r>
          </a:p>
          <a:p>
            <a:pPr marL="0" indent="0">
              <a:buNone/>
            </a:pPr>
            <a:r>
              <a:rPr lang="en-US" sz="1800" b="1" dirty="0">
                <a:solidFill>
                  <a:srgbClr val="000087"/>
                </a:solidFill>
                <a:latin typeface="Inconsolata" panose="020B0609030003000000" pitchFamily="49" charset="77"/>
              </a:rPr>
              <a:t>    c = square(z)    </a:t>
            </a:r>
          </a:p>
          <a:p>
            <a:pPr marL="0" indent="0">
              <a:buNone/>
            </a:pPr>
            <a:r>
              <a:rPr lang="en-US" sz="1800" b="1" dirty="0">
                <a:solidFill>
                  <a:srgbClr val="000087"/>
                </a:solidFill>
                <a:latin typeface="Inconsolata" panose="020B0609030003000000" pitchFamily="49" charset="77"/>
              </a:rPr>
              <a:t>    return a + b + c</a:t>
            </a:r>
            <a:r>
              <a:rPr lang="en-US" sz="1800" b="1" dirty="0">
                <a:latin typeface="Inconsolata" panose="020B0609030003000000" pitchFamily="49" charset="77"/>
              </a:rPr>
              <a:t>   </a:t>
            </a:r>
            <a:endParaRPr lang="en-US" sz="1800" b="1" dirty="0">
              <a:solidFill>
                <a:srgbClr val="000087"/>
              </a:solidFill>
              <a:latin typeface="Inconsolata" panose="020B0609030003000000" pitchFamily="49" charset="77"/>
            </a:endParaRPr>
          </a:p>
          <a:p>
            <a:pPr marL="0" indent="0">
              <a:buNone/>
            </a:pPr>
            <a:r>
              <a:rPr lang="en-US" sz="1800" b="1" dirty="0">
                <a:latin typeface="Inconsolata" panose="020B0609030003000000" pitchFamily="49" charset="77"/>
              </a:rPr>
              <a:t>a = int(input())</a:t>
            </a:r>
          </a:p>
          <a:p>
            <a:pPr marL="0" indent="0">
              <a:buNone/>
            </a:pPr>
            <a:r>
              <a:rPr lang="en-US" sz="1800" b="1" dirty="0">
                <a:latin typeface="Inconsolata" panose="020B0609030003000000" pitchFamily="49" charset="77"/>
              </a:rPr>
              <a:t>b = int(input())</a:t>
            </a:r>
          </a:p>
          <a:p>
            <a:pPr marL="0" indent="0">
              <a:buNone/>
            </a:pPr>
            <a:r>
              <a:rPr lang="en-US" sz="1800" b="1" dirty="0">
                <a:latin typeface="Inconsolata" panose="020B0609030003000000" pitchFamily="49" charset="77"/>
              </a:rPr>
              <a:t>c = int(input())</a:t>
            </a:r>
          </a:p>
          <a:p>
            <a:pPr marL="0" indent="0">
              <a:buNone/>
            </a:pPr>
            <a:r>
              <a:rPr lang="en-US" sz="1800" b="1" dirty="0">
                <a:latin typeface="Inconsolata" panose="020B0609030003000000" pitchFamily="49" charset="77"/>
              </a:rPr>
              <a:t>result = </a:t>
            </a:r>
            <a:r>
              <a:rPr lang="en-US" sz="1800" b="1" dirty="0" err="1">
                <a:latin typeface="Inconsolata" panose="020B0609030003000000" pitchFamily="49" charset="77"/>
              </a:rPr>
              <a:t>sum_of_squares</a:t>
            </a:r>
            <a:r>
              <a:rPr lang="en-US" sz="1800" b="1" dirty="0">
                <a:latin typeface="Inconsolata" panose="020B0609030003000000" pitchFamily="49" charset="77"/>
              </a:rPr>
              <a:t>(a, b, c)</a:t>
            </a:r>
          </a:p>
          <a:p>
            <a:pPr marL="0" indent="0">
              <a:buNone/>
            </a:pPr>
            <a:r>
              <a:rPr lang="en-US" sz="1800" b="1" dirty="0">
                <a:latin typeface="Inconsolata" panose="020B0609030003000000" pitchFamily="49" charset="77"/>
              </a:rPr>
              <a:t>print(result)		</a:t>
            </a:r>
            <a:endParaRPr lang="en-US" sz="1800" b="1" dirty="0">
              <a:solidFill>
                <a:srgbClr val="00B050"/>
              </a:solidFill>
              <a:latin typeface="Inconsolata" panose="020B0609030003000000" pitchFamily="49" charset="77"/>
            </a:endParaRPr>
          </a:p>
          <a:p>
            <a:pPr marL="0" indent="0">
              <a:buNone/>
            </a:pPr>
            <a:endParaRPr lang="en-US" sz="1800" b="1" dirty="0">
              <a:solidFill>
                <a:srgbClr val="19B219"/>
              </a:solidFill>
              <a:latin typeface="Inconsolata" panose="020B0609030003000000" pitchFamily="49" charset="77"/>
            </a:endParaRPr>
          </a:p>
        </p:txBody>
      </p:sp>
      <p:sp>
        <p:nvSpPr>
          <p:cNvPr id="3" name="Slide Number Placeholder 2">
            <a:extLst>
              <a:ext uri="{FF2B5EF4-FFF2-40B4-BE49-F238E27FC236}">
                <a16:creationId xmlns:a16="http://schemas.microsoft.com/office/drawing/2014/main" id="{5F0DC44A-61B5-AB44-81A0-6ECAEDED1DE5}"/>
              </a:ext>
            </a:extLst>
          </p:cNvPr>
          <p:cNvSpPr>
            <a:spLocks noGrp="1"/>
          </p:cNvSpPr>
          <p:nvPr>
            <p:ph type="sldNum" sz="quarter" idx="12"/>
          </p:nvPr>
        </p:nvSpPr>
        <p:spPr/>
        <p:txBody>
          <a:bodyPr/>
          <a:lstStyle/>
          <a:p>
            <a:fld id="{D57F1E4F-1CFF-5643-939E-02111984F565}" type="slidenum">
              <a:rPr lang="en-US" smtClean="0"/>
              <a:t>27</a:t>
            </a:fld>
            <a:endParaRPr lang="en-US" dirty="0"/>
          </a:p>
        </p:txBody>
      </p:sp>
      <p:sp>
        <p:nvSpPr>
          <p:cNvPr id="5" name="TextBox 4">
            <a:extLst>
              <a:ext uri="{FF2B5EF4-FFF2-40B4-BE49-F238E27FC236}">
                <a16:creationId xmlns:a16="http://schemas.microsoft.com/office/drawing/2014/main" id="{3F20C80A-CDF1-DA4C-B321-4C2A1F2AF479}"/>
              </a:ext>
            </a:extLst>
          </p:cNvPr>
          <p:cNvSpPr txBox="1"/>
          <p:nvPr/>
        </p:nvSpPr>
        <p:spPr>
          <a:xfrm>
            <a:off x="3632165" y="1260754"/>
            <a:ext cx="5293885" cy="2970044"/>
          </a:xfrm>
          <a:prstGeom prst="rect">
            <a:avLst/>
          </a:prstGeom>
          <a:noFill/>
        </p:spPr>
        <p:txBody>
          <a:bodyPr wrap="none" rtlCol="0">
            <a:spAutoFit/>
          </a:bodyPr>
          <a:lstStyle/>
          <a:p>
            <a:r>
              <a:rPr lang="en-US" sz="1700" dirty="0">
                <a:solidFill>
                  <a:srgbClr val="FF0000"/>
                </a:solidFill>
              </a:rPr>
              <a:t>The variables x and y are local variables in both functions </a:t>
            </a:r>
          </a:p>
          <a:p>
            <a:r>
              <a:rPr lang="en-US" sz="1700" dirty="0">
                <a:solidFill>
                  <a:srgbClr val="FF0000"/>
                </a:solidFill>
              </a:rPr>
              <a:t>and may even have different values. </a:t>
            </a:r>
          </a:p>
          <a:p>
            <a:endParaRPr lang="en-US" sz="1700" dirty="0">
              <a:solidFill>
                <a:srgbClr val="FF0000"/>
              </a:solidFill>
            </a:endParaRPr>
          </a:p>
          <a:p>
            <a:r>
              <a:rPr lang="en-US" sz="1700" dirty="0">
                <a:solidFill>
                  <a:srgbClr val="FF0000"/>
                </a:solidFill>
              </a:rPr>
              <a:t>Even though they are named the same, they are, in fact, </a:t>
            </a:r>
          </a:p>
          <a:p>
            <a:r>
              <a:rPr lang="en-US" sz="1700" dirty="0">
                <a:solidFill>
                  <a:srgbClr val="FF0000"/>
                </a:solidFill>
              </a:rPr>
              <a:t>very different.</a:t>
            </a:r>
          </a:p>
          <a:p>
            <a:endParaRPr lang="en-US" sz="1700" dirty="0">
              <a:solidFill>
                <a:srgbClr val="FF0000"/>
              </a:solidFill>
            </a:endParaRPr>
          </a:p>
          <a:p>
            <a:endParaRPr lang="en-US" sz="1700" dirty="0">
              <a:solidFill>
                <a:srgbClr val="FF0000"/>
              </a:solidFill>
            </a:endParaRPr>
          </a:p>
          <a:p>
            <a:endParaRPr lang="en-US" sz="1700" dirty="0">
              <a:solidFill>
                <a:srgbClr val="FF0000"/>
              </a:solidFill>
            </a:endParaRPr>
          </a:p>
          <a:p>
            <a:r>
              <a:rPr lang="en-US" sz="1700" dirty="0">
                <a:solidFill>
                  <a:srgbClr val="FF0000"/>
                </a:solidFill>
              </a:rPr>
              <a:t>Similarly, a, b and c in the </a:t>
            </a:r>
            <a:r>
              <a:rPr lang="en-US" sz="1700" dirty="0" err="1">
                <a:solidFill>
                  <a:srgbClr val="FF0000"/>
                </a:solidFill>
              </a:rPr>
              <a:t>sum_of_squares</a:t>
            </a:r>
            <a:r>
              <a:rPr lang="en-US" sz="1700" dirty="0">
                <a:solidFill>
                  <a:srgbClr val="FF0000"/>
                </a:solidFill>
              </a:rPr>
              <a:t> function are </a:t>
            </a:r>
          </a:p>
          <a:p>
            <a:r>
              <a:rPr lang="en-US" sz="1700" dirty="0">
                <a:solidFill>
                  <a:srgbClr val="FF0000"/>
                </a:solidFill>
              </a:rPr>
              <a:t>different than a, b and c outside of it. </a:t>
            </a:r>
          </a:p>
          <a:p>
            <a:endParaRPr lang="en-US" sz="1700" dirty="0">
              <a:solidFill>
                <a:srgbClr val="FF0000"/>
              </a:solidFill>
            </a:endParaRPr>
          </a:p>
        </p:txBody>
      </p:sp>
      <p:cxnSp>
        <p:nvCxnSpPr>
          <p:cNvPr id="6" name="Straight Arrow Connector 5">
            <a:extLst>
              <a:ext uri="{FF2B5EF4-FFF2-40B4-BE49-F238E27FC236}">
                <a16:creationId xmlns:a16="http://schemas.microsoft.com/office/drawing/2014/main" id="{5E5CA9EC-2146-FA40-B06F-24008B33A2D5}"/>
              </a:ext>
            </a:extLst>
          </p:cNvPr>
          <p:cNvCxnSpPr>
            <a:cxnSpLocks/>
          </p:cNvCxnSpPr>
          <p:nvPr/>
        </p:nvCxnSpPr>
        <p:spPr>
          <a:xfrm flipH="1">
            <a:off x="1786759" y="1526095"/>
            <a:ext cx="1845406" cy="81988"/>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64350A04-7536-584C-B8FC-3830E86D32AE}"/>
              </a:ext>
            </a:extLst>
          </p:cNvPr>
          <p:cNvCxnSpPr>
            <a:cxnSpLocks/>
          </p:cNvCxnSpPr>
          <p:nvPr/>
        </p:nvCxnSpPr>
        <p:spPr>
          <a:xfrm flipH="1">
            <a:off x="2522483" y="1692166"/>
            <a:ext cx="1019503" cy="434991"/>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A81E47F-2B28-FA46-9646-BC757B298B82}"/>
              </a:ext>
            </a:extLst>
          </p:cNvPr>
          <p:cNvCxnSpPr>
            <a:cxnSpLocks/>
          </p:cNvCxnSpPr>
          <p:nvPr/>
        </p:nvCxnSpPr>
        <p:spPr>
          <a:xfrm flipH="1" flipV="1">
            <a:off x="865414" y="3080737"/>
            <a:ext cx="2766751" cy="413921"/>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F045CA6-5AB1-1144-AECA-F09C60CE0BF3}"/>
              </a:ext>
            </a:extLst>
          </p:cNvPr>
          <p:cNvCxnSpPr>
            <a:cxnSpLocks/>
          </p:cNvCxnSpPr>
          <p:nvPr/>
        </p:nvCxnSpPr>
        <p:spPr>
          <a:xfrm flipH="1">
            <a:off x="979714" y="3893196"/>
            <a:ext cx="2562272" cy="33760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F34589A3-1303-4060-2803-AD24967656AF}"/>
              </a:ext>
            </a:extLst>
          </p:cNvPr>
          <p:cNvSpPr txBox="1"/>
          <p:nvPr/>
        </p:nvSpPr>
        <p:spPr>
          <a:xfrm>
            <a:off x="5548045" y="4230799"/>
            <a:ext cx="1345915" cy="1172757"/>
          </a:xfrm>
          <a:prstGeom prst="rect">
            <a:avLst/>
          </a:prstGeom>
          <a:noFill/>
        </p:spPr>
        <p:txBody>
          <a:bodyPr wrap="square" rtlCol="0">
            <a:spAutoFit/>
          </a:bodyPr>
          <a:lstStyle/>
          <a:p>
            <a:r>
              <a:rPr lang="en-US"/>
              <a:t>Sample Run:</a:t>
            </a:r>
          </a:p>
          <a:p>
            <a:r>
              <a:rPr lang="en-US"/>
              <a:t>-3</a:t>
            </a:r>
          </a:p>
          <a:p>
            <a:r>
              <a:rPr lang="en-US"/>
              <a:t>4</a:t>
            </a:r>
          </a:p>
          <a:p>
            <a:r>
              <a:rPr lang="en-US"/>
              <a:t>5</a:t>
            </a:r>
          </a:p>
          <a:p>
            <a:r>
              <a:rPr lang="en-US"/>
              <a:t>50</a:t>
            </a:r>
          </a:p>
        </p:txBody>
      </p:sp>
    </p:spTree>
    <p:extLst>
      <p:ext uri="{BB962C8B-B14F-4D97-AF65-F5344CB8AC3E}">
        <p14:creationId xmlns:p14="http://schemas.microsoft.com/office/powerpoint/2010/main" val="2920365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84745" y="83321"/>
            <a:ext cx="7053542" cy="683886"/>
          </a:xfrm>
        </p:spPr>
        <p:txBody>
          <a:bodyPr/>
          <a:lstStyle/>
          <a:p>
            <a:r>
              <a:rPr lang="en-US" dirty="0"/>
              <a:t>Python Program Template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483848" y="649481"/>
            <a:ext cx="8051725" cy="4982198"/>
          </a:xfrm>
        </p:spPr>
        <p:txBody>
          <a:bodyPr>
            <a:noAutofit/>
          </a:bodyPr>
          <a:lstStyle/>
          <a:p>
            <a:pPr marL="0" indent="0">
              <a:buNone/>
            </a:pPr>
            <a:r>
              <a:rPr lang="en-US" sz="1600" b="1" dirty="0">
                <a:solidFill>
                  <a:srgbClr val="006699"/>
                </a:solidFill>
                <a:latin typeface="Inconsolata" panose="020B0609030003000000" pitchFamily="49" charset="77"/>
              </a:rPr>
              <a:t># declare and initialize global variables with file scope, these </a:t>
            </a:r>
          </a:p>
          <a:p>
            <a:pPr marL="0" indent="0">
              <a:buNone/>
            </a:pPr>
            <a:r>
              <a:rPr lang="en-US" sz="1600" b="1" dirty="0">
                <a:solidFill>
                  <a:srgbClr val="006699"/>
                </a:solidFill>
                <a:latin typeface="Inconsolata" panose="020B0609030003000000" pitchFamily="49" charset="77"/>
              </a:rPr>
              <a:t># variables exist everywhere in the rest of the file including inside </a:t>
            </a:r>
          </a:p>
          <a:p>
            <a:pPr marL="0" indent="0">
              <a:buNone/>
            </a:pPr>
            <a:r>
              <a:rPr lang="en-US" sz="1600" b="1" dirty="0">
                <a:solidFill>
                  <a:srgbClr val="006699"/>
                </a:solidFill>
                <a:latin typeface="Inconsolata" panose="020B0609030003000000" pitchFamily="49" charset="77"/>
              </a:rPr>
              <a:t># functions.</a:t>
            </a:r>
            <a:endParaRPr lang="en-US" sz="1600" b="1" dirty="0">
              <a:solidFill>
                <a:srgbClr val="34A327"/>
              </a:solidFill>
              <a:latin typeface="Inconsolata" panose="020B0609030003000000" pitchFamily="49" charset="77"/>
            </a:endParaRPr>
          </a:p>
          <a:p>
            <a:pPr marL="0" indent="0">
              <a:buNone/>
            </a:pPr>
            <a:r>
              <a:rPr lang="en-US" sz="1600" b="1" dirty="0">
                <a:solidFill>
                  <a:schemeClr val="accent6"/>
                </a:solidFill>
                <a:latin typeface="Inconsolata" panose="020B0609030003000000" pitchFamily="49" charset="77"/>
              </a:rPr>
              <a:t>x = 3</a:t>
            </a:r>
          </a:p>
          <a:p>
            <a:pPr marL="0" indent="0">
              <a:buNone/>
            </a:pPr>
            <a:endParaRPr lang="en-US" sz="1600" b="1" dirty="0">
              <a:solidFill>
                <a:srgbClr val="006699"/>
              </a:solidFill>
              <a:latin typeface="Inconsolata" panose="020B0609030003000000" pitchFamily="49" charset="77"/>
            </a:endParaRPr>
          </a:p>
          <a:p>
            <a:pPr marL="0" indent="0">
              <a:buNone/>
            </a:pPr>
            <a:r>
              <a:rPr lang="en-US" sz="1600" b="1" dirty="0">
                <a:solidFill>
                  <a:srgbClr val="006699"/>
                </a:solidFill>
                <a:latin typeface="Inconsolata" panose="020B0609030003000000" pitchFamily="49" charset="77"/>
              </a:rPr>
              <a:t># function definitions</a:t>
            </a:r>
            <a:endParaRPr lang="en-US" sz="1600" b="1" dirty="0">
              <a:solidFill>
                <a:srgbClr val="34A327"/>
              </a:solidFill>
              <a:latin typeface="Inconsolata" panose="020B0609030003000000" pitchFamily="49" charset="77"/>
            </a:endParaRPr>
          </a:p>
          <a:p>
            <a:pPr marL="0" indent="0">
              <a:buNone/>
            </a:pPr>
            <a:r>
              <a:rPr lang="en-US" sz="1600" b="1" dirty="0">
                <a:solidFill>
                  <a:srgbClr val="34A327"/>
                </a:solidFill>
                <a:latin typeface="Inconsolata" panose="020B0609030003000000" pitchFamily="49" charset="77"/>
              </a:rPr>
              <a:t>def</a:t>
            </a:r>
            <a:r>
              <a:rPr lang="en-US" sz="1600" b="1" dirty="0">
                <a:solidFill>
                  <a:srgbClr val="000000"/>
                </a:solidFill>
                <a:latin typeface="Inconsolata" panose="020B0609030003000000" pitchFamily="49" charset="77"/>
              </a:rPr>
              <a:t> </a:t>
            </a:r>
            <a:r>
              <a:rPr lang="en-US" sz="1600" b="1" dirty="0">
                <a:solidFill>
                  <a:srgbClr val="3C9FF2"/>
                </a:solidFill>
                <a:latin typeface="Inconsolata" panose="020B0609030003000000" pitchFamily="49" charset="77"/>
              </a:rPr>
              <a:t>func1</a:t>
            </a:r>
            <a:r>
              <a:rPr lang="en-US" sz="1600" b="1" dirty="0">
                <a:solidFill>
                  <a:srgbClr val="000000"/>
                </a:solidFill>
                <a:latin typeface="Inconsolata" panose="020B0609030003000000" pitchFamily="49" charset="77"/>
              </a:rPr>
              <a:t>():  </a:t>
            </a:r>
          </a:p>
          <a:p>
            <a:pPr marL="0" indent="0">
              <a:buNone/>
            </a:pPr>
            <a:r>
              <a:rPr lang="en-US" sz="1600" b="1" dirty="0">
                <a:solidFill>
                  <a:srgbClr val="34A327"/>
                </a:solidFill>
                <a:latin typeface="Inconsolata" panose="020B0609030003000000" pitchFamily="49" charset="77"/>
              </a:rPr>
              <a:t>	…	</a:t>
            </a:r>
          </a:p>
          <a:p>
            <a:pPr marL="0" indent="0">
              <a:buNone/>
            </a:pPr>
            <a:r>
              <a:rPr lang="en-US" sz="1600" b="1" dirty="0">
                <a:solidFill>
                  <a:srgbClr val="34A327"/>
                </a:solidFill>
                <a:latin typeface="Inconsolata" panose="020B0609030003000000" pitchFamily="49" charset="77"/>
              </a:rPr>
              <a:t>def</a:t>
            </a:r>
            <a:r>
              <a:rPr lang="en-US" sz="1600" b="1" dirty="0">
                <a:solidFill>
                  <a:srgbClr val="000000"/>
                </a:solidFill>
                <a:latin typeface="Inconsolata" panose="020B0609030003000000" pitchFamily="49" charset="77"/>
              </a:rPr>
              <a:t> </a:t>
            </a:r>
            <a:r>
              <a:rPr lang="en-US" sz="1600" b="1" dirty="0">
                <a:solidFill>
                  <a:srgbClr val="3C9FF2"/>
                </a:solidFill>
                <a:latin typeface="Inconsolata" panose="020B0609030003000000" pitchFamily="49" charset="77"/>
              </a:rPr>
              <a:t>func2</a:t>
            </a:r>
            <a:r>
              <a:rPr lang="en-US" sz="1600" b="1" dirty="0">
                <a:solidFill>
                  <a:srgbClr val="000000"/>
                </a:solidFill>
                <a:latin typeface="Inconsolata" panose="020B0609030003000000" pitchFamily="49" charset="77"/>
              </a:rPr>
              <a:t>():  </a:t>
            </a:r>
          </a:p>
          <a:p>
            <a:pPr marL="0" indent="0">
              <a:buNone/>
            </a:pPr>
            <a:r>
              <a:rPr lang="en-US" sz="1600" b="1" dirty="0">
                <a:solidFill>
                  <a:srgbClr val="34A327"/>
                </a:solidFill>
                <a:latin typeface="Inconsolata" panose="020B0609030003000000" pitchFamily="49" charset="77"/>
              </a:rPr>
              <a:t>	…	</a:t>
            </a:r>
          </a:p>
          <a:p>
            <a:pPr marL="0" indent="0">
              <a:buNone/>
            </a:pPr>
            <a:endParaRPr lang="en-US" sz="1600" b="1" dirty="0">
              <a:solidFill>
                <a:srgbClr val="006699"/>
              </a:solidFill>
              <a:latin typeface="Inconsolata" panose="020B0609030003000000" pitchFamily="49" charset="77"/>
            </a:endParaRPr>
          </a:p>
          <a:p>
            <a:pPr marL="0" indent="0">
              <a:buNone/>
            </a:pPr>
            <a:r>
              <a:rPr lang="en-US" sz="1600" b="1" dirty="0">
                <a:solidFill>
                  <a:srgbClr val="006699"/>
                </a:solidFill>
                <a:latin typeface="Inconsolata" panose="020B0609030003000000" pitchFamily="49" charset="77"/>
              </a:rPr>
              <a:t># program logic flow starts here</a:t>
            </a:r>
          </a:p>
          <a:p>
            <a:pPr marL="0" indent="0">
              <a:buNone/>
            </a:pPr>
            <a:r>
              <a:rPr lang="en-US" sz="1600" b="1" dirty="0">
                <a:solidFill>
                  <a:srgbClr val="006699"/>
                </a:solidFill>
                <a:latin typeface="Inconsolata" panose="020B0609030003000000" pitchFamily="49" charset="77"/>
              </a:rPr>
              <a:t># ask for user inputs, call functions above, etc..</a:t>
            </a:r>
          </a:p>
          <a:p>
            <a:pPr marL="0" indent="0">
              <a:buNone/>
            </a:pPr>
            <a:r>
              <a:rPr lang="en-US" sz="1600" b="1" dirty="0">
                <a:solidFill>
                  <a:schemeClr val="accent6"/>
                </a:solidFill>
                <a:latin typeface="Inconsolata" panose="020B0609030003000000" pitchFamily="49" charset="77"/>
              </a:rPr>
              <a:t>a = func1()</a:t>
            </a:r>
          </a:p>
          <a:p>
            <a:pPr marL="0" indent="0">
              <a:buNone/>
            </a:pPr>
            <a:r>
              <a:rPr lang="en-US" sz="1600" b="1" dirty="0">
                <a:solidFill>
                  <a:schemeClr val="accent6"/>
                </a:solidFill>
                <a:latin typeface="Inconsolata" panose="020B0609030003000000" pitchFamily="49" charset="77"/>
              </a:rPr>
              <a:t>print(a)</a:t>
            </a:r>
          </a:p>
          <a:p>
            <a:pPr marL="0" indent="0">
              <a:buNone/>
            </a:pPr>
            <a:endParaRPr lang="en-US" sz="1600" b="1" dirty="0">
              <a:latin typeface="Inconsolata" panose="020B0609030003000000" pitchFamily="49" charset="77"/>
            </a:endParaRPr>
          </a:p>
        </p:txBody>
      </p:sp>
      <p:sp>
        <p:nvSpPr>
          <p:cNvPr id="10" name="TextBox 9">
            <a:extLst>
              <a:ext uri="{FF2B5EF4-FFF2-40B4-BE49-F238E27FC236}">
                <a16:creationId xmlns:a16="http://schemas.microsoft.com/office/drawing/2014/main" id="{9947108E-12E8-044F-805D-DC505E96834C}"/>
              </a:ext>
            </a:extLst>
          </p:cNvPr>
          <p:cNvSpPr txBox="1"/>
          <p:nvPr/>
        </p:nvSpPr>
        <p:spPr>
          <a:xfrm>
            <a:off x="4057591" y="2211169"/>
            <a:ext cx="3479799" cy="646331"/>
          </a:xfrm>
          <a:prstGeom prst="rect">
            <a:avLst/>
          </a:prstGeom>
          <a:noFill/>
        </p:spPr>
        <p:txBody>
          <a:bodyPr wrap="none" rtlCol="0">
            <a:spAutoFit/>
          </a:bodyPr>
          <a:lstStyle/>
          <a:p>
            <a:r>
              <a:rPr lang="en-US" sz="1800" dirty="0">
                <a:solidFill>
                  <a:srgbClr val="FF0000"/>
                </a:solidFill>
              </a:rPr>
              <a:t>From now on, when we write a </a:t>
            </a:r>
          </a:p>
          <a:p>
            <a:r>
              <a:rPr lang="en-US" sz="1800" dirty="0">
                <a:solidFill>
                  <a:srgbClr val="FF0000"/>
                </a:solidFill>
              </a:rPr>
              <a:t>program, we will use this template. </a:t>
            </a:r>
          </a:p>
        </p:txBody>
      </p:sp>
      <p:sp>
        <p:nvSpPr>
          <p:cNvPr id="3" name="Slide Number Placeholder 2">
            <a:extLst>
              <a:ext uri="{FF2B5EF4-FFF2-40B4-BE49-F238E27FC236}">
                <a16:creationId xmlns:a16="http://schemas.microsoft.com/office/drawing/2014/main" id="{773ECB15-6DB3-B541-BED0-10D15F26B432}"/>
              </a:ext>
            </a:extLst>
          </p:cNvPr>
          <p:cNvSpPr>
            <a:spLocks noGrp="1"/>
          </p:cNvSpPr>
          <p:nvPr>
            <p:ph type="sldNum" sz="quarter" idx="12"/>
          </p:nvPr>
        </p:nvSpPr>
        <p:spPr/>
        <p:txBody>
          <a:bodyPr/>
          <a:lstStyle/>
          <a:p>
            <a:fld id="{D57F1E4F-1CFF-5643-939E-02111984F565}" type="slidenum">
              <a:rPr lang="en-US" smtClean="0"/>
              <a:t>28</a:t>
            </a:fld>
            <a:endParaRPr lang="en-US" dirty="0"/>
          </a:p>
        </p:txBody>
      </p:sp>
    </p:spTree>
    <p:extLst>
      <p:ext uri="{BB962C8B-B14F-4D97-AF65-F5344CB8AC3E}">
        <p14:creationId xmlns:p14="http://schemas.microsoft.com/office/powerpoint/2010/main" val="1984272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12" end="1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13" end="1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14" end="1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
                                            <p:txEl>
                                              <p:pRg st="0" end="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0" y="-36541"/>
            <a:ext cx="7053542" cy="683886"/>
          </a:xfrm>
        </p:spPr>
        <p:txBody>
          <a:bodyPr>
            <a:normAutofit/>
          </a:bodyPr>
          <a:lstStyle/>
          <a:p>
            <a:r>
              <a:rPr lang="en-US" sz="2800" dirty="0"/>
              <a:t>Writing a Simple Program: Quadratic Roots</a:t>
            </a:r>
          </a:p>
        </p:txBody>
      </p:sp>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53824" y="487111"/>
                <a:ext cx="8793623" cy="5144568"/>
              </a:xfrm>
            </p:spPr>
            <p:txBody>
              <a:bodyPr>
                <a:normAutofit/>
              </a:bodyPr>
              <a:lstStyle/>
              <a:p>
                <a:pPr marL="0" indent="0">
                  <a:buNone/>
                </a:pPr>
                <a:r>
                  <a:rPr lang="en-US" sz="2000" dirty="0"/>
                  <a:t>Let's write a full program that asks the user for three integers a, b and c which represent the coefficients of a quadratic function of the form</a:t>
                </a:r>
              </a:p>
              <a:p>
                <a:pPr marL="0" indent="0">
                  <a:buNone/>
                </a:pPr>
                <a14:m>
                  <m:oMath xmlns:m="http://schemas.openxmlformats.org/officeDocument/2006/math">
                    <m:r>
                      <a:rPr lang="en-US" sz="2000" b="0" i="1" smtClean="0">
                        <a:latin typeface="Cambria Math" panose="02040503050406030204" pitchFamily="18" charset="0"/>
                      </a:rPr>
                      <m:t>𝑓</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e>
                    </m:d>
                    <m:r>
                      <a:rPr lang="en-US" sz="2000" b="0" i="1" smtClean="0">
                        <a:latin typeface="Cambria Math" panose="02040503050406030204" pitchFamily="18" charset="0"/>
                      </a:rPr>
                      <m:t>=</m:t>
                    </m:r>
                    <m:r>
                      <a:rPr lang="en-US" sz="2000" b="0" i="1" smtClean="0">
                        <a:latin typeface="Cambria Math" panose="02040503050406030204" pitchFamily="18" charset="0"/>
                      </a:rPr>
                      <m:t>𝑎</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𝑥</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r>
                      <a:rPr lang="en-US" sz="2000" b="0" i="1" smtClean="0">
                        <a:latin typeface="Cambria Math" panose="02040503050406030204" pitchFamily="18" charset="0"/>
                      </a:rPr>
                      <m:t>𝑏𝑥</m:t>
                    </m:r>
                    <m:r>
                      <a:rPr lang="en-US" sz="2000" b="0" i="1" smtClean="0">
                        <a:latin typeface="Cambria Math" panose="02040503050406030204" pitchFamily="18" charset="0"/>
                      </a:rPr>
                      <m:t>+</m:t>
                    </m:r>
                    <m:r>
                      <a:rPr lang="en-US" sz="2000" b="0" i="1" smtClean="0">
                        <a:latin typeface="Cambria Math" panose="02040503050406030204" pitchFamily="18" charset="0"/>
                      </a:rPr>
                      <m:t>𝑐</m:t>
                    </m:r>
                  </m:oMath>
                </a14:m>
                <a:r>
                  <a:rPr lang="en-US" sz="2000" dirty="0"/>
                  <a:t> and outputs the number of real zeroes or roots of </a:t>
                </a:r>
                <a14:m>
                  <m:oMath xmlns:m="http://schemas.openxmlformats.org/officeDocument/2006/math">
                    <m:r>
                      <a:rPr lang="en-US" sz="2000" i="1">
                        <a:latin typeface="Cambria Math" panose="02040503050406030204" pitchFamily="18" charset="0"/>
                      </a:rPr>
                      <m:t>𝑓</m:t>
                    </m:r>
                    <m:d>
                      <m:dPr>
                        <m:ctrlPr>
                          <a:rPr lang="en-US" sz="2000" i="1">
                            <a:latin typeface="Cambria Math" panose="02040503050406030204" pitchFamily="18" charset="0"/>
                          </a:rPr>
                        </m:ctrlPr>
                      </m:dPr>
                      <m:e>
                        <m:r>
                          <a:rPr lang="en-US" sz="2000" i="1">
                            <a:latin typeface="Cambria Math" panose="02040503050406030204" pitchFamily="18" charset="0"/>
                          </a:rPr>
                          <m:t>𝑥</m:t>
                        </m:r>
                      </m:e>
                    </m:d>
                  </m:oMath>
                </a14:m>
                <a:r>
                  <a:rPr lang="en-US" sz="2000" dirty="0"/>
                  <a:t>. </a:t>
                </a:r>
              </a:p>
              <a:p>
                <a:pPr marL="0" indent="0">
                  <a:buNone/>
                </a:pPr>
                <a:endParaRPr lang="en-US" sz="1800" b="1" dirty="0">
                  <a:solidFill>
                    <a:srgbClr val="34A327"/>
                  </a:solidFill>
                  <a:latin typeface="Inconsolata" panose="020B0609030003000000" pitchFamily="49" charset="77"/>
                </a:endParaRPr>
              </a:p>
              <a:p>
                <a:pPr marL="0" indent="0">
                  <a:buNone/>
                </a:pPr>
                <a:r>
                  <a:rPr lang="en-US" sz="1600" b="1" dirty="0">
                    <a:solidFill>
                      <a:srgbClr val="34A327"/>
                    </a:solidFill>
                    <a:latin typeface="Inconsolata" panose="020B0609030003000000" pitchFamily="49" charset="77"/>
                  </a:rPr>
                  <a:t>def</a:t>
                </a:r>
                <a:r>
                  <a:rPr lang="en-US" sz="1600" b="1" dirty="0">
                    <a:solidFill>
                      <a:srgbClr val="000000"/>
                    </a:solidFill>
                    <a:latin typeface="Inconsolata" panose="020B0609030003000000" pitchFamily="49" charset="77"/>
                  </a:rPr>
                  <a:t> </a:t>
                </a:r>
                <a:r>
                  <a:rPr lang="en-US" sz="1600" b="1" dirty="0" err="1">
                    <a:solidFill>
                      <a:srgbClr val="3C9FF2"/>
                    </a:solidFill>
                    <a:latin typeface="Inconsolata" panose="020B0609030003000000" pitchFamily="49" charset="77"/>
                  </a:rPr>
                  <a:t>num_of_roots</a:t>
                </a:r>
                <a:r>
                  <a:rPr lang="en-US" sz="1600" b="1" dirty="0">
                    <a:solidFill>
                      <a:srgbClr val="000000"/>
                    </a:solidFill>
                    <a:latin typeface="Inconsolata" panose="020B0609030003000000" pitchFamily="49" charset="77"/>
                  </a:rPr>
                  <a:t>(a, b, c):  </a:t>
                </a:r>
              </a:p>
              <a:p>
                <a:pPr marL="0" indent="0">
                  <a:buNone/>
                </a:pPr>
                <a:r>
                  <a:rPr lang="en-US" sz="1600" b="1" dirty="0">
                    <a:solidFill>
                      <a:srgbClr val="34A327"/>
                    </a:solidFill>
                    <a:latin typeface="Inconsolata" panose="020B0609030003000000" pitchFamily="49" charset="77"/>
                  </a:rPr>
                  <a:t>	discriminant</a:t>
                </a:r>
                <a:r>
                  <a:rPr lang="en-US" sz="1600" b="1" dirty="0">
                    <a:solidFill>
                      <a:srgbClr val="000000"/>
                    </a:solidFill>
                    <a:latin typeface="Inconsolata" panose="020B0609030003000000" pitchFamily="49" charset="77"/>
                  </a:rPr>
                  <a:t> = b ** 2 – 4 * a * c     </a:t>
                </a:r>
              </a:p>
              <a:p>
                <a:pPr marL="0" indent="0">
                  <a:buNone/>
                </a:pPr>
                <a:r>
                  <a:rPr lang="en-US" sz="1600" b="1" dirty="0">
                    <a:solidFill>
                      <a:srgbClr val="34A327"/>
                    </a:solidFill>
                    <a:latin typeface="Inconsolata" panose="020B0609030003000000" pitchFamily="49" charset="77"/>
                  </a:rPr>
                  <a:t>	if</a:t>
                </a:r>
                <a:r>
                  <a:rPr lang="en-US" sz="1600" b="1" dirty="0">
                    <a:solidFill>
                      <a:srgbClr val="000000"/>
                    </a:solidFill>
                    <a:latin typeface="Inconsolata" panose="020B0609030003000000" pitchFamily="49" charset="77"/>
                  </a:rPr>
                  <a:t> discriminant &gt; 0:</a:t>
                </a:r>
              </a:p>
              <a:p>
                <a:pPr marL="0" indent="0">
                  <a:buNone/>
                </a:pPr>
                <a:r>
                  <a:rPr lang="en-US" sz="1600" b="1" dirty="0">
                    <a:solidFill>
                      <a:srgbClr val="000000"/>
                    </a:solidFill>
                    <a:latin typeface="Inconsolata" panose="020B0609030003000000" pitchFamily="49" charset="77"/>
                  </a:rPr>
                  <a:t>		return 2</a:t>
                </a:r>
              </a:p>
              <a:p>
                <a:pPr marL="0" indent="0">
                  <a:buNone/>
                </a:pPr>
                <a:r>
                  <a:rPr lang="en-US" sz="1600" b="1" dirty="0">
                    <a:solidFill>
                      <a:srgbClr val="000000"/>
                    </a:solidFill>
                    <a:latin typeface="Inconsolata" panose="020B0609030003000000" pitchFamily="49" charset="77"/>
                  </a:rPr>
                  <a:t>	</a:t>
                </a:r>
                <a:r>
                  <a:rPr lang="en-US" sz="1600" b="1" dirty="0" err="1">
                    <a:solidFill>
                      <a:srgbClr val="34A327"/>
                    </a:solidFill>
                    <a:latin typeface="Inconsolata" panose="020B0609030003000000" pitchFamily="49" charset="77"/>
                  </a:rPr>
                  <a:t>elif</a:t>
                </a:r>
                <a:r>
                  <a:rPr lang="en-US" sz="1600" b="1" dirty="0">
                    <a:solidFill>
                      <a:srgbClr val="34A327"/>
                    </a:solidFill>
                    <a:latin typeface="Inconsolata" panose="020B0609030003000000" pitchFamily="49" charset="77"/>
                  </a:rPr>
                  <a:t> </a:t>
                </a:r>
                <a:r>
                  <a:rPr lang="en-US" sz="1600" b="1" dirty="0">
                    <a:solidFill>
                      <a:srgbClr val="000000"/>
                    </a:solidFill>
                    <a:latin typeface="Inconsolata" panose="020B0609030003000000" pitchFamily="49" charset="77"/>
                  </a:rPr>
                  <a:t>discriminant &lt; 0:</a:t>
                </a:r>
              </a:p>
              <a:p>
                <a:pPr marL="0" indent="0">
                  <a:buNone/>
                </a:pPr>
                <a:r>
                  <a:rPr lang="en-US" sz="1600" b="1" dirty="0">
                    <a:solidFill>
                      <a:srgbClr val="000000"/>
                    </a:solidFill>
                    <a:latin typeface="Inconsolata" panose="020B0609030003000000" pitchFamily="49" charset="77"/>
                  </a:rPr>
                  <a:t>		return 0</a:t>
                </a:r>
              </a:p>
              <a:p>
                <a:pPr marL="0" indent="0">
                  <a:buNone/>
                </a:pPr>
                <a:r>
                  <a:rPr lang="en-US" sz="1600" b="1" dirty="0">
                    <a:solidFill>
                      <a:srgbClr val="000000"/>
                    </a:solidFill>
                    <a:latin typeface="Inconsolata" panose="020B0609030003000000" pitchFamily="49" charset="77"/>
                  </a:rPr>
                  <a:t>	</a:t>
                </a:r>
                <a:r>
                  <a:rPr lang="en-US" sz="1600" b="1" dirty="0">
                    <a:solidFill>
                      <a:srgbClr val="34A327"/>
                    </a:solidFill>
                    <a:latin typeface="Inconsolata" panose="020B0609030003000000" pitchFamily="49" charset="77"/>
                  </a:rPr>
                  <a:t>else</a:t>
                </a:r>
                <a:r>
                  <a:rPr lang="en-US" sz="1600" b="1" dirty="0">
                    <a:solidFill>
                      <a:srgbClr val="000000"/>
                    </a:solidFill>
                    <a:latin typeface="Inconsolata" panose="020B0609030003000000" pitchFamily="49" charset="77"/>
                  </a:rPr>
                  <a:t>:</a:t>
                </a:r>
              </a:p>
              <a:p>
                <a:pPr marL="0" indent="0">
                  <a:buNone/>
                </a:pPr>
                <a:r>
                  <a:rPr lang="en-US" sz="1600" b="1" dirty="0">
                    <a:solidFill>
                      <a:srgbClr val="000000"/>
                    </a:solidFill>
                    <a:latin typeface="Inconsolata" panose="020B0609030003000000" pitchFamily="49" charset="77"/>
                  </a:rPr>
                  <a:t>		return 1</a:t>
                </a:r>
                <a:endParaRPr lang="en-US" sz="1600" b="1" dirty="0">
                  <a:solidFill>
                    <a:srgbClr val="34A327"/>
                  </a:solidFill>
                  <a:latin typeface="Inconsolata" panose="020B0609030003000000" pitchFamily="49" charset="77"/>
                </a:endParaRPr>
              </a:p>
            </p:txBody>
          </p:sp>
        </mc:Choice>
        <mc:Fallback xmlns="">
          <p:sp>
            <p:nvSpPr>
              <p:cNvPr id="9" name="Content Placeholder 8">
                <a:extLst>
                  <a:ext uri="{FF2B5EF4-FFF2-40B4-BE49-F238E27FC236}">
                    <a16:creationId xmlns:a16="http://schemas.microsoft.com/office/drawing/2014/main" id="{E3B2E017-30B2-884B-A113-B419A2ED51AD}"/>
                  </a:ext>
                </a:extLst>
              </p:cNvPr>
              <p:cNvSpPr>
                <a:spLocks noGrp="1" noRot="1" noChangeAspect="1" noMove="1" noResize="1" noEditPoints="1" noAdjustHandles="1" noChangeArrowheads="1" noChangeShapeType="1" noTextEdit="1"/>
              </p:cNvSpPr>
              <p:nvPr>
                <p:ph idx="1"/>
              </p:nvPr>
            </p:nvSpPr>
            <p:spPr>
              <a:xfrm>
                <a:off x="153824" y="487111"/>
                <a:ext cx="8793623" cy="5144568"/>
              </a:xfrm>
              <a:blipFill>
                <a:blip r:embed="rId2"/>
                <a:stretch>
                  <a:fillRect l="-722" t="-1232"/>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8B3E136A-B1AD-DF43-B47A-AD0BDE5403FE}"/>
              </a:ext>
            </a:extLst>
          </p:cNvPr>
          <p:cNvSpPr txBox="1"/>
          <p:nvPr/>
        </p:nvSpPr>
        <p:spPr>
          <a:xfrm>
            <a:off x="196553" y="4369586"/>
            <a:ext cx="6622536" cy="1785745"/>
          </a:xfrm>
          <a:prstGeom prst="rect">
            <a:avLst/>
          </a:prstGeom>
          <a:noFill/>
        </p:spPr>
        <p:txBody>
          <a:bodyPr wrap="square" rtlCol="0">
            <a:spAutoFit/>
          </a:bodyPr>
          <a:lstStyle/>
          <a:p>
            <a:r>
              <a:rPr lang="en-US" sz="1600" b="1" dirty="0">
                <a:latin typeface="Inconsolata" panose="020B0609030003000000" pitchFamily="49" charset="77"/>
              </a:rPr>
              <a:t>a = float(input(</a:t>
            </a:r>
            <a:r>
              <a:rPr lang="en-US" sz="1600" b="1" dirty="0">
                <a:solidFill>
                  <a:srgbClr val="990000"/>
                </a:solidFill>
                <a:latin typeface="Inconsolata" panose="020B0609030003000000" pitchFamily="49" charset="77"/>
              </a:rPr>
              <a:t>'Enter a:'</a:t>
            </a:r>
            <a:r>
              <a:rPr lang="en-US" sz="1600" b="1" dirty="0">
                <a:latin typeface="Inconsolata" panose="020B0609030003000000" pitchFamily="49" charset="77"/>
              </a:rPr>
              <a:t>))</a:t>
            </a:r>
          </a:p>
          <a:p>
            <a:r>
              <a:rPr lang="en-US" sz="1600" b="1" dirty="0">
                <a:latin typeface="Inconsolata" panose="020B0609030003000000" pitchFamily="49" charset="77"/>
              </a:rPr>
              <a:t>b = float(input(</a:t>
            </a:r>
            <a:r>
              <a:rPr lang="en-US" sz="1600" b="1" dirty="0">
                <a:solidFill>
                  <a:srgbClr val="990000"/>
                </a:solidFill>
                <a:latin typeface="Inconsolata" panose="020B0609030003000000" pitchFamily="49" charset="77"/>
              </a:rPr>
              <a:t>'Enter b:'</a:t>
            </a:r>
            <a:r>
              <a:rPr lang="en-US" sz="1600" b="1" dirty="0">
                <a:latin typeface="Inconsolata" panose="020B0609030003000000" pitchFamily="49" charset="77"/>
              </a:rPr>
              <a:t>))</a:t>
            </a:r>
          </a:p>
          <a:p>
            <a:r>
              <a:rPr lang="en-US" sz="1600" b="1" dirty="0">
                <a:latin typeface="Inconsolata" panose="020B0609030003000000" pitchFamily="49" charset="77"/>
              </a:rPr>
              <a:t>c = float(input(</a:t>
            </a:r>
            <a:r>
              <a:rPr lang="en-US" sz="1600" b="1" dirty="0">
                <a:solidFill>
                  <a:srgbClr val="990000"/>
                </a:solidFill>
                <a:latin typeface="Inconsolata" panose="020B0609030003000000" pitchFamily="49" charset="77"/>
              </a:rPr>
              <a:t>'Enter c:'</a:t>
            </a:r>
            <a:r>
              <a:rPr lang="en-US" sz="1600" b="1" dirty="0">
                <a:latin typeface="Inconsolata" panose="020B0609030003000000" pitchFamily="49" charset="77"/>
              </a:rPr>
              <a:t>))</a:t>
            </a:r>
          </a:p>
          <a:p>
            <a:r>
              <a:rPr lang="en-US" sz="1600" b="1" dirty="0" err="1">
                <a:solidFill>
                  <a:srgbClr val="000000"/>
                </a:solidFill>
                <a:latin typeface="Inconsolata" panose="020B0609030003000000" pitchFamily="49" charset="77"/>
              </a:rPr>
              <a:t>numroots</a:t>
            </a:r>
            <a:r>
              <a:rPr lang="en-US" sz="1600" b="1" dirty="0">
                <a:solidFill>
                  <a:srgbClr val="000000"/>
                </a:solidFill>
                <a:latin typeface="Inconsolata" panose="020B0609030003000000" pitchFamily="49" charset="77"/>
              </a:rPr>
              <a:t> = </a:t>
            </a:r>
            <a:r>
              <a:rPr lang="en-US" sz="1600" b="1" dirty="0" err="1">
                <a:solidFill>
                  <a:srgbClr val="000000"/>
                </a:solidFill>
                <a:latin typeface="Inconsolata" panose="020B0609030003000000" pitchFamily="49" charset="77"/>
              </a:rPr>
              <a:t>num_of_roots</a:t>
            </a:r>
            <a:r>
              <a:rPr lang="en-US" sz="1600" b="1" dirty="0">
                <a:solidFill>
                  <a:srgbClr val="000000"/>
                </a:solidFill>
                <a:latin typeface="Inconsolata" panose="020B0609030003000000" pitchFamily="49" charset="77"/>
              </a:rPr>
              <a:t>(a, b, c)</a:t>
            </a:r>
          </a:p>
          <a:p>
            <a:r>
              <a:rPr lang="en-US" sz="1600" b="1" dirty="0">
                <a:solidFill>
                  <a:srgbClr val="000000"/>
                </a:solidFill>
                <a:latin typeface="Inconsolata" panose="020B0609030003000000" pitchFamily="49" charset="77"/>
              </a:rPr>
              <a:t>print("This quadratic has", </a:t>
            </a:r>
            <a:r>
              <a:rPr lang="en-US" sz="1600" b="1" dirty="0" err="1">
                <a:solidFill>
                  <a:srgbClr val="000000"/>
                </a:solidFill>
                <a:latin typeface="Inconsolata" panose="020B0609030003000000" pitchFamily="49" charset="77"/>
              </a:rPr>
              <a:t>numroots</a:t>
            </a:r>
            <a:r>
              <a:rPr lang="en-US" sz="1600" b="1" dirty="0">
                <a:solidFill>
                  <a:srgbClr val="000000"/>
                </a:solidFill>
                <a:latin typeface="Inconsolata" panose="020B0609030003000000" pitchFamily="49" charset="77"/>
              </a:rPr>
              <a:t>, "real root(s).")</a:t>
            </a:r>
            <a:endParaRPr lang="en-US" sz="1600" b="1" dirty="0">
              <a:solidFill>
                <a:srgbClr val="34A327"/>
              </a:solidFill>
              <a:latin typeface="Inconsolata" panose="020B0609030003000000" pitchFamily="49" charset="77"/>
            </a:endParaRPr>
          </a:p>
          <a:p>
            <a:endParaRPr lang="en-US" sz="1600" dirty="0"/>
          </a:p>
          <a:p>
            <a:endParaRPr lang="en-US" dirty="0"/>
          </a:p>
        </p:txBody>
      </p:sp>
      <p:sp>
        <p:nvSpPr>
          <p:cNvPr id="4" name="Slide Number Placeholder 3">
            <a:extLst>
              <a:ext uri="{FF2B5EF4-FFF2-40B4-BE49-F238E27FC236}">
                <a16:creationId xmlns:a16="http://schemas.microsoft.com/office/drawing/2014/main" id="{6764BCB5-EC93-B745-BAD0-9FA4E5189FD2}"/>
              </a:ext>
            </a:extLst>
          </p:cNvPr>
          <p:cNvSpPr>
            <a:spLocks noGrp="1"/>
          </p:cNvSpPr>
          <p:nvPr>
            <p:ph type="sldNum" sz="quarter" idx="12"/>
          </p:nvPr>
        </p:nvSpPr>
        <p:spPr/>
        <p:txBody>
          <a:bodyPr/>
          <a:lstStyle/>
          <a:p>
            <a:fld id="{D57F1E4F-1CFF-5643-939E-02111984F565}" type="slidenum">
              <a:rPr lang="en-US" smtClean="0"/>
              <a:t>29</a:t>
            </a:fld>
            <a:endParaRPr lang="en-US" dirty="0"/>
          </a:p>
        </p:txBody>
      </p:sp>
    </p:spTree>
    <p:extLst>
      <p:ext uri="{BB962C8B-B14F-4D97-AF65-F5344CB8AC3E}">
        <p14:creationId xmlns:p14="http://schemas.microsoft.com/office/powerpoint/2010/main" val="3750016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0" end="0"/>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1" end="1"/>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266119B2-414E-5047-A049-172C3274D6D7}"/>
              </a:ext>
            </a:extLst>
          </p:cNvPr>
          <p:cNvSpPr>
            <a:spLocks noGrp="1" noChangeArrowheads="1"/>
          </p:cNvSpPr>
          <p:nvPr>
            <p:ph type="title"/>
          </p:nvPr>
        </p:nvSpPr>
        <p:spPr>
          <a:xfrm>
            <a:off x="97276" y="63500"/>
            <a:ext cx="7766320" cy="662298"/>
          </a:xfrm>
        </p:spPr>
        <p:txBody>
          <a:bodyPr/>
          <a:lstStyle/>
          <a:p>
            <a:pPr eaLnBrk="1" hangingPunct="1"/>
            <a:r>
              <a:rPr lang="en-US" altLang="en-US" dirty="0">
                <a:ea typeface="ＭＳ Ｐゴシック" panose="020B0600070205080204" pitchFamily="34" charset="-128"/>
              </a:rPr>
              <a:t>Lab 1: Math Calculations</a:t>
            </a:r>
          </a:p>
        </p:txBody>
      </p:sp>
      <p:sp>
        <p:nvSpPr>
          <p:cNvPr id="40962" name="Rectangle 3">
            <a:extLst>
              <a:ext uri="{FF2B5EF4-FFF2-40B4-BE49-F238E27FC236}">
                <a16:creationId xmlns:a16="http://schemas.microsoft.com/office/drawing/2014/main" id="{95CBFE7E-C29B-E04D-A37E-0DBCF46A1435}"/>
              </a:ext>
            </a:extLst>
          </p:cNvPr>
          <p:cNvSpPr>
            <a:spLocks noGrp="1" noChangeArrowheads="1"/>
          </p:cNvSpPr>
          <p:nvPr>
            <p:ph type="body" idx="1"/>
          </p:nvPr>
        </p:nvSpPr>
        <p:spPr>
          <a:xfrm>
            <a:off x="105178" y="790115"/>
            <a:ext cx="8933640" cy="4925702"/>
          </a:xfrm>
        </p:spPr>
        <p:txBody>
          <a:bodyPr/>
          <a:lstStyle/>
          <a:p>
            <a:pPr>
              <a:buNone/>
            </a:pPr>
            <a:r>
              <a:rPr lang="en-US" altLang="en-US" dirty="0">
                <a:ea typeface="ＭＳ Ｐゴシック" panose="020B0600070205080204" pitchFamily="34" charset="-128"/>
              </a:rPr>
              <a:t>Create a new </a:t>
            </a:r>
            <a:r>
              <a:rPr lang="en-US" altLang="en-US" dirty="0" err="1">
                <a:ea typeface="ＭＳ Ｐゴシック" panose="020B0600070205080204" pitchFamily="34" charset="-128"/>
              </a:rPr>
              <a:t>repl</a:t>
            </a:r>
            <a:r>
              <a:rPr lang="en-US" altLang="en-US" dirty="0">
                <a:ea typeface="ＭＳ Ｐゴシック" panose="020B0600070205080204" pitchFamily="34" charset="-128"/>
              </a:rPr>
              <a:t> on </a:t>
            </a:r>
            <a:r>
              <a:rPr lang="en-US" altLang="en-US" dirty="0" err="1">
                <a:ea typeface="ＭＳ Ｐゴシック" panose="020B0600070205080204" pitchFamily="34" charset="-128"/>
              </a:rPr>
              <a:t>replit</a:t>
            </a:r>
            <a:r>
              <a:rPr lang="en-US" altLang="en-US" dirty="0">
                <a:ea typeface="ＭＳ Ｐゴシック" panose="020B0600070205080204" pitchFamily="34" charset="-128"/>
              </a:rPr>
              <a:t>. Write a program that implement the functions </a:t>
            </a:r>
          </a:p>
          <a:p>
            <a:pPr>
              <a:buNone/>
            </a:pPr>
            <a:r>
              <a:rPr lang="en-US" altLang="en-US" dirty="0">
                <a:ea typeface="ＭＳ Ｐゴシック" panose="020B0600070205080204" pitchFamily="34" charset="-128"/>
              </a:rPr>
              <a:t>below. </a:t>
            </a:r>
            <a:r>
              <a:rPr lang="en-US" altLang="en-US" dirty="0">
                <a:solidFill>
                  <a:srgbClr val="FF0000"/>
                </a:solidFill>
                <a:ea typeface="ＭＳ Ｐゴシック" panose="020B0600070205080204" pitchFamily="34" charset="-128"/>
              </a:rPr>
              <a:t>Test your functions by calling them and printing out their returned values. </a:t>
            </a:r>
            <a:endParaRPr lang="en-US" dirty="0">
              <a:solidFill>
                <a:srgbClr val="FF0000"/>
              </a:solidFill>
              <a:latin typeface="Gill Sans MT" panose="020B0502020104020203" pitchFamily="34" charset="77"/>
            </a:endParaRPr>
          </a:p>
          <a:p>
            <a:pPr marL="0" indent="0">
              <a:buNone/>
            </a:pPr>
            <a:endParaRPr lang="en-US" sz="2000" dirty="0">
              <a:latin typeface="Gill Sans MT" panose="020B0502020104020203" pitchFamily="34" charset="77"/>
            </a:endParaRPr>
          </a:p>
          <a:p>
            <a:pPr marL="0" indent="0">
              <a:buNone/>
            </a:pPr>
            <a:r>
              <a:rPr lang="en-US" sz="2000" dirty="0" err="1">
                <a:latin typeface="Gill Sans MT" panose="020B0502020104020203" pitchFamily="34" charset="77"/>
              </a:rPr>
              <a:t>area_rectangle</a:t>
            </a:r>
            <a:r>
              <a:rPr lang="en-US" sz="2000" dirty="0">
                <a:latin typeface="Gill Sans MT" panose="020B0502020104020203" pitchFamily="34" charset="77"/>
              </a:rPr>
              <a:t>: returns the area of the rectangle with length and width.</a:t>
            </a:r>
          </a:p>
          <a:p>
            <a:pPr marL="0" indent="0">
              <a:buNone/>
            </a:pPr>
            <a:r>
              <a:rPr lang="en-US" sz="2000" dirty="0" err="1">
                <a:latin typeface="Gill Sans MT" panose="020B0502020104020203" pitchFamily="34" charset="77"/>
              </a:rPr>
              <a:t>area_trapezoid</a:t>
            </a:r>
            <a:r>
              <a:rPr lang="en-US" sz="2000" dirty="0">
                <a:latin typeface="Gill Sans MT" panose="020B0502020104020203" pitchFamily="34" charset="77"/>
              </a:rPr>
              <a:t>: returns area of trapezoid with two bases and a height. </a:t>
            </a:r>
          </a:p>
          <a:p>
            <a:pPr marL="0" indent="0">
              <a:buNone/>
            </a:pPr>
            <a:r>
              <a:rPr lang="en-US" sz="2000" dirty="0">
                <a:latin typeface="Gill Sans MT" panose="020B0502020104020203" pitchFamily="34" charset="77"/>
              </a:rPr>
              <a:t>A = h(a + b)/2</a:t>
            </a:r>
          </a:p>
          <a:p>
            <a:pPr marL="0" indent="0">
              <a:buNone/>
            </a:pPr>
            <a:r>
              <a:rPr lang="en-US" sz="2000" dirty="0" err="1">
                <a:latin typeface="Gill Sans MT" panose="020B0502020104020203" pitchFamily="34" charset="77"/>
              </a:rPr>
              <a:t>area_triangle</a:t>
            </a:r>
            <a:r>
              <a:rPr lang="en-US" sz="2000" dirty="0">
                <a:latin typeface="Gill Sans MT" panose="020B0502020104020203" pitchFamily="34" charset="77"/>
              </a:rPr>
              <a:t>: returns area of a triangle given the sides: a, b and c.</a:t>
            </a:r>
          </a:p>
          <a:p>
            <a:pPr marL="0" indent="0">
              <a:buNone/>
            </a:pPr>
            <a:endParaRPr lang="en-US" sz="2000" dirty="0">
              <a:latin typeface="Gill Sans MT" panose="020B0502020104020203" pitchFamily="34" charset="77"/>
            </a:endParaRPr>
          </a:p>
          <a:p>
            <a:pPr marL="0" indent="0">
              <a:buNone/>
            </a:pPr>
            <a:endParaRPr lang="en-US" sz="2000" dirty="0">
              <a:latin typeface="Gill Sans MT" panose="020B0502020104020203" pitchFamily="34" charset="77"/>
            </a:endParaRPr>
          </a:p>
          <a:p>
            <a:pPr marL="0" indent="0">
              <a:buNone/>
            </a:pPr>
            <a:endParaRPr lang="en-US" sz="2000" dirty="0">
              <a:latin typeface="Gill Sans MT" panose="020B0502020104020203" pitchFamily="34" charset="77"/>
            </a:endParaRPr>
          </a:p>
          <a:p>
            <a:pPr marL="0" indent="0">
              <a:buNone/>
            </a:pPr>
            <a:r>
              <a:rPr lang="en-US" sz="2000" dirty="0" err="1">
                <a:latin typeface="Gill Sans MT" panose="020B0502020104020203" pitchFamily="34" charset="77"/>
              </a:rPr>
              <a:t>fahrenheit_to_celsius</a:t>
            </a:r>
            <a:r>
              <a:rPr lang="en-US" sz="2000" dirty="0">
                <a:latin typeface="Gill Sans MT" panose="020B0502020104020203" pitchFamily="34" charset="77"/>
              </a:rPr>
              <a:t>: returns the temperature in </a:t>
            </a:r>
            <a:r>
              <a:rPr lang="en-US" sz="2000" dirty="0" err="1">
                <a:latin typeface="Gill Sans MT" panose="020B0502020104020203" pitchFamily="34" charset="77"/>
              </a:rPr>
              <a:t>celsius</a:t>
            </a:r>
            <a:r>
              <a:rPr lang="en-US" sz="2000" dirty="0">
                <a:latin typeface="Gill Sans MT" panose="020B0502020104020203" pitchFamily="34" charset="77"/>
              </a:rPr>
              <a:t> given the temperature in </a:t>
            </a:r>
            <a:r>
              <a:rPr lang="en-US" sz="2000" dirty="0" err="1">
                <a:latin typeface="Gill Sans MT" panose="020B0502020104020203" pitchFamily="34" charset="77"/>
              </a:rPr>
              <a:t>fahrenheit</a:t>
            </a:r>
            <a:r>
              <a:rPr lang="en-US" sz="2000" dirty="0">
                <a:latin typeface="Gill Sans MT" panose="020B0502020104020203" pitchFamily="34" charset="77"/>
              </a:rPr>
              <a:t>. </a:t>
            </a:r>
          </a:p>
          <a:p>
            <a:pPr marL="0" indent="0">
              <a:buNone/>
            </a:pPr>
            <a:endParaRPr lang="en-US" sz="2000" dirty="0">
              <a:latin typeface="Gill Sans MT" panose="020B0502020104020203" pitchFamily="34" charset="77"/>
            </a:endParaRPr>
          </a:p>
          <a:p>
            <a:pPr marL="0" indent="0">
              <a:buNone/>
            </a:pPr>
            <a:endParaRPr lang="en-US" sz="2000" dirty="0">
              <a:latin typeface="Gill Sans MT" panose="020B0502020104020203" pitchFamily="34" charset="77"/>
            </a:endParaRPr>
          </a:p>
        </p:txBody>
      </p:sp>
      <p:sp>
        <p:nvSpPr>
          <p:cNvPr id="2" name="Slide Number Placeholder 1">
            <a:extLst>
              <a:ext uri="{FF2B5EF4-FFF2-40B4-BE49-F238E27FC236}">
                <a16:creationId xmlns:a16="http://schemas.microsoft.com/office/drawing/2014/main" id="{01428C38-08A8-1848-AA93-E3D879B139B8}"/>
              </a:ext>
            </a:extLst>
          </p:cNvPr>
          <p:cNvSpPr>
            <a:spLocks noGrp="1"/>
          </p:cNvSpPr>
          <p:nvPr>
            <p:ph type="sldNum" sz="quarter" idx="12"/>
          </p:nvPr>
        </p:nvSpPr>
        <p:spPr/>
        <p:txBody>
          <a:bodyPr/>
          <a:lstStyle/>
          <a:p>
            <a:fld id="{D57F1E4F-1CFF-5643-939E-02111984F565}" type="slidenum">
              <a:rPr lang="en-US" smtClean="0"/>
              <a:t>30</a:t>
            </a:fld>
            <a:endParaRPr lang="en-US" dirty="0"/>
          </a:p>
        </p:txBody>
      </p:sp>
      <p:pic>
        <p:nvPicPr>
          <p:cNvPr id="3" name="Picture 2">
            <a:extLst>
              <a:ext uri="{FF2B5EF4-FFF2-40B4-BE49-F238E27FC236}">
                <a16:creationId xmlns:a16="http://schemas.microsoft.com/office/drawing/2014/main" id="{0FD0625C-ED12-5A4D-887B-BBFF15AE24EA}"/>
              </a:ext>
            </a:extLst>
          </p:cNvPr>
          <p:cNvPicPr>
            <a:picLocks noChangeAspect="1"/>
          </p:cNvPicPr>
          <p:nvPr/>
        </p:nvPicPr>
        <p:blipFill>
          <a:blip r:embed="rId3"/>
          <a:stretch>
            <a:fillRect/>
          </a:stretch>
        </p:blipFill>
        <p:spPr>
          <a:xfrm>
            <a:off x="3069118" y="4962373"/>
            <a:ext cx="2066408" cy="738631"/>
          </a:xfrm>
          <a:prstGeom prst="rect">
            <a:avLst/>
          </a:prstGeom>
        </p:spPr>
      </p:pic>
      <p:pic>
        <p:nvPicPr>
          <p:cNvPr id="4" name="Picture 3">
            <a:extLst>
              <a:ext uri="{FF2B5EF4-FFF2-40B4-BE49-F238E27FC236}">
                <a16:creationId xmlns:a16="http://schemas.microsoft.com/office/drawing/2014/main" id="{843AF8AF-4610-204D-BF1A-2774E74348E2}"/>
              </a:ext>
            </a:extLst>
          </p:cNvPr>
          <p:cNvPicPr>
            <a:picLocks noChangeAspect="1"/>
          </p:cNvPicPr>
          <p:nvPr/>
        </p:nvPicPr>
        <p:blipFill>
          <a:blip r:embed="rId4"/>
          <a:stretch>
            <a:fillRect/>
          </a:stretch>
        </p:blipFill>
        <p:spPr>
          <a:xfrm>
            <a:off x="1595032" y="3561822"/>
            <a:ext cx="5698904" cy="931835"/>
          </a:xfrm>
          <a:prstGeom prst="rect">
            <a:avLst/>
          </a:prstGeom>
        </p:spPr>
      </p:pic>
    </p:spTree>
    <p:extLst>
      <p:ext uri="{BB962C8B-B14F-4D97-AF65-F5344CB8AC3E}">
        <p14:creationId xmlns:p14="http://schemas.microsoft.com/office/powerpoint/2010/main" val="436030091"/>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266119B2-414E-5047-A049-172C3274D6D7}"/>
              </a:ext>
            </a:extLst>
          </p:cNvPr>
          <p:cNvSpPr>
            <a:spLocks noGrp="1" noChangeArrowheads="1"/>
          </p:cNvSpPr>
          <p:nvPr>
            <p:ph type="title"/>
          </p:nvPr>
        </p:nvSpPr>
        <p:spPr>
          <a:xfrm>
            <a:off x="97276" y="63500"/>
            <a:ext cx="7766320" cy="662298"/>
          </a:xfrm>
        </p:spPr>
        <p:txBody>
          <a:bodyPr/>
          <a:lstStyle/>
          <a:p>
            <a:pPr eaLnBrk="1" hangingPunct="1"/>
            <a:r>
              <a:rPr lang="en-US" altLang="en-US" dirty="0">
                <a:ea typeface="ＭＳ Ｐゴシック" panose="020B0600070205080204" pitchFamily="34" charset="-128"/>
              </a:rPr>
              <a:t>Lab 1: Math Calculations</a:t>
            </a:r>
          </a:p>
        </p:txBody>
      </p:sp>
      <p:sp>
        <p:nvSpPr>
          <p:cNvPr id="40962" name="Rectangle 3">
            <a:extLst>
              <a:ext uri="{FF2B5EF4-FFF2-40B4-BE49-F238E27FC236}">
                <a16:creationId xmlns:a16="http://schemas.microsoft.com/office/drawing/2014/main" id="{95CBFE7E-C29B-E04D-A37E-0DBCF46A1435}"/>
              </a:ext>
            </a:extLst>
          </p:cNvPr>
          <p:cNvSpPr>
            <a:spLocks noGrp="1" noChangeArrowheads="1"/>
          </p:cNvSpPr>
          <p:nvPr>
            <p:ph type="body" idx="1"/>
          </p:nvPr>
        </p:nvSpPr>
        <p:spPr>
          <a:xfrm>
            <a:off x="105178" y="790115"/>
            <a:ext cx="8933640" cy="4925702"/>
          </a:xfrm>
        </p:spPr>
        <p:txBody>
          <a:bodyPr/>
          <a:lstStyle/>
          <a:p>
            <a:pPr marL="0" indent="0">
              <a:buNone/>
            </a:pPr>
            <a:r>
              <a:rPr lang="en-US" sz="2200" dirty="0">
                <a:latin typeface="Gill Sans MT" panose="020B0502020104020203" pitchFamily="34" charset="77"/>
              </a:rPr>
              <a:t>Sample Output for Lab1: The output doesn't have to be exactly like shown below. Be sure to check that all the functions are </a:t>
            </a:r>
            <a:r>
              <a:rPr lang="en-US" sz="2200">
                <a:latin typeface="Gill Sans MT" panose="020B0502020104020203" pitchFamily="34" charset="77"/>
              </a:rPr>
              <a:t>implemented correctly.</a:t>
            </a:r>
            <a:endParaRPr lang="en-US" sz="2200" dirty="0">
              <a:latin typeface="Gill Sans MT" panose="020B0502020104020203" pitchFamily="34" charset="77"/>
            </a:endParaRPr>
          </a:p>
          <a:p>
            <a:pPr marL="0" indent="0">
              <a:buNone/>
            </a:pPr>
            <a:endParaRPr lang="en-US" sz="2000" dirty="0">
              <a:latin typeface="Gill Sans MT" panose="020B0502020104020203" pitchFamily="34" charset="77"/>
            </a:endParaRPr>
          </a:p>
          <a:p>
            <a:pPr marL="0" indent="0">
              <a:buNone/>
            </a:pPr>
            <a:r>
              <a:rPr lang="en-US" sz="2000" dirty="0">
                <a:latin typeface="Gill Sans MT" panose="020B0502020104020203" pitchFamily="34" charset="77"/>
              </a:rPr>
              <a:t>Enter length of rectangle: 10</a:t>
            </a:r>
          </a:p>
          <a:p>
            <a:pPr marL="0" indent="0">
              <a:buNone/>
            </a:pPr>
            <a:r>
              <a:rPr lang="en-US" sz="2000" dirty="0">
                <a:latin typeface="Gill Sans MT" panose="020B0502020104020203" pitchFamily="34" charset="77"/>
              </a:rPr>
              <a:t>Enter width of rectangle: 2</a:t>
            </a:r>
          </a:p>
          <a:p>
            <a:pPr marL="0" indent="0">
              <a:buNone/>
            </a:pPr>
            <a:r>
              <a:rPr lang="en-US" sz="2000" dirty="0">
                <a:latin typeface="Gill Sans MT" panose="020B0502020104020203" pitchFamily="34" charset="77"/>
              </a:rPr>
              <a:t>Area of rectangle is 20</a:t>
            </a:r>
          </a:p>
          <a:p>
            <a:pPr marL="0" indent="0">
              <a:buNone/>
            </a:pPr>
            <a:endParaRPr lang="en-US" sz="2000" dirty="0">
              <a:latin typeface="Gill Sans MT" panose="020B0502020104020203" pitchFamily="34" charset="77"/>
            </a:endParaRPr>
          </a:p>
          <a:p>
            <a:pPr marL="0" indent="0">
              <a:buNone/>
            </a:pPr>
            <a:r>
              <a:rPr lang="en-US" sz="2000" dirty="0">
                <a:latin typeface="Gill Sans MT" panose="020B0502020104020203" pitchFamily="34" charset="77"/>
              </a:rPr>
              <a:t>Enter side1 of triangle: 3</a:t>
            </a:r>
          </a:p>
          <a:p>
            <a:pPr marL="0" indent="0">
              <a:buNone/>
            </a:pPr>
            <a:r>
              <a:rPr lang="en-US" sz="2000" dirty="0">
                <a:latin typeface="Gill Sans MT" panose="020B0502020104020203" pitchFamily="34" charset="77"/>
              </a:rPr>
              <a:t>Enter side2 of triangle: 4</a:t>
            </a:r>
          </a:p>
          <a:p>
            <a:pPr marL="0" indent="0">
              <a:buNone/>
            </a:pPr>
            <a:r>
              <a:rPr lang="en-US" sz="2000" dirty="0">
                <a:latin typeface="Gill Sans MT" panose="020B0502020104020203" pitchFamily="34" charset="77"/>
              </a:rPr>
              <a:t>Enter side3 of triangle: 5</a:t>
            </a:r>
          </a:p>
          <a:p>
            <a:pPr marL="0" indent="0">
              <a:buNone/>
            </a:pPr>
            <a:r>
              <a:rPr lang="en-US" sz="2000" dirty="0">
                <a:latin typeface="Gill Sans MT" panose="020B0502020104020203" pitchFamily="34" charset="77"/>
              </a:rPr>
              <a:t>Area of triangle is 6.0</a:t>
            </a:r>
          </a:p>
          <a:p>
            <a:pPr marL="0" indent="0">
              <a:buNone/>
            </a:pPr>
            <a:endParaRPr lang="en-US" sz="2000" dirty="0">
              <a:latin typeface="Gill Sans MT" panose="020B0502020104020203" pitchFamily="34" charset="77"/>
            </a:endParaRPr>
          </a:p>
          <a:p>
            <a:pPr marL="0" indent="0">
              <a:buNone/>
            </a:pPr>
            <a:endParaRPr lang="en-US" sz="2000" dirty="0">
              <a:latin typeface="Gill Sans MT" panose="020B0502020104020203" pitchFamily="34" charset="77"/>
            </a:endParaRPr>
          </a:p>
        </p:txBody>
      </p:sp>
      <p:sp>
        <p:nvSpPr>
          <p:cNvPr id="2" name="Slide Number Placeholder 1">
            <a:extLst>
              <a:ext uri="{FF2B5EF4-FFF2-40B4-BE49-F238E27FC236}">
                <a16:creationId xmlns:a16="http://schemas.microsoft.com/office/drawing/2014/main" id="{01428C38-08A8-1848-AA93-E3D879B139B8}"/>
              </a:ext>
            </a:extLst>
          </p:cNvPr>
          <p:cNvSpPr>
            <a:spLocks noGrp="1"/>
          </p:cNvSpPr>
          <p:nvPr>
            <p:ph type="sldNum" sz="quarter" idx="12"/>
          </p:nvPr>
        </p:nvSpPr>
        <p:spPr/>
        <p:txBody>
          <a:bodyPr/>
          <a:lstStyle/>
          <a:p>
            <a:fld id="{D57F1E4F-1CFF-5643-939E-02111984F565}" type="slidenum">
              <a:rPr lang="en-US" smtClean="0"/>
              <a:t>31</a:t>
            </a:fld>
            <a:endParaRPr lang="en-US" dirty="0"/>
          </a:p>
        </p:txBody>
      </p:sp>
    </p:spTree>
    <p:extLst>
      <p:ext uri="{BB962C8B-B14F-4D97-AF65-F5344CB8AC3E}">
        <p14:creationId xmlns:p14="http://schemas.microsoft.com/office/powerpoint/2010/main" val="1407476634"/>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266119B2-414E-5047-A049-172C3274D6D7}"/>
              </a:ext>
            </a:extLst>
          </p:cNvPr>
          <p:cNvSpPr>
            <a:spLocks noGrp="1" noChangeArrowheads="1"/>
          </p:cNvSpPr>
          <p:nvPr>
            <p:ph type="title"/>
          </p:nvPr>
        </p:nvSpPr>
        <p:spPr>
          <a:xfrm>
            <a:off x="97276" y="63500"/>
            <a:ext cx="7766320" cy="662298"/>
          </a:xfrm>
        </p:spPr>
        <p:txBody>
          <a:bodyPr/>
          <a:lstStyle/>
          <a:p>
            <a:pPr eaLnBrk="1" hangingPunct="1"/>
            <a:r>
              <a:rPr lang="en-US" altLang="en-US" dirty="0">
                <a:ea typeface="ＭＳ Ｐゴシック" panose="020B0600070205080204" pitchFamily="34" charset="-128"/>
              </a:rPr>
              <a:t>Lab 2: BMI</a:t>
            </a:r>
          </a:p>
        </p:txBody>
      </p:sp>
      <p:sp>
        <p:nvSpPr>
          <p:cNvPr id="40962" name="Rectangle 3">
            <a:extLst>
              <a:ext uri="{FF2B5EF4-FFF2-40B4-BE49-F238E27FC236}">
                <a16:creationId xmlns:a16="http://schemas.microsoft.com/office/drawing/2014/main" id="{95CBFE7E-C29B-E04D-A37E-0DBCF46A1435}"/>
              </a:ext>
            </a:extLst>
          </p:cNvPr>
          <p:cNvSpPr>
            <a:spLocks noGrp="1" noChangeArrowheads="1"/>
          </p:cNvSpPr>
          <p:nvPr>
            <p:ph type="body" idx="1"/>
          </p:nvPr>
        </p:nvSpPr>
        <p:spPr>
          <a:xfrm>
            <a:off x="105178" y="790115"/>
            <a:ext cx="8933640" cy="4925702"/>
          </a:xfrm>
        </p:spPr>
        <p:txBody>
          <a:bodyPr/>
          <a:lstStyle/>
          <a:p>
            <a:pPr>
              <a:buNone/>
            </a:pPr>
            <a:r>
              <a:rPr lang="en-US" altLang="en-US" dirty="0">
                <a:ea typeface="ＭＳ Ｐゴシック" panose="020B0600070205080204" pitchFamily="34" charset="-128"/>
              </a:rPr>
              <a:t>Create a new </a:t>
            </a:r>
            <a:r>
              <a:rPr lang="en-US" altLang="en-US" dirty="0" err="1">
                <a:ea typeface="ＭＳ Ｐゴシック" panose="020B0600070205080204" pitchFamily="34" charset="-128"/>
              </a:rPr>
              <a:t>repl</a:t>
            </a:r>
            <a:r>
              <a:rPr lang="en-US" altLang="en-US" dirty="0">
                <a:ea typeface="ＭＳ Ｐゴシック" panose="020B0600070205080204" pitchFamily="34" charset="-128"/>
              </a:rPr>
              <a:t> on </a:t>
            </a:r>
            <a:r>
              <a:rPr lang="en-US" altLang="en-US" dirty="0" err="1">
                <a:ea typeface="ＭＳ Ｐゴシック" panose="020B0600070205080204" pitchFamily="34" charset="-128"/>
              </a:rPr>
              <a:t>replit</a:t>
            </a:r>
            <a:r>
              <a:rPr lang="en-US" altLang="en-US" dirty="0">
                <a:ea typeface="ＭＳ Ｐゴシック" panose="020B0600070205080204" pitchFamily="34" charset="-128"/>
              </a:rPr>
              <a:t>. Write a program that asks the user to enter their </a:t>
            </a:r>
          </a:p>
          <a:p>
            <a:pPr>
              <a:buNone/>
            </a:pPr>
            <a:r>
              <a:rPr lang="en-US" altLang="en-US" dirty="0">
                <a:ea typeface="ＭＳ Ｐゴシック" panose="020B0600070205080204" pitchFamily="34" charset="-128"/>
              </a:rPr>
              <a:t>height in inches and weight in pounds and display the body mass index(BMI). </a:t>
            </a:r>
          </a:p>
          <a:p>
            <a:pPr>
              <a:buNone/>
            </a:pPr>
            <a:r>
              <a:rPr lang="en-US" altLang="en-US" dirty="0">
                <a:ea typeface="ＭＳ Ｐゴシック" panose="020B0600070205080204" pitchFamily="34" charset="-128"/>
              </a:rPr>
              <a:t>Implement the function </a:t>
            </a:r>
            <a:r>
              <a:rPr lang="en-US" altLang="en-US" dirty="0" err="1">
                <a:ea typeface="ＭＳ Ｐゴシック" panose="020B0600070205080204" pitchFamily="34" charset="-128"/>
              </a:rPr>
              <a:t>bmi</a:t>
            </a:r>
            <a:r>
              <a:rPr lang="en-US" altLang="en-US" dirty="0">
                <a:ea typeface="ＭＳ Ｐゴシック" panose="020B0600070205080204" pitchFamily="34" charset="-128"/>
              </a:rPr>
              <a:t> to calculate the </a:t>
            </a:r>
            <a:r>
              <a:rPr lang="en-US" altLang="en-US" dirty="0" err="1">
                <a:ea typeface="ＭＳ Ｐゴシック" panose="020B0600070205080204" pitchFamily="34" charset="-128"/>
              </a:rPr>
              <a:t>bmi</a:t>
            </a:r>
            <a:r>
              <a:rPr lang="en-US" altLang="en-US" dirty="0">
                <a:ea typeface="ＭＳ Ｐゴシック" panose="020B0600070205080204" pitchFamily="34" charset="-128"/>
              </a:rPr>
              <a:t>.</a:t>
            </a:r>
          </a:p>
          <a:p>
            <a:pPr>
              <a:buNone/>
            </a:pPr>
            <a:endParaRPr lang="en-US" altLang="en-US" dirty="0">
              <a:ea typeface="ＭＳ Ｐゴシック" panose="020B0600070205080204" pitchFamily="34" charset="-128"/>
            </a:endParaRPr>
          </a:p>
          <a:p>
            <a:pPr>
              <a:buNone/>
            </a:pPr>
            <a:endParaRPr lang="en-US" altLang="en-US" dirty="0">
              <a:ea typeface="ＭＳ Ｐゴシック" panose="020B0600070205080204" pitchFamily="34" charset="-128"/>
            </a:endParaRPr>
          </a:p>
          <a:p>
            <a:pPr>
              <a:buNone/>
            </a:pPr>
            <a:r>
              <a:rPr lang="en-US" altLang="en-US" dirty="0">
                <a:latin typeface="INCONSOLATA" panose="020B0609030003000000" pitchFamily="49" charset="77"/>
                <a:ea typeface="ＭＳ Ｐゴシック" panose="020B0600070205080204" pitchFamily="34" charset="-128"/>
                <a:cs typeface="InaiMathi" pitchFamily="2" charset="0"/>
              </a:rPr>
              <a:t>def </a:t>
            </a:r>
            <a:r>
              <a:rPr lang="en-US" altLang="en-US" dirty="0" err="1">
                <a:latin typeface="INCONSOLATA" panose="020B0609030003000000" pitchFamily="49" charset="77"/>
                <a:ea typeface="ＭＳ Ｐゴシック" panose="020B0600070205080204" pitchFamily="34" charset="-128"/>
                <a:cs typeface="InaiMathi" pitchFamily="2" charset="0"/>
              </a:rPr>
              <a:t>bmi</a:t>
            </a:r>
            <a:r>
              <a:rPr lang="en-US" altLang="en-US" dirty="0">
                <a:latin typeface="INCONSOLATA" panose="020B0609030003000000" pitchFamily="49" charset="77"/>
                <a:ea typeface="ＭＳ Ｐゴシック" panose="020B0600070205080204" pitchFamily="34" charset="-128"/>
                <a:cs typeface="InaiMathi" pitchFamily="2" charset="0"/>
              </a:rPr>
              <a:t>(height, weight):</a:t>
            </a:r>
          </a:p>
          <a:p>
            <a:pPr>
              <a:buNone/>
            </a:pPr>
            <a:r>
              <a:rPr lang="en-US" altLang="en-US" dirty="0">
                <a:latin typeface="INCONSOLATA" panose="020B0609030003000000" pitchFamily="49" charset="77"/>
                <a:ea typeface="ＭＳ Ｐゴシック" panose="020B0600070205080204" pitchFamily="34" charset="-128"/>
                <a:cs typeface="InaiMathi" pitchFamily="2" charset="0"/>
              </a:rPr>
              <a:t>	 # implement this function to compute the </a:t>
            </a:r>
            <a:r>
              <a:rPr lang="en-US" altLang="en-US" dirty="0" err="1">
                <a:latin typeface="INCONSOLATA" panose="020B0609030003000000" pitchFamily="49" charset="77"/>
                <a:ea typeface="ＭＳ Ｐゴシック" panose="020B0600070205080204" pitchFamily="34" charset="-128"/>
                <a:cs typeface="InaiMathi" pitchFamily="2" charset="0"/>
              </a:rPr>
              <a:t>bmi</a:t>
            </a:r>
            <a:r>
              <a:rPr lang="en-US" altLang="en-US" dirty="0">
                <a:latin typeface="INCONSOLATA" panose="020B0609030003000000" pitchFamily="49" charset="77"/>
                <a:ea typeface="ＭＳ Ｐゴシック" panose="020B0600070205080204" pitchFamily="34" charset="-128"/>
                <a:cs typeface="InaiMathi" pitchFamily="2" charset="0"/>
              </a:rPr>
              <a:t> given the height   </a:t>
            </a:r>
          </a:p>
          <a:p>
            <a:pPr>
              <a:buNone/>
            </a:pPr>
            <a:r>
              <a:rPr lang="en-US" altLang="en-US" dirty="0">
                <a:latin typeface="INCONSOLATA" panose="020B0609030003000000" pitchFamily="49" charset="77"/>
                <a:ea typeface="ＭＳ Ｐゴシック" panose="020B0600070205080204" pitchFamily="34" charset="-128"/>
                <a:cs typeface="InaiMathi" pitchFamily="2" charset="0"/>
              </a:rPr>
              <a:t>	 # and weight.</a:t>
            </a:r>
          </a:p>
          <a:p>
            <a:pPr>
              <a:buNone/>
            </a:pPr>
            <a:endParaRPr lang="en-US" altLang="en-US" dirty="0">
              <a:latin typeface="INCONSOLATA" panose="020B0609030003000000" pitchFamily="49" charset="77"/>
              <a:ea typeface="ＭＳ Ｐゴシック" panose="020B0600070205080204" pitchFamily="34" charset="-128"/>
              <a:cs typeface="InaiMathi" pitchFamily="2" charset="0"/>
            </a:endParaRPr>
          </a:p>
          <a:p>
            <a:pPr>
              <a:buNone/>
            </a:pPr>
            <a:r>
              <a:rPr lang="en-US" altLang="en-US" dirty="0">
                <a:latin typeface="INCONSOLATA" panose="020B0609030003000000" pitchFamily="49" charset="77"/>
                <a:ea typeface="ＭＳ Ｐゴシック" panose="020B0600070205080204" pitchFamily="34" charset="-128"/>
                <a:cs typeface="InaiMathi" pitchFamily="2" charset="0"/>
              </a:rPr>
              <a:t># ask the user to enter height</a:t>
            </a:r>
          </a:p>
          <a:p>
            <a:pPr>
              <a:buNone/>
            </a:pPr>
            <a:r>
              <a:rPr lang="en-US" altLang="en-US" dirty="0">
                <a:latin typeface="INCONSOLATA" panose="020B0609030003000000" pitchFamily="49" charset="77"/>
                <a:ea typeface="ＭＳ Ｐゴシック" panose="020B0600070205080204" pitchFamily="34" charset="-128"/>
                <a:cs typeface="InaiMathi" pitchFamily="2" charset="0"/>
              </a:rPr>
              <a:t># ask the user to enter weight</a:t>
            </a:r>
          </a:p>
          <a:p>
            <a:pPr>
              <a:buNone/>
            </a:pPr>
            <a:r>
              <a:rPr lang="en-US" altLang="en-US" dirty="0">
                <a:latin typeface="INCONSOLATA" panose="020B0609030003000000" pitchFamily="49" charset="77"/>
                <a:ea typeface="ＭＳ Ｐゴシック" panose="020B0600070205080204" pitchFamily="34" charset="-128"/>
                <a:cs typeface="InaiMathi" pitchFamily="2" charset="0"/>
              </a:rPr>
              <a:t># call the </a:t>
            </a:r>
            <a:r>
              <a:rPr lang="en-US" altLang="en-US" dirty="0" err="1">
                <a:latin typeface="INCONSOLATA" panose="020B0609030003000000" pitchFamily="49" charset="77"/>
                <a:ea typeface="ＭＳ Ｐゴシック" panose="020B0600070205080204" pitchFamily="34" charset="-128"/>
                <a:cs typeface="InaiMathi" pitchFamily="2" charset="0"/>
              </a:rPr>
              <a:t>bmi</a:t>
            </a:r>
            <a:r>
              <a:rPr lang="en-US" altLang="en-US" dirty="0">
                <a:latin typeface="INCONSOLATA" panose="020B0609030003000000" pitchFamily="49" charset="77"/>
                <a:ea typeface="ＭＳ Ｐゴシック" panose="020B0600070205080204" pitchFamily="34" charset="-128"/>
                <a:cs typeface="InaiMathi" pitchFamily="2" charset="0"/>
              </a:rPr>
              <a:t> function and display the result.</a:t>
            </a:r>
          </a:p>
          <a:p>
            <a:pPr>
              <a:buNone/>
            </a:pPr>
            <a:endParaRPr lang="en-US" altLang="en-US" dirty="0">
              <a:latin typeface="INCONSOLATA" panose="020B0609030003000000" pitchFamily="49" charset="77"/>
              <a:ea typeface="ＭＳ Ｐゴシック" panose="020B0600070205080204" pitchFamily="34" charset="-128"/>
              <a:cs typeface="InaiMathi" pitchFamily="2" charset="0"/>
            </a:endParaRPr>
          </a:p>
          <a:p>
            <a:pPr>
              <a:buNone/>
            </a:pPr>
            <a:endParaRPr lang="en-US" sz="2000" dirty="0">
              <a:latin typeface="Gill Sans MT" panose="020B0502020104020203" pitchFamily="34" charset="77"/>
            </a:endParaRPr>
          </a:p>
        </p:txBody>
      </p:sp>
      <p:sp>
        <p:nvSpPr>
          <p:cNvPr id="2" name="Slide Number Placeholder 1">
            <a:extLst>
              <a:ext uri="{FF2B5EF4-FFF2-40B4-BE49-F238E27FC236}">
                <a16:creationId xmlns:a16="http://schemas.microsoft.com/office/drawing/2014/main" id="{01428C38-08A8-1848-AA93-E3D879B139B8}"/>
              </a:ext>
            </a:extLst>
          </p:cNvPr>
          <p:cNvSpPr>
            <a:spLocks noGrp="1"/>
          </p:cNvSpPr>
          <p:nvPr>
            <p:ph type="sldNum" sz="quarter" idx="12"/>
          </p:nvPr>
        </p:nvSpPr>
        <p:spPr/>
        <p:txBody>
          <a:bodyPr/>
          <a:lstStyle/>
          <a:p>
            <a:fld id="{D57F1E4F-1CFF-5643-939E-02111984F565}" type="slidenum">
              <a:rPr lang="en-US" smtClean="0"/>
              <a:t>32</a:t>
            </a:fld>
            <a:endParaRPr lang="en-US" dirty="0"/>
          </a:p>
        </p:txBody>
      </p:sp>
      <p:pic>
        <p:nvPicPr>
          <p:cNvPr id="9" name="Picture 8" descr="Text&#10;&#10;Description automatically generated">
            <a:extLst>
              <a:ext uri="{FF2B5EF4-FFF2-40B4-BE49-F238E27FC236}">
                <a16:creationId xmlns:a16="http://schemas.microsoft.com/office/drawing/2014/main" id="{D7641B18-D64D-AF45-BAB3-C182471B7E7D}"/>
              </a:ext>
            </a:extLst>
          </p:cNvPr>
          <p:cNvPicPr/>
          <p:nvPr/>
        </p:nvPicPr>
        <p:blipFill>
          <a:blip r:embed="rId3"/>
          <a:stretch>
            <a:fillRect/>
          </a:stretch>
        </p:blipFill>
        <p:spPr>
          <a:xfrm>
            <a:off x="3057886" y="1907757"/>
            <a:ext cx="2453566" cy="697656"/>
          </a:xfrm>
          <a:prstGeom prst="rect">
            <a:avLst/>
          </a:prstGeom>
        </p:spPr>
      </p:pic>
    </p:spTree>
    <p:extLst>
      <p:ext uri="{BB962C8B-B14F-4D97-AF65-F5344CB8AC3E}">
        <p14:creationId xmlns:p14="http://schemas.microsoft.com/office/powerpoint/2010/main" val="1837685341"/>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a:extLst>
              <a:ext uri="{FF2B5EF4-FFF2-40B4-BE49-F238E27FC236}">
                <a16:creationId xmlns:a16="http://schemas.microsoft.com/office/drawing/2014/main" id="{266119B2-414E-5047-A049-172C3274D6D7}"/>
              </a:ext>
            </a:extLst>
          </p:cNvPr>
          <p:cNvSpPr>
            <a:spLocks noGrp="1" noChangeArrowheads="1"/>
          </p:cNvSpPr>
          <p:nvPr>
            <p:ph type="title"/>
          </p:nvPr>
        </p:nvSpPr>
        <p:spPr>
          <a:xfrm>
            <a:off x="97276" y="63500"/>
            <a:ext cx="7766320" cy="662298"/>
          </a:xfrm>
        </p:spPr>
        <p:txBody>
          <a:bodyPr/>
          <a:lstStyle/>
          <a:p>
            <a:pPr eaLnBrk="1" hangingPunct="1"/>
            <a:r>
              <a:rPr lang="en-US" altLang="en-US" dirty="0">
                <a:ea typeface="ＭＳ Ｐゴシック" panose="020B0600070205080204" pitchFamily="34" charset="-128"/>
              </a:rPr>
              <a:t>Lab 3: Day Of the Week</a:t>
            </a:r>
          </a:p>
        </p:txBody>
      </p:sp>
      <p:sp>
        <p:nvSpPr>
          <p:cNvPr id="40962" name="Rectangle 3">
            <a:extLst>
              <a:ext uri="{FF2B5EF4-FFF2-40B4-BE49-F238E27FC236}">
                <a16:creationId xmlns:a16="http://schemas.microsoft.com/office/drawing/2014/main" id="{95CBFE7E-C29B-E04D-A37E-0DBCF46A1435}"/>
              </a:ext>
            </a:extLst>
          </p:cNvPr>
          <p:cNvSpPr>
            <a:spLocks noGrp="1" noChangeArrowheads="1"/>
          </p:cNvSpPr>
          <p:nvPr>
            <p:ph type="body" idx="1"/>
          </p:nvPr>
        </p:nvSpPr>
        <p:spPr>
          <a:xfrm>
            <a:off x="105178" y="790115"/>
            <a:ext cx="8933640" cy="4925702"/>
          </a:xfrm>
        </p:spPr>
        <p:txBody>
          <a:bodyPr/>
          <a:lstStyle/>
          <a:p>
            <a:pPr eaLnBrk="1" hangingPunct="1">
              <a:buFontTx/>
              <a:buNone/>
            </a:pPr>
            <a:r>
              <a:rPr lang="en-US" altLang="en-US" sz="1833" dirty="0">
                <a:ea typeface="ＭＳ Ｐゴシック" panose="020B0600070205080204" pitchFamily="34" charset="-128"/>
              </a:rPr>
              <a:t>Create a new </a:t>
            </a:r>
            <a:r>
              <a:rPr lang="en-US" altLang="en-US" sz="1833" dirty="0" err="1">
                <a:ea typeface="ＭＳ Ｐゴシック" panose="020B0600070205080204" pitchFamily="34" charset="-128"/>
              </a:rPr>
              <a:t>repl</a:t>
            </a:r>
            <a:r>
              <a:rPr lang="en-US" altLang="en-US" sz="1833" dirty="0">
                <a:ea typeface="ＭＳ Ｐゴシック" panose="020B0600070205080204" pitchFamily="34" charset="-128"/>
              </a:rPr>
              <a:t> on </a:t>
            </a:r>
            <a:r>
              <a:rPr lang="en-US" altLang="en-US" sz="1833" dirty="0" err="1">
                <a:ea typeface="ＭＳ Ｐゴシック" panose="020B0600070205080204" pitchFamily="34" charset="-128"/>
              </a:rPr>
              <a:t>replit</a:t>
            </a:r>
            <a:r>
              <a:rPr lang="en-US" altLang="en-US" sz="1833" dirty="0">
                <a:ea typeface="ＭＳ Ｐゴシック" panose="020B0600070205080204" pitchFamily="34" charset="-128"/>
              </a:rPr>
              <a:t>. Write a program that outputs the day of the week for a given </a:t>
            </a:r>
          </a:p>
          <a:p>
            <a:pPr eaLnBrk="1" hangingPunct="1">
              <a:buFontTx/>
              <a:buNone/>
            </a:pPr>
            <a:r>
              <a:rPr lang="en-US" altLang="en-US" sz="1833" dirty="0">
                <a:ea typeface="ＭＳ Ｐゴシック" panose="020B0600070205080204" pitchFamily="34" charset="-128"/>
              </a:rPr>
              <a:t>date! You program must the program template discussed in this lecture.  </a:t>
            </a:r>
          </a:p>
          <a:p>
            <a:pPr eaLnBrk="1" hangingPunct="1">
              <a:buFontTx/>
              <a:buNone/>
            </a:pPr>
            <a:endParaRPr lang="en-US" altLang="en-US" sz="1833" dirty="0">
              <a:ea typeface="ＭＳ Ｐゴシック" panose="020B0600070205080204" pitchFamily="34" charset="-128"/>
            </a:endParaRPr>
          </a:p>
          <a:p>
            <a:pPr eaLnBrk="1" hangingPunct="1">
              <a:buFontTx/>
              <a:buNone/>
            </a:pPr>
            <a:r>
              <a:rPr lang="en-US" altLang="en-US" sz="1833" dirty="0">
                <a:ea typeface="ＭＳ Ｐゴシック" panose="020B0600070205080204" pitchFamily="34" charset="-128"/>
              </a:rPr>
              <a:t>Given the month, m, day, d and year y, the day of the week(Sunday = 0, Monday = 1, …,</a:t>
            </a:r>
          </a:p>
          <a:p>
            <a:pPr eaLnBrk="1" hangingPunct="1">
              <a:buFontTx/>
              <a:buNone/>
            </a:pPr>
            <a:r>
              <a:rPr lang="en-US" altLang="en-US" sz="1833" dirty="0">
                <a:ea typeface="ＭＳ Ｐゴシック" panose="020B0600070205080204" pitchFamily="34" charset="-128"/>
              </a:rPr>
              <a:t>Saturday = 6) D is given by:</a:t>
            </a:r>
          </a:p>
          <a:p>
            <a:pPr eaLnBrk="1" hangingPunct="1">
              <a:buFontTx/>
              <a:buNone/>
            </a:pPr>
            <a:endParaRPr lang="en-US" altLang="en-US" sz="1833" dirty="0">
              <a:ea typeface="ＭＳ Ｐゴシック" panose="020B0600070205080204" pitchFamily="34" charset="-128"/>
            </a:endParaRPr>
          </a:p>
          <a:p>
            <a:pPr eaLnBrk="1" hangingPunct="1">
              <a:buFontTx/>
              <a:buNone/>
            </a:pPr>
            <a:endParaRPr lang="en-US" altLang="en-US" sz="1833" dirty="0">
              <a:ea typeface="ＭＳ Ｐゴシック" panose="020B0600070205080204" pitchFamily="34" charset="-128"/>
            </a:endParaRPr>
          </a:p>
          <a:p>
            <a:pPr eaLnBrk="1" hangingPunct="1">
              <a:buFontTx/>
              <a:buNone/>
            </a:pPr>
            <a:endParaRPr lang="en-US" altLang="en-US" sz="1833" dirty="0">
              <a:ea typeface="ＭＳ Ｐゴシック" panose="020B0600070205080204" pitchFamily="34" charset="-128"/>
            </a:endParaRPr>
          </a:p>
          <a:p>
            <a:pPr eaLnBrk="1" hangingPunct="1">
              <a:buFontTx/>
              <a:buNone/>
            </a:pPr>
            <a:endParaRPr lang="en-US" altLang="en-US" sz="1833" dirty="0">
              <a:ea typeface="ＭＳ Ｐゴシック" panose="020B0600070205080204" pitchFamily="34" charset="-128"/>
            </a:endParaRPr>
          </a:p>
          <a:p>
            <a:pPr eaLnBrk="1" hangingPunct="1">
              <a:buFontTx/>
              <a:buNone/>
            </a:pPr>
            <a:r>
              <a:rPr lang="en-US" altLang="en-US" sz="1833" b="1" dirty="0">
                <a:solidFill>
                  <a:srgbClr val="FF0000"/>
                </a:solidFill>
                <a:ea typeface="ＭＳ Ｐゴシック" panose="020B0600070205080204" pitchFamily="34" charset="-128"/>
              </a:rPr>
              <a:t>Note: the / operator from the above equations is floor division // in Python. The </a:t>
            </a:r>
          </a:p>
          <a:p>
            <a:pPr eaLnBrk="1" hangingPunct="1">
              <a:buFontTx/>
              <a:buNone/>
            </a:pPr>
            <a:r>
              <a:rPr lang="en-US" altLang="en-US" sz="1833" b="1" dirty="0">
                <a:solidFill>
                  <a:srgbClr val="FF0000"/>
                </a:solidFill>
                <a:ea typeface="ＭＳ Ｐゴシック" panose="020B0600070205080204" pitchFamily="34" charset="-128"/>
              </a:rPr>
              <a:t>mod operator is %.</a:t>
            </a:r>
          </a:p>
          <a:p>
            <a:pPr eaLnBrk="1" hangingPunct="1">
              <a:buFontTx/>
              <a:buNone/>
            </a:pPr>
            <a:endParaRPr lang="en-US" altLang="en-US" sz="1833" b="1" dirty="0">
              <a:solidFill>
                <a:srgbClr val="FF0000"/>
              </a:solidFill>
              <a:ea typeface="ＭＳ Ｐゴシック" panose="020B0600070205080204" pitchFamily="34" charset="-128"/>
            </a:endParaRPr>
          </a:p>
          <a:p>
            <a:pPr eaLnBrk="1" hangingPunct="1">
              <a:buFontTx/>
              <a:buNone/>
            </a:pPr>
            <a:r>
              <a:rPr lang="en-US" altLang="en-US" sz="1833" b="1" dirty="0">
                <a:solidFill>
                  <a:srgbClr val="FF0000"/>
                </a:solidFill>
                <a:ea typeface="ＭＳ Ｐゴシック" panose="020B0600070205080204" pitchFamily="34" charset="-128"/>
              </a:rPr>
              <a:t>Use the template on the next page. </a:t>
            </a:r>
          </a:p>
        </p:txBody>
      </p:sp>
      <p:pic>
        <p:nvPicPr>
          <p:cNvPr id="40963" name="Picture 1">
            <a:extLst>
              <a:ext uri="{FF2B5EF4-FFF2-40B4-BE49-F238E27FC236}">
                <a16:creationId xmlns:a16="http://schemas.microsoft.com/office/drawing/2014/main" id="{132EE64E-2666-A648-8980-DA4F2C3F08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92915" y="2534884"/>
            <a:ext cx="3958167" cy="1481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01428C38-08A8-1848-AA93-E3D879B139B8}"/>
              </a:ext>
            </a:extLst>
          </p:cNvPr>
          <p:cNvSpPr>
            <a:spLocks noGrp="1"/>
          </p:cNvSpPr>
          <p:nvPr>
            <p:ph type="sldNum" sz="quarter" idx="12"/>
          </p:nvPr>
        </p:nvSpPr>
        <p:spPr/>
        <p:txBody>
          <a:bodyPr/>
          <a:lstStyle/>
          <a:p>
            <a:fld id="{D57F1E4F-1CFF-5643-939E-02111984F565}" type="slidenum">
              <a:rPr lang="en-US" smtClean="0"/>
              <a:t>33</a:t>
            </a:fld>
            <a:endParaRPr lang="en-US" dirty="0"/>
          </a:p>
        </p:txBody>
      </p:sp>
    </p:spTree>
    <p:extLst>
      <p:ext uri="{BB962C8B-B14F-4D97-AF65-F5344CB8AC3E}">
        <p14:creationId xmlns:p14="http://schemas.microsoft.com/office/powerpoint/2010/main" val="226687820"/>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31368" y="60736"/>
            <a:ext cx="7053542" cy="683886"/>
          </a:xfrm>
        </p:spPr>
        <p:txBody>
          <a:bodyPr>
            <a:normAutofit/>
          </a:bodyPr>
          <a:lstStyle/>
          <a:p>
            <a:r>
              <a:rPr lang="en-US" altLang="en-US" sz="2800" dirty="0">
                <a:ea typeface="ＭＳ Ｐゴシック" panose="020B0600070205080204" pitchFamily="34" charset="-128"/>
              </a:rPr>
              <a:t>Lab 3: Day Of the Week</a:t>
            </a:r>
            <a:endParaRPr lang="en-US" sz="2800" dirty="0"/>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31368" y="744622"/>
            <a:ext cx="8881263" cy="4790417"/>
          </a:xfrm>
        </p:spPr>
        <p:txBody>
          <a:bodyPr>
            <a:normAutofit/>
          </a:bodyPr>
          <a:lstStyle/>
          <a:p>
            <a:pPr marL="0" indent="0">
              <a:buNone/>
            </a:pPr>
            <a:r>
              <a:rPr lang="en-US" sz="2000" dirty="0">
                <a:latin typeface="Gill Sans MT" panose="020B0502020104020203" pitchFamily="34" charset="77"/>
              </a:rPr>
              <a:t>Use the following template. </a:t>
            </a:r>
          </a:p>
          <a:p>
            <a:pPr marL="0" indent="0">
              <a:buNone/>
            </a:pPr>
            <a:r>
              <a:rPr lang="en-US" sz="1600" b="1" dirty="0">
                <a:solidFill>
                  <a:srgbClr val="34A327"/>
                </a:solidFill>
                <a:latin typeface="Inconsolata" panose="020B0609030003000000" pitchFamily="49" charset="77"/>
              </a:rPr>
              <a:t>def</a:t>
            </a:r>
            <a:r>
              <a:rPr lang="en-US" sz="1600" b="1" dirty="0">
                <a:solidFill>
                  <a:srgbClr val="000000"/>
                </a:solidFill>
                <a:latin typeface="Inconsolata" panose="020B0609030003000000" pitchFamily="49" charset="77"/>
              </a:rPr>
              <a:t> </a:t>
            </a:r>
            <a:r>
              <a:rPr lang="en-US" sz="1600" b="1" dirty="0" err="1">
                <a:solidFill>
                  <a:srgbClr val="3C9FF2"/>
                </a:solidFill>
                <a:latin typeface="Inconsolata" panose="020B0609030003000000" pitchFamily="49" charset="77"/>
              </a:rPr>
              <a:t>compute_day</a:t>
            </a:r>
            <a:r>
              <a:rPr lang="en-US" sz="1600" b="1" dirty="0">
                <a:solidFill>
                  <a:srgbClr val="000000"/>
                </a:solidFill>
                <a:latin typeface="Inconsolata" panose="020B0609030003000000" pitchFamily="49" charset="77"/>
              </a:rPr>
              <a:t>(month, day, year):  </a:t>
            </a:r>
          </a:p>
          <a:p>
            <a:pPr marL="0" indent="0">
              <a:buNone/>
            </a:pPr>
            <a:r>
              <a:rPr lang="en-US" sz="1600" b="1" dirty="0">
                <a:solidFill>
                  <a:srgbClr val="34A327"/>
                </a:solidFill>
                <a:latin typeface="Inconsolata" panose="020B0609030003000000" pitchFamily="49" charset="77"/>
              </a:rPr>
              <a:t>	""" This function computes the values given from the previous slide</a:t>
            </a:r>
          </a:p>
          <a:p>
            <a:pPr marL="0" indent="0">
              <a:buNone/>
            </a:pPr>
            <a:r>
              <a:rPr lang="en-US" sz="1600" b="1" dirty="0">
                <a:solidFill>
                  <a:srgbClr val="34A327"/>
                </a:solidFill>
                <a:latin typeface="Inconsolata" panose="020B0609030003000000" pitchFamily="49" charset="77"/>
              </a:rPr>
              <a:t>	    and returns an integer in the set {0,1,..,5,6}.</a:t>
            </a:r>
          </a:p>
          <a:p>
            <a:pPr marL="0" indent="0">
              <a:buNone/>
            </a:pPr>
            <a:r>
              <a:rPr lang="en-US" sz="1600" b="1" dirty="0">
                <a:solidFill>
                  <a:srgbClr val="34A327"/>
                </a:solidFill>
                <a:latin typeface="Inconsolata" panose="020B0609030003000000" pitchFamily="49" charset="77"/>
              </a:rPr>
              <a:t>	"""</a:t>
            </a:r>
          </a:p>
          <a:p>
            <a:pPr marL="0" indent="0">
              <a:buNone/>
            </a:pPr>
            <a:r>
              <a:rPr lang="en-US" sz="1600" b="1" dirty="0">
                <a:solidFill>
                  <a:srgbClr val="34A327"/>
                </a:solidFill>
                <a:latin typeface="Inconsolata" panose="020B0609030003000000" pitchFamily="49" charset="77"/>
              </a:rPr>
              <a:t>def</a:t>
            </a:r>
            <a:r>
              <a:rPr lang="en-US" sz="1600" b="1" dirty="0">
                <a:solidFill>
                  <a:srgbClr val="000000"/>
                </a:solidFill>
                <a:latin typeface="Inconsolata" panose="020B0609030003000000" pitchFamily="49" charset="77"/>
              </a:rPr>
              <a:t> </a:t>
            </a:r>
            <a:r>
              <a:rPr lang="en-US" sz="1600" b="1" dirty="0" err="1">
                <a:solidFill>
                  <a:srgbClr val="3C9FF2"/>
                </a:solidFill>
                <a:latin typeface="Inconsolata" panose="020B0609030003000000" pitchFamily="49" charset="77"/>
              </a:rPr>
              <a:t>day_of_week</a:t>
            </a:r>
            <a:r>
              <a:rPr lang="en-US" sz="1600" b="1" dirty="0">
                <a:solidFill>
                  <a:srgbClr val="000000"/>
                </a:solidFill>
                <a:latin typeface="Inconsolata" panose="020B0609030003000000" pitchFamily="49" charset="77"/>
              </a:rPr>
              <a:t>(d):  </a:t>
            </a:r>
          </a:p>
          <a:p>
            <a:pPr marL="0" indent="0">
              <a:buNone/>
            </a:pPr>
            <a:r>
              <a:rPr lang="en-US" sz="1600" b="1" dirty="0">
                <a:solidFill>
                  <a:srgbClr val="34A327"/>
                </a:solidFill>
                <a:latin typeface="Inconsolata" panose="020B0609030003000000" pitchFamily="49" charset="77"/>
              </a:rPr>
              <a:t>	""" Given d which computed from </a:t>
            </a:r>
            <a:r>
              <a:rPr lang="en-US" sz="1600" b="1" dirty="0" err="1">
                <a:solidFill>
                  <a:srgbClr val="34A327"/>
                </a:solidFill>
                <a:latin typeface="Inconsolata" panose="020B0609030003000000" pitchFamily="49" charset="77"/>
              </a:rPr>
              <a:t>compute_day</a:t>
            </a:r>
            <a:r>
              <a:rPr lang="en-US" sz="1600" b="1" dirty="0">
                <a:solidFill>
                  <a:srgbClr val="34A327"/>
                </a:solidFill>
                <a:latin typeface="Inconsolata" panose="020B0609030003000000" pitchFamily="49" charset="77"/>
              </a:rPr>
              <a:t> above. This function returns</a:t>
            </a:r>
          </a:p>
          <a:p>
            <a:pPr marL="0" indent="0">
              <a:buNone/>
            </a:pPr>
            <a:r>
              <a:rPr lang="en-US" sz="1600" b="1" dirty="0">
                <a:solidFill>
                  <a:srgbClr val="34A327"/>
                </a:solidFill>
                <a:latin typeface="Inconsolata" panose="020B0609030003000000" pitchFamily="49" charset="77"/>
              </a:rPr>
              <a:t>	    a string according to the value of d: "Sunday" for 0, "Monday for 1,</a:t>
            </a:r>
          </a:p>
          <a:p>
            <a:pPr marL="0" indent="0">
              <a:buNone/>
            </a:pPr>
            <a:r>
              <a:rPr lang="en-US" sz="1600" b="1" dirty="0">
                <a:solidFill>
                  <a:srgbClr val="34A327"/>
                </a:solidFill>
                <a:latin typeface="Inconsolata" panose="020B0609030003000000" pitchFamily="49" charset="77"/>
              </a:rPr>
              <a:t>          etc..</a:t>
            </a:r>
          </a:p>
          <a:p>
            <a:pPr marL="0" indent="0">
              <a:buNone/>
            </a:pPr>
            <a:r>
              <a:rPr lang="en-US" sz="1600" b="1" dirty="0">
                <a:solidFill>
                  <a:srgbClr val="34A327"/>
                </a:solidFill>
                <a:latin typeface="Inconsolata" panose="020B0609030003000000" pitchFamily="49" charset="77"/>
              </a:rPr>
              <a:t>	"""</a:t>
            </a:r>
          </a:p>
          <a:p>
            <a:pPr marL="0" indent="0">
              <a:buNone/>
            </a:pPr>
            <a:endParaRPr lang="en-US" sz="1600" b="1" dirty="0">
              <a:latin typeface="INCONSOLATA" panose="020B0609030003000000" pitchFamily="49" charset="77"/>
            </a:endParaRPr>
          </a:p>
          <a:p>
            <a:pPr marL="0" indent="0">
              <a:buNone/>
            </a:pPr>
            <a:r>
              <a:rPr lang="en-US" sz="1600" b="1" dirty="0">
                <a:latin typeface="INCONSOLATA" panose="020B0609030003000000" pitchFamily="49" charset="77"/>
              </a:rPr>
              <a:t># ask users for month, day and year</a:t>
            </a:r>
          </a:p>
          <a:p>
            <a:pPr marL="0" indent="0">
              <a:buNone/>
            </a:pPr>
            <a:r>
              <a:rPr lang="en-US" sz="1600" b="1" dirty="0">
                <a:latin typeface="INCONSOLATA" panose="020B0609030003000000" pitchFamily="49" charset="77"/>
              </a:rPr>
              <a:t># call </a:t>
            </a:r>
            <a:r>
              <a:rPr lang="en-US" sz="1600" b="1" dirty="0" err="1">
                <a:latin typeface="INCONSOLATA" panose="020B0609030003000000" pitchFamily="49" charset="77"/>
              </a:rPr>
              <a:t>compute_day</a:t>
            </a:r>
            <a:r>
              <a:rPr lang="en-US" sz="1600" b="1" dirty="0">
                <a:latin typeface="INCONSOLATA" panose="020B0609030003000000" pitchFamily="49" charset="77"/>
              </a:rPr>
              <a:t> and </a:t>
            </a:r>
            <a:r>
              <a:rPr lang="en-US" sz="1600" b="1" dirty="0" err="1">
                <a:latin typeface="INCONSOLATA" panose="020B0609030003000000" pitchFamily="49" charset="77"/>
              </a:rPr>
              <a:t>day_of_week</a:t>
            </a:r>
            <a:r>
              <a:rPr lang="en-US" sz="1600" b="1" dirty="0">
                <a:latin typeface="INCONSOLATA" panose="020B0609030003000000" pitchFamily="49" charset="77"/>
              </a:rPr>
              <a:t> above</a:t>
            </a:r>
          </a:p>
          <a:p>
            <a:pPr marL="0" indent="0">
              <a:buNone/>
            </a:pPr>
            <a:r>
              <a:rPr lang="en-US" sz="1600" b="1" dirty="0">
                <a:latin typeface="INCONSOLATA" panose="020B0609030003000000" pitchFamily="49" charset="77"/>
              </a:rPr>
              <a:t># print out day of the week. </a:t>
            </a:r>
          </a:p>
          <a:p>
            <a:endParaRPr lang="en-US" sz="1600" dirty="0"/>
          </a:p>
          <a:p>
            <a:pPr marL="0" indent="0">
              <a:buNone/>
            </a:pPr>
            <a:endParaRPr lang="en-US" sz="1600" b="1" dirty="0">
              <a:solidFill>
                <a:srgbClr val="34A327"/>
              </a:solidFill>
              <a:latin typeface="Inconsolata" panose="020B0609030003000000" pitchFamily="49" charset="77"/>
            </a:endParaRPr>
          </a:p>
        </p:txBody>
      </p:sp>
      <p:sp>
        <p:nvSpPr>
          <p:cNvPr id="3" name="Slide Number Placeholder 2">
            <a:extLst>
              <a:ext uri="{FF2B5EF4-FFF2-40B4-BE49-F238E27FC236}">
                <a16:creationId xmlns:a16="http://schemas.microsoft.com/office/drawing/2014/main" id="{418A5BE0-EA06-134F-847C-064B7E841A8D}"/>
              </a:ext>
            </a:extLst>
          </p:cNvPr>
          <p:cNvSpPr>
            <a:spLocks noGrp="1"/>
          </p:cNvSpPr>
          <p:nvPr>
            <p:ph type="sldNum" sz="quarter" idx="12"/>
          </p:nvPr>
        </p:nvSpPr>
        <p:spPr/>
        <p:txBody>
          <a:bodyPr/>
          <a:lstStyle/>
          <a:p>
            <a:fld id="{D57F1E4F-1CFF-5643-939E-02111984F565}" type="slidenum">
              <a:rPr lang="en-US" smtClean="0"/>
              <a:t>34</a:t>
            </a:fld>
            <a:endParaRPr lang="en-US" dirty="0"/>
          </a:p>
        </p:txBody>
      </p:sp>
    </p:spTree>
    <p:extLst>
      <p:ext uri="{BB962C8B-B14F-4D97-AF65-F5344CB8AC3E}">
        <p14:creationId xmlns:p14="http://schemas.microsoft.com/office/powerpoint/2010/main" val="18118966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2">
            <a:extLst>
              <a:ext uri="{FF2B5EF4-FFF2-40B4-BE49-F238E27FC236}">
                <a16:creationId xmlns:a16="http://schemas.microsoft.com/office/drawing/2014/main" id="{504CDE1E-2E67-4F45-B8D7-8B8B0A11427F}"/>
              </a:ext>
            </a:extLst>
          </p:cNvPr>
          <p:cNvSpPr>
            <a:spLocks noGrp="1" noChangeArrowheads="1"/>
          </p:cNvSpPr>
          <p:nvPr>
            <p:ph type="title"/>
          </p:nvPr>
        </p:nvSpPr>
        <p:spPr>
          <a:xfrm>
            <a:off x="113083" y="150598"/>
            <a:ext cx="7620405" cy="833865"/>
          </a:xfrm>
        </p:spPr>
        <p:txBody>
          <a:bodyPr/>
          <a:lstStyle/>
          <a:p>
            <a:pPr eaLnBrk="1" hangingPunct="1"/>
            <a:r>
              <a:rPr lang="en-US" altLang="en-US" dirty="0">
                <a:ea typeface="ＭＳ Ｐゴシック" panose="020B0600070205080204" pitchFamily="34" charset="-128"/>
              </a:rPr>
              <a:t>Lab 3: Day Of the Week</a:t>
            </a:r>
          </a:p>
        </p:txBody>
      </p:sp>
      <p:sp>
        <p:nvSpPr>
          <p:cNvPr id="43010" name="Rectangle 3">
            <a:extLst>
              <a:ext uri="{FF2B5EF4-FFF2-40B4-BE49-F238E27FC236}">
                <a16:creationId xmlns:a16="http://schemas.microsoft.com/office/drawing/2014/main" id="{DDAB1DA6-6116-F740-A9FA-E38390037BBC}"/>
              </a:ext>
            </a:extLst>
          </p:cNvPr>
          <p:cNvSpPr>
            <a:spLocks noGrp="1" noChangeArrowheads="1"/>
          </p:cNvSpPr>
          <p:nvPr>
            <p:ph type="body" idx="1"/>
          </p:nvPr>
        </p:nvSpPr>
        <p:spPr>
          <a:xfrm>
            <a:off x="113083" y="984464"/>
            <a:ext cx="8875274" cy="4579938"/>
          </a:xfrm>
        </p:spPr>
        <p:txBody>
          <a:bodyPr/>
          <a:lstStyle/>
          <a:p>
            <a:pPr eaLnBrk="1" hangingPunct="1">
              <a:buFontTx/>
              <a:buNone/>
            </a:pPr>
            <a:r>
              <a:rPr lang="en-US" altLang="en-US" sz="1833" dirty="0">
                <a:ea typeface="ＭＳ Ｐゴシック" panose="020B0600070205080204" pitchFamily="34" charset="-128"/>
              </a:rPr>
              <a:t>Your program should have output similar to the following</a:t>
            </a:r>
            <a:r>
              <a:rPr lang="en-US" altLang="en-US" sz="1833" dirty="0">
                <a:ea typeface="ＭＳ Ｐゴシック" panose="020B0600070205080204" pitchFamily="34" charset="-128"/>
                <a:sym typeface="Wingdings" pitchFamily="2" charset="2"/>
              </a:rPr>
              <a:t>: </a:t>
            </a:r>
            <a:endParaRPr lang="en-US" altLang="en-US" sz="1833" dirty="0">
              <a:ea typeface="ＭＳ Ｐゴシック" panose="020B0600070205080204" pitchFamily="34" charset="-128"/>
            </a:endParaRPr>
          </a:p>
          <a:p>
            <a:pPr eaLnBrk="1" hangingPunct="1">
              <a:buFontTx/>
              <a:buNone/>
            </a:pPr>
            <a:endParaRPr lang="en-US" altLang="en-US" sz="1833" dirty="0">
              <a:ea typeface="ＭＳ Ｐゴシック" panose="020B0600070205080204" pitchFamily="34" charset="-128"/>
            </a:endParaRPr>
          </a:p>
          <a:p>
            <a:pPr eaLnBrk="1" hangingPunct="1">
              <a:buFontTx/>
              <a:buNone/>
            </a:pPr>
            <a:r>
              <a:rPr lang="en-US" altLang="en-US" sz="1833" dirty="0">
                <a:ea typeface="ＭＳ Ｐゴシック" panose="020B0600070205080204" pitchFamily="34" charset="-128"/>
              </a:rPr>
              <a:t>Enter month: 10</a:t>
            </a:r>
          </a:p>
          <a:p>
            <a:pPr eaLnBrk="1" hangingPunct="1">
              <a:buFontTx/>
              <a:buNone/>
            </a:pPr>
            <a:r>
              <a:rPr lang="en-US" altLang="en-US" sz="1833" dirty="0">
                <a:ea typeface="ＭＳ Ｐゴシック" panose="020B0600070205080204" pitchFamily="34" charset="-128"/>
              </a:rPr>
              <a:t>Enter day: 27</a:t>
            </a:r>
          </a:p>
          <a:p>
            <a:pPr eaLnBrk="1" hangingPunct="1">
              <a:buFontTx/>
              <a:buNone/>
            </a:pPr>
            <a:r>
              <a:rPr lang="en-US" altLang="en-US" sz="1833" dirty="0">
                <a:ea typeface="ＭＳ Ｐゴシック" panose="020B0600070205080204" pitchFamily="34" charset="-128"/>
              </a:rPr>
              <a:t>Enter year: 2020</a:t>
            </a:r>
          </a:p>
          <a:p>
            <a:pPr eaLnBrk="1" hangingPunct="1">
              <a:buFontTx/>
              <a:buNone/>
            </a:pPr>
            <a:r>
              <a:rPr lang="en-US" altLang="en-US" sz="1833" dirty="0">
                <a:ea typeface="ＭＳ Ｐゴシック" panose="020B0600070205080204" pitchFamily="34" charset="-128"/>
              </a:rPr>
              <a:t>Day of the week: Tuesday</a:t>
            </a:r>
          </a:p>
          <a:p>
            <a:pPr eaLnBrk="1" hangingPunct="1">
              <a:buFontTx/>
              <a:buNone/>
            </a:pPr>
            <a:endParaRPr lang="en-US" altLang="en-US" sz="1833" dirty="0">
              <a:ea typeface="ＭＳ Ｐゴシック" panose="020B0600070205080204" pitchFamily="34" charset="-128"/>
            </a:endParaRPr>
          </a:p>
          <a:p>
            <a:pPr eaLnBrk="1" hangingPunct="1">
              <a:buFontTx/>
              <a:buNone/>
            </a:pPr>
            <a:endParaRPr lang="en-US" altLang="en-US" sz="1833" dirty="0">
              <a:ea typeface="ＭＳ Ｐゴシック" panose="020B0600070205080204" pitchFamily="34" charset="-128"/>
            </a:endParaRPr>
          </a:p>
          <a:p>
            <a:pPr eaLnBrk="1" hangingPunct="1">
              <a:buFontTx/>
              <a:buNone/>
            </a:pPr>
            <a:r>
              <a:rPr lang="en-US" altLang="en-US" sz="1833" dirty="0">
                <a:ea typeface="ＭＳ Ｐゴシック" panose="020B0600070205080204" pitchFamily="34" charset="-128"/>
              </a:rPr>
              <a:t>And try entering your birthday and test your parents!</a:t>
            </a:r>
          </a:p>
        </p:txBody>
      </p:sp>
      <p:sp>
        <p:nvSpPr>
          <p:cNvPr id="2" name="Slide Number Placeholder 1">
            <a:extLst>
              <a:ext uri="{FF2B5EF4-FFF2-40B4-BE49-F238E27FC236}">
                <a16:creationId xmlns:a16="http://schemas.microsoft.com/office/drawing/2014/main" id="{6FD2E492-6A01-8641-886F-FE811E6E759B}"/>
              </a:ext>
            </a:extLst>
          </p:cNvPr>
          <p:cNvSpPr>
            <a:spLocks noGrp="1"/>
          </p:cNvSpPr>
          <p:nvPr>
            <p:ph type="sldNum" sz="quarter" idx="12"/>
          </p:nvPr>
        </p:nvSpPr>
        <p:spPr/>
        <p:txBody>
          <a:bodyPr/>
          <a:lstStyle/>
          <a:p>
            <a:fld id="{D57F1E4F-1CFF-5643-939E-02111984F565}" type="slidenum">
              <a:rPr lang="en-US" smtClean="0"/>
              <a:t>35</a:t>
            </a:fld>
            <a:endParaRPr lang="en-US" dirty="0"/>
          </a:p>
        </p:txBody>
      </p:sp>
    </p:spTree>
    <p:extLst>
      <p:ext uri="{BB962C8B-B14F-4D97-AF65-F5344CB8AC3E}">
        <p14:creationId xmlns:p14="http://schemas.microsoft.com/office/powerpoint/2010/main" val="70090437"/>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483848" y="467027"/>
            <a:ext cx="7053542" cy="683886"/>
          </a:xfrm>
        </p:spPr>
        <p:txBody>
          <a:bodyPr/>
          <a:lstStyle/>
          <a:p>
            <a:r>
              <a:rPr lang="en-US" dirty="0"/>
              <a:t>References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483848" y="1150913"/>
            <a:ext cx="8051725" cy="4440590"/>
          </a:xfrm>
        </p:spPr>
        <p:txBody>
          <a:bodyPr>
            <a:noAutofit/>
          </a:bodyPr>
          <a:lstStyle/>
          <a:p>
            <a:pPr marL="0" indent="0">
              <a:buNone/>
            </a:pPr>
            <a:endParaRPr lang="en-US" dirty="0"/>
          </a:p>
          <a:p>
            <a:pPr marL="0" indent="0">
              <a:buNone/>
            </a:pPr>
            <a:endParaRPr lang="en-US" dirty="0"/>
          </a:p>
          <a:p>
            <a:pPr marL="457200" indent="-457200">
              <a:buAutoNum type="arabicParenR"/>
            </a:pPr>
            <a:r>
              <a:rPr lang="en-US" dirty="0" err="1"/>
              <a:t>Vanderplas</a:t>
            </a:r>
            <a:r>
              <a:rPr lang="en-US" dirty="0"/>
              <a:t>, Jake, A Whirlwind Tour of Python, </a:t>
            </a:r>
            <a:r>
              <a:rPr lang="en-US" dirty="0" err="1"/>
              <a:t>O’reilly</a:t>
            </a:r>
            <a:r>
              <a:rPr lang="en-US" dirty="0"/>
              <a:t> Media. </a:t>
            </a:r>
          </a:p>
          <a:p>
            <a:pPr marL="457200" indent="-457200">
              <a:buAutoNum type="arabicParenR"/>
            </a:pPr>
            <a:r>
              <a:rPr lang="en-US" dirty="0" err="1"/>
              <a:t>Halterman</a:t>
            </a:r>
            <a:r>
              <a:rPr lang="en-US" dirty="0"/>
              <a:t>, Richard, Fundamentals of </a:t>
            </a:r>
            <a:r>
              <a:rPr lang="en-US"/>
              <a:t>Python Programming.</a:t>
            </a:r>
            <a:endParaRPr lang="en-US" dirty="0"/>
          </a:p>
          <a:p>
            <a:pPr marL="0" indent="0">
              <a:buNone/>
            </a:pPr>
            <a:endParaRPr lang="en-US" dirty="0"/>
          </a:p>
        </p:txBody>
      </p:sp>
      <p:sp>
        <p:nvSpPr>
          <p:cNvPr id="3" name="Slide Number Placeholder 2">
            <a:extLst>
              <a:ext uri="{FF2B5EF4-FFF2-40B4-BE49-F238E27FC236}">
                <a16:creationId xmlns:a16="http://schemas.microsoft.com/office/drawing/2014/main" id="{6CF8947F-3BCC-234A-A9F1-BDE54AE0CAA7}"/>
              </a:ext>
            </a:extLst>
          </p:cNvPr>
          <p:cNvSpPr>
            <a:spLocks noGrp="1"/>
          </p:cNvSpPr>
          <p:nvPr>
            <p:ph type="sldNum" sz="quarter" idx="12"/>
          </p:nvPr>
        </p:nvSpPr>
        <p:spPr/>
        <p:txBody>
          <a:bodyPr/>
          <a:lstStyle/>
          <a:p>
            <a:fld id="{D57F1E4F-1CFF-5643-939E-02111984F565}" type="slidenum">
              <a:rPr lang="en-US" smtClean="0"/>
              <a:t>36</a:t>
            </a:fld>
            <a:endParaRPr lang="en-US" dirty="0"/>
          </a:p>
        </p:txBody>
      </p:sp>
    </p:spTree>
    <p:extLst>
      <p:ext uri="{BB962C8B-B14F-4D97-AF65-F5344CB8AC3E}">
        <p14:creationId xmlns:p14="http://schemas.microsoft.com/office/powerpoint/2010/main" val="143871186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8225</TotalTime>
  <Words>4172</Words>
  <Application>Microsoft Macintosh PowerPoint</Application>
  <PresentationFormat>On-screen Show (16:10)</PresentationFormat>
  <Paragraphs>627</Paragraphs>
  <Slides>36</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36</vt:i4>
      </vt:variant>
    </vt:vector>
  </HeadingPairs>
  <TitlesOfParts>
    <vt:vector size="46" baseType="lpstr">
      <vt:lpstr>ＭＳ Ｐゴシック</vt:lpstr>
      <vt:lpstr>AktivGrotesk</vt:lpstr>
      <vt:lpstr>Arial</vt:lpstr>
      <vt:lpstr>Calibri</vt:lpstr>
      <vt:lpstr>Cambria Math</vt:lpstr>
      <vt:lpstr>Courier</vt:lpstr>
      <vt:lpstr>Gill Sans MT</vt:lpstr>
      <vt:lpstr>Inconsolata</vt:lpstr>
      <vt:lpstr>Inconsolata</vt:lpstr>
      <vt:lpstr>Office Theme</vt:lpstr>
      <vt:lpstr>Introduction to Python</vt:lpstr>
      <vt:lpstr>Topics</vt:lpstr>
      <vt:lpstr>Example</vt:lpstr>
      <vt:lpstr>Example</vt:lpstr>
      <vt:lpstr>Functions</vt:lpstr>
      <vt:lpstr>Example</vt:lpstr>
      <vt:lpstr>Functions</vt:lpstr>
      <vt:lpstr>Absolute Value</vt:lpstr>
      <vt:lpstr>Absolute Value</vt:lpstr>
      <vt:lpstr>Absolute Value</vt:lpstr>
      <vt:lpstr>Function Outputs </vt:lpstr>
      <vt:lpstr>Function Outputs </vt:lpstr>
      <vt:lpstr>Function Outputs </vt:lpstr>
      <vt:lpstr>Function Outputs </vt:lpstr>
      <vt:lpstr>Functions</vt:lpstr>
      <vt:lpstr>Functions Arguments (input)</vt:lpstr>
      <vt:lpstr>Functions Arguments (input)</vt:lpstr>
      <vt:lpstr>Returned Value</vt:lpstr>
      <vt:lpstr>AP Exam(Important)</vt:lpstr>
      <vt:lpstr>AP Exam(Important)</vt:lpstr>
      <vt:lpstr>AP Exam(Important)</vt:lpstr>
      <vt:lpstr>Flow of a Program</vt:lpstr>
      <vt:lpstr>Flow of a Program</vt:lpstr>
      <vt:lpstr>Flow of a Program</vt:lpstr>
      <vt:lpstr>Flow of a Program</vt:lpstr>
      <vt:lpstr>Variables and Parameters are Local</vt:lpstr>
      <vt:lpstr>Functions calling other functions</vt:lpstr>
      <vt:lpstr>Python Program Template</vt:lpstr>
      <vt:lpstr>Writing a Simple Program: Quadratic Roots</vt:lpstr>
      <vt:lpstr>Lab 1: Math Calculations</vt:lpstr>
      <vt:lpstr>Lab 1: Math Calculations</vt:lpstr>
      <vt:lpstr>Lab 2: BMI</vt:lpstr>
      <vt:lpstr>Lab 3: Day Of the Week</vt:lpstr>
      <vt:lpstr>Lab 3: Day Of the Week</vt:lpstr>
      <vt:lpstr>Lab 3: Day Of the Week</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Coding Games in Python</dc:title>
  <dc:creator>Long B Nguyen</dc:creator>
  <cp:lastModifiedBy>Long B Nguyen</cp:lastModifiedBy>
  <cp:revision>1</cp:revision>
  <dcterms:created xsi:type="dcterms:W3CDTF">2019-05-29T16:38:51Z</dcterms:created>
  <dcterms:modified xsi:type="dcterms:W3CDTF">2025-10-02T17:31:15Z</dcterms:modified>
</cp:coreProperties>
</file>