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91" r:id="rId1"/>
  </p:sldMasterIdLst>
  <p:sldIdLst>
    <p:sldId id="289" r:id="rId2"/>
    <p:sldId id="257" r:id="rId3"/>
    <p:sldId id="274" r:id="rId4"/>
    <p:sldId id="275" r:id="rId5"/>
    <p:sldId id="291" r:id="rId6"/>
    <p:sldId id="276" r:id="rId7"/>
    <p:sldId id="302" r:id="rId8"/>
    <p:sldId id="311" r:id="rId9"/>
    <p:sldId id="336" r:id="rId10"/>
    <p:sldId id="292" r:id="rId11"/>
    <p:sldId id="310" r:id="rId12"/>
    <p:sldId id="300" r:id="rId13"/>
    <p:sldId id="358" r:id="rId14"/>
    <p:sldId id="303" r:id="rId15"/>
    <p:sldId id="307" r:id="rId16"/>
    <p:sldId id="362" r:id="rId17"/>
    <p:sldId id="356" r:id="rId18"/>
    <p:sldId id="296" r:id="rId19"/>
    <p:sldId id="297" r:id="rId20"/>
    <p:sldId id="298" r:id="rId21"/>
    <p:sldId id="359" r:id="rId22"/>
    <p:sldId id="357" r:id="rId23"/>
    <p:sldId id="337" r:id="rId24"/>
    <p:sldId id="363" r:id="rId25"/>
    <p:sldId id="367" r:id="rId26"/>
    <p:sldId id="334" r:id="rId27"/>
    <p:sldId id="368" r:id="rId28"/>
    <p:sldId id="364" r:id="rId29"/>
    <p:sldId id="365" r:id="rId30"/>
    <p:sldId id="366" r:id="rId31"/>
    <p:sldId id="284" r:id="rId32"/>
  </p:sldIdLst>
  <p:sldSz cx="9144000" cy="5715000" type="screen16x10"/>
  <p:notesSz cx="6858000" cy="9144000"/>
  <p:defaultTextStyle>
    <a:defPPr>
      <a:defRPr lang="en-US"/>
    </a:defPPr>
    <a:lvl1pPr marL="0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380BDA-4956-9E42-A2F5-A6F8EC948116}" v="1" dt="2025-11-17T18:12:30.7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48"/>
    <p:restoredTop sz="93692"/>
  </p:normalViewPr>
  <p:slideViewPr>
    <p:cSldViewPr snapToGrid="0" snapToObjects="1">
      <p:cViewPr varScale="1">
        <p:scale>
          <a:sx n="128" d="100"/>
          <a:sy n="128" d="100"/>
        </p:scale>
        <p:origin x="17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ng B Nguyen" userId="f59fb8f3-a021-417a-8bc1-65c8d471c621" providerId="ADAL" clId="{FA1C73A9-B3EB-C748-BF65-3EC096E6A149}"/>
    <pc:docChg chg="undo custSel addSld delSld modSld">
      <pc:chgData name="Long B Nguyen" userId="f59fb8f3-a021-417a-8bc1-65c8d471c621" providerId="ADAL" clId="{FA1C73A9-B3EB-C748-BF65-3EC096E6A149}" dt="2021-06-05T15:52:14.167" v="1946" actId="20577"/>
      <pc:docMkLst>
        <pc:docMk/>
      </pc:docMkLst>
      <pc:sldChg chg="modSp mod">
        <pc:chgData name="Long B Nguyen" userId="f59fb8f3-a021-417a-8bc1-65c8d471c621" providerId="ADAL" clId="{FA1C73A9-B3EB-C748-BF65-3EC096E6A149}" dt="2021-06-05T15:52:14.167" v="1946" actId="20577"/>
        <pc:sldMkLst>
          <pc:docMk/>
          <pc:sldMk cId="2207246265" sldId="257"/>
        </pc:sldMkLst>
      </pc:sldChg>
      <pc:sldChg chg="modSp modAnim">
        <pc:chgData name="Long B Nguyen" userId="f59fb8f3-a021-417a-8bc1-65c8d471c621" providerId="ADAL" clId="{FA1C73A9-B3EB-C748-BF65-3EC096E6A149}" dt="2021-06-05T04:15:44.450" v="62" actId="20577"/>
        <pc:sldMkLst>
          <pc:docMk/>
          <pc:sldMk cId="4018759955" sldId="274"/>
        </pc:sldMkLst>
      </pc:sldChg>
      <pc:sldChg chg="modSp mod modAnim">
        <pc:chgData name="Long B Nguyen" userId="f59fb8f3-a021-417a-8bc1-65c8d471c621" providerId="ADAL" clId="{FA1C73A9-B3EB-C748-BF65-3EC096E6A149}" dt="2021-06-05T04:17:26.642" v="129" actId="20577"/>
        <pc:sldMkLst>
          <pc:docMk/>
          <pc:sldMk cId="3908189275" sldId="275"/>
        </pc:sldMkLst>
      </pc:sldChg>
      <pc:sldChg chg="del">
        <pc:chgData name="Long B Nguyen" userId="f59fb8f3-a021-417a-8bc1-65c8d471c621" providerId="ADAL" clId="{FA1C73A9-B3EB-C748-BF65-3EC096E6A149}" dt="2021-06-05T04:23:32.929" v="547" actId="2696"/>
        <pc:sldMkLst>
          <pc:docMk/>
          <pc:sldMk cId="3369363658" sldId="278"/>
        </pc:sldMkLst>
      </pc:sldChg>
      <pc:sldChg chg="modSp del mod">
        <pc:chgData name="Long B Nguyen" userId="f59fb8f3-a021-417a-8bc1-65c8d471c621" providerId="ADAL" clId="{FA1C73A9-B3EB-C748-BF65-3EC096E6A149}" dt="2021-06-05T11:21:31.934" v="612" actId="2696"/>
        <pc:sldMkLst>
          <pc:docMk/>
          <pc:sldMk cId="2479426709" sldId="279"/>
        </pc:sldMkLst>
      </pc:sldChg>
      <pc:sldChg chg="modSp mod modAnim">
        <pc:chgData name="Long B Nguyen" userId="f59fb8f3-a021-417a-8bc1-65c8d471c621" providerId="ADAL" clId="{FA1C73A9-B3EB-C748-BF65-3EC096E6A149}" dt="2021-06-05T04:20:19.169" v="366" actId="20577"/>
        <pc:sldMkLst>
          <pc:docMk/>
          <pc:sldMk cId="99755680" sldId="291"/>
        </pc:sldMkLst>
      </pc:sldChg>
      <pc:sldChg chg="modSp">
        <pc:chgData name="Long B Nguyen" userId="f59fb8f3-a021-417a-8bc1-65c8d471c621" providerId="ADAL" clId="{FA1C73A9-B3EB-C748-BF65-3EC096E6A149}" dt="2021-06-05T11:25:58.886" v="793" actId="20577"/>
        <pc:sldMkLst>
          <pc:docMk/>
          <pc:sldMk cId="847072393" sldId="292"/>
        </pc:sldMkLst>
      </pc:sldChg>
      <pc:sldChg chg="modSp mod modAnim">
        <pc:chgData name="Long B Nguyen" userId="f59fb8f3-a021-417a-8bc1-65c8d471c621" providerId="ADAL" clId="{FA1C73A9-B3EB-C748-BF65-3EC096E6A149}" dt="2021-06-05T11:33:42.841" v="999" actId="207"/>
        <pc:sldMkLst>
          <pc:docMk/>
          <pc:sldMk cId="3060343526" sldId="294"/>
        </pc:sldMkLst>
      </pc:sldChg>
      <pc:sldChg chg="del">
        <pc:chgData name="Long B Nguyen" userId="f59fb8f3-a021-417a-8bc1-65c8d471c621" providerId="ADAL" clId="{FA1C73A9-B3EB-C748-BF65-3EC096E6A149}" dt="2021-06-05T04:24:49.341" v="548" actId="2696"/>
        <pc:sldMkLst>
          <pc:docMk/>
          <pc:sldMk cId="2474375338" sldId="295"/>
        </pc:sldMkLst>
      </pc:sldChg>
      <pc:sldChg chg="modSp modAnim">
        <pc:chgData name="Long B Nguyen" userId="f59fb8f3-a021-417a-8bc1-65c8d471c621" providerId="ADAL" clId="{FA1C73A9-B3EB-C748-BF65-3EC096E6A149}" dt="2021-06-05T11:35:38.295" v="1115" actId="20577"/>
        <pc:sldMkLst>
          <pc:docMk/>
          <pc:sldMk cId="3888808614" sldId="296"/>
        </pc:sldMkLst>
      </pc:sldChg>
      <pc:sldChg chg="modSp">
        <pc:chgData name="Long B Nguyen" userId="f59fb8f3-a021-417a-8bc1-65c8d471c621" providerId="ADAL" clId="{FA1C73A9-B3EB-C748-BF65-3EC096E6A149}" dt="2021-06-05T11:35:49.676" v="1123" actId="20577"/>
        <pc:sldMkLst>
          <pc:docMk/>
          <pc:sldMk cId="4019361075" sldId="298"/>
        </pc:sldMkLst>
      </pc:sldChg>
      <pc:sldChg chg="addSp modSp mod modAnim">
        <pc:chgData name="Long B Nguyen" userId="f59fb8f3-a021-417a-8bc1-65c8d471c621" providerId="ADAL" clId="{FA1C73A9-B3EB-C748-BF65-3EC096E6A149}" dt="2021-06-05T15:16:02.237" v="1898" actId="20577"/>
        <pc:sldMkLst>
          <pc:docMk/>
          <pc:sldMk cId="3334677996" sldId="299"/>
        </pc:sldMkLst>
      </pc:sldChg>
      <pc:sldChg chg="modSp mod">
        <pc:chgData name="Long B Nguyen" userId="f59fb8f3-a021-417a-8bc1-65c8d471c621" providerId="ADAL" clId="{FA1C73A9-B3EB-C748-BF65-3EC096E6A149}" dt="2021-06-05T15:51:16.401" v="1934" actId="20577"/>
        <pc:sldMkLst>
          <pc:docMk/>
          <pc:sldMk cId="1511080215" sldId="300"/>
        </pc:sldMkLst>
      </pc:sldChg>
      <pc:sldChg chg="modSp del mod">
        <pc:chgData name="Long B Nguyen" userId="f59fb8f3-a021-417a-8bc1-65c8d471c621" providerId="ADAL" clId="{FA1C73A9-B3EB-C748-BF65-3EC096E6A149}" dt="2021-06-05T11:23:36.661" v="707" actId="2696"/>
        <pc:sldMkLst>
          <pc:docMk/>
          <pc:sldMk cId="3018705465" sldId="301"/>
        </pc:sldMkLst>
      </pc:sldChg>
      <pc:sldChg chg="modSp mod modAnim">
        <pc:chgData name="Long B Nguyen" userId="f59fb8f3-a021-417a-8bc1-65c8d471c621" providerId="ADAL" clId="{FA1C73A9-B3EB-C748-BF65-3EC096E6A149}" dt="2021-06-05T11:23:34.355" v="706" actId="20577"/>
        <pc:sldMkLst>
          <pc:docMk/>
          <pc:sldMk cId="2221515130" sldId="302"/>
        </pc:sldMkLst>
      </pc:sldChg>
      <pc:sldChg chg="modSp mod modAnim">
        <pc:chgData name="Long B Nguyen" userId="f59fb8f3-a021-417a-8bc1-65c8d471c621" providerId="ADAL" clId="{FA1C73A9-B3EB-C748-BF65-3EC096E6A149}" dt="2021-06-05T12:05:31.500" v="1807" actId="207"/>
        <pc:sldMkLst>
          <pc:docMk/>
          <pc:sldMk cId="2524324013" sldId="303"/>
        </pc:sldMkLst>
      </pc:sldChg>
      <pc:sldChg chg="del">
        <pc:chgData name="Long B Nguyen" userId="f59fb8f3-a021-417a-8bc1-65c8d471c621" providerId="ADAL" clId="{FA1C73A9-B3EB-C748-BF65-3EC096E6A149}" dt="2021-06-05T12:05:42.861" v="1808" actId="2696"/>
        <pc:sldMkLst>
          <pc:docMk/>
          <pc:sldMk cId="3612046097" sldId="304"/>
        </pc:sldMkLst>
      </pc:sldChg>
      <pc:sldChg chg="del">
        <pc:chgData name="Long B Nguyen" userId="f59fb8f3-a021-417a-8bc1-65c8d471c621" providerId="ADAL" clId="{FA1C73A9-B3EB-C748-BF65-3EC096E6A149}" dt="2021-06-05T12:05:45.605" v="1809" actId="2696"/>
        <pc:sldMkLst>
          <pc:docMk/>
          <pc:sldMk cId="3701226577" sldId="305"/>
        </pc:sldMkLst>
      </pc:sldChg>
      <pc:sldChg chg="del">
        <pc:chgData name="Long B Nguyen" userId="f59fb8f3-a021-417a-8bc1-65c8d471c621" providerId="ADAL" clId="{FA1C73A9-B3EB-C748-BF65-3EC096E6A149}" dt="2021-06-05T11:53:58.397" v="1541" actId="2696"/>
        <pc:sldMkLst>
          <pc:docMk/>
          <pc:sldMk cId="3900668933" sldId="306"/>
        </pc:sldMkLst>
      </pc:sldChg>
      <pc:sldChg chg="addSp modSp mod modAnim">
        <pc:chgData name="Long B Nguyen" userId="f59fb8f3-a021-417a-8bc1-65c8d471c621" providerId="ADAL" clId="{FA1C73A9-B3EB-C748-BF65-3EC096E6A149}" dt="2021-06-05T15:15:26.230" v="1891" actId="20577"/>
        <pc:sldMkLst>
          <pc:docMk/>
          <pc:sldMk cId="824515891" sldId="307"/>
        </pc:sldMkLst>
      </pc:sldChg>
      <pc:sldChg chg="del">
        <pc:chgData name="Long B Nguyen" userId="f59fb8f3-a021-417a-8bc1-65c8d471c621" providerId="ADAL" clId="{FA1C73A9-B3EB-C748-BF65-3EC096E6A149}" dt="2021-06-05T15:16:50.302" v="1910" actId="2696"/>
        <pc:sldMkLst>
          <pc:docMk/>
          <pc:sldMk cId="641334177" sldId="308"/>
        </pc:sldMkLst>
      </pc:sldChg>
      <pc:sldChg chg="del">
        <pc:chgData name="Long B Nguyen" userId="f59fb8f3-a021-417a-8bc1-65c8d471c621" providerId="ADAL" clId="{FA1C73A9-B3EB-C748-BF65-3EC096E6A149}" dt="2021-06-05T15:17:00.120" v="1911" actId="2696"/>
        <pc:sldMkLst>
          <pc:docMk/>
          <pc:sldMk cId="3912850767" sldId="309"/>
        </pc:sldMkLst>
      </pc:sldChg>
      <pc:sldChg chg="modSp modAnim">
        <pc:chgData name="Long B Nguyen" userId="f59fb8f3-a021-417a-8bc1-65c8d471c621" providerId="ADAL" clId="{FA1C73A9-B3EB-C748-BF65-3EC096E6A149}" dt="2021-06-05T11:31:43.541" v="893" actId="207"/>
        <pc:sldMkLst>
          <pc:docMk/>
          <pc:sldMk cId="4013144405" sldId="310"/>
        </pc:sldMkLst>
      </pc:sldChg>
      <pc:sldChg chg="modSp modAnim">
        <pc:chgData name="Long B Nguyen" userId="f59fb8f3-a021-417a-8bc1-65c8d471c621" providerId="ADAL" clId="{FA1C73A9-B3EB-C748-BF65-3EC096E6A149}" dt="2021-06-05T11:24:14.213" v="756" actId="20577"/>
        <pc:sldMkLst>
          <pc:docMk/>
          <pc:sldMk cId="4209926949" sldId="311"/>
        </pc:sldMkLst>
      </pc:sldChg>
      <pc:sldChg chg="del">
        <pc:chgData name="Long B Nguyen" userId="f59fb8f3-a021-417a-8bc1-65c8d471c621" providerId="ADAL" clId="{FA1C73A9-B3EB-C748-BF65-3EC096E6A149}" dt="2021-06-05T04:20:22.340" v="367" actId="2696"/>
        <pc:sldMkLst>
          <pc:docMk/>
          <pc:sldMk cId="2217973748" sldId="312"/>
        </pc:sldMkLst>
      </pc:sldChg>
      <pc:sldChg chg="del">
        <pc:chgData name="Long B Nguyen" userId="f59fb8f3-a021-417a-8bc1-65c8d471c621" providerId="ADAL" clId="{FA1C73A9-B3EB-C748-BF65-3EC096E6A149}" dt="2021-06-05T15:50:15.911" v="1916" actId="2696"/>
        <pc:sldMkLst>
          <pc:docMk/>
          <pc:sldMk cId="1315440788" sldId="313"/>
        </pc:sldMkLst>
      </pc:sldChg>
      <pc:sldChg chg="delSp modSp add mod delAnim modAnim">
        <pc:chgData name="Long B Nguyen" userId="f59fb8f3-a021-417a-8bc1-65c8d471c621" providerId="ADAL" clId="{FA1C73A9-B3EB-C748-BF65-3EC096E6A149}" dt="2021-06-05T11:51:18.474" v="1540" actId="20577"/>
        <pc:sldMkLst>
          <pc:docMk/>
          <pc:sldMk cId="1628785944" sldId="336"/>
        </pc:sldMkLst>
      </pc:sldChg>
      <pc:sldChg chg="add">
        <pc:chgData name="Long B Nguyen" userId="f59fb8f3-a021-417a-8bc1-65c8d471c621" providerId="ADAL" clId="{FA1C73A9-B3EB-C748-BF65-3EC096E6A149}" dt="2021-06-05T15:49:21.912" v="1912"/>
        <pc:sldMkLst>
          <pc:docMk/>
          <pc:sldMk cId="2824967516" sldId="337"/>
        </pc:sldMkLst>
      </pc:sldChg>
      <pc:sldChg chg="add">
        <pc:chgData name="Long B Nguyen" userId="f59fb8f3-a021-417a-8bc1-65c8d471c621" providerId="ADAL" clId="{FA1C73A9-B3EB-C748-BF65-3EC096E6A149}" dt="2021-06-05T15:49:21.912" v="1912"/>
        <pc:sldMkLst>
          <pc:docMk/>
          <pc:sldMk cId="2829828880" sldId="356"/>
        </pc:sldMkLst>
      </pc:sldChg>
    </pc:docChg>
  </pc:docChgLst>
  <pc:docChgLst>
    <pc:chgData name="Long B Nguyen" userId="f59fb8f3-a021-417a-8bc1-65c8d471c621" providerId="ADAL" clId="{2C9BD3C4-A72C-C34E-A2E2-4164CEFFD187}"/>
    <pc:docChg chg="undo custSel addSld delSld modSld">
      <pc:chgData name="Long B Nguyen" userId="f59fb8f3-a021-417a-8bc1-65c8d471c621" providerId="ADAL" clId="{2C9BD3C4-A72C-C34E-A2E2-4164CEFFD187}" dt="2019-10-08T13:50:00.053" v="7219" actId="20577"/>
      <pc:docMkLst>
        <pc:docMk/>
      </pc:docMkLst>
      <pc:sldChg chg="modSp">
        <pc:chgData name="Long B Nguyen" userId="f59fb8f3-a021-417a-8bc1-65c8d471c621" providerId="ADAL" clId="{2C9BD3C4-A72C-C34E-A2E2-4164CEFFD187}" dt="2019-09-29T10:10:33.409" v="5997" actId="20577"/>
        <pc:sldMkLst>
          <pc:docMk/>
          <pc:sldMk cId="2207246265" sldId="257"/>
        </pc:sldMkLst>
      </pc:sldChg>
      <pc:sldChg chg="modSp modAnim">
        <pc:chgData name="Long B Nguyen" userId="f59fb8f3-a021-417a-8bc1-65c8d471c621" providerId="ADAL" clId="{2C9BD3C4-A72C-C34E-A2E2-4164CEFFD187}" dt="2019-09-30T11:58:12.096" v="6860" actId="20577"/>
        <pc:sldMkLst>
          <pc:docMk/>
          <pc:sldMk cId="4018759955" sldId="274"/>
        </pc:sldMkLst>
      </pc:sldChg>
      <pc:sldChg chg="modSp modAnim">
        <pc:chgData name="Long B Nguyen" userId="f59fb8f3-a021-417a-8bc1-65c8d471c621" providerId="ADAL" clId="{2C9BD3C4-A72C-C34E-A2E2-4164CEFFD187}" dt="2019-09-29T10:35:43.846" v="6667"/>
        <pc:sldMkLst>
          <pc:docMk/>
          <pc:sldMk cId="3908189275" sldId="275"/>
        </pc:sldMkLst>
      </pc:sldChg>
      <pc:sldChg chg="modSp modAnim">
        <pc:chgData name="Long B Nguyen" userId="f59fb8f3-a021-417a-8bc1-65c8d471c621" providerId="ADAL" clId="{2C9BD3C4-A72C-C34E-A2E2-4164CEFFD187}" dt="2019-09-29T10:36:18.704" v="6671"/>
        <pc:sldMkLst>
          <pc:docMk/>
          <pc:sldMk cId="1114720448" sldId="276"/>
        </pc:sldMkLst>
      </pc:sldChg>
      <pc:sldChg chg="modSp modAnim">
        <pc:chgData name="Long B Nguyen" userId="f59fb8f3-a021-417a-8bc1-65c8d471c621" providerId="ADAL" clId="{2C9BD3C4-A72C-C34E-A2E2-4164CEFFD187}" dt="2019-09-29T10:36:40.185" v="6674"/>
        <pc:sldMkLst>
          <pc:docMk/>
          <pc:sldMk cId="3369363658" sldId="278"/>
        </pc:sldMkLst>
      </pc:sldChg>
      <pc:sldChg chg="modSp modAnim">
        <pc:chgData name="Long B Nguyen" userId="f59fb8f3-a021-417a-8bc1-65c8d471c621" providerId="ADAL" clId="{2C9BD3C4-A72C-C34E-A2E2-4164CEFFD187}" dt="2019-09-29T10:36:51.662" v="6676"/>
        <pc:sldMkLst>
          <pc:docMk/>
          <pc:sldMk cId="2479426709" sldId="279"/>
        </pc:sldMkLst>
      </pc:sldChg>
      <pc:sldChg chg="modSp">
        <pc:chgData name="Long B Nguyen" userId="f59fb8f3-a021-417a-8bc1-65c8d471c621" providerId="ADAL" clId="{2C9BD3C4-A72C-C34E-A2E2-4164CEFFD187}" dt="2019-09-27T16:47:39.087" v="4778" actId="20577"/>
        <pc:sldMkLst>
          <pc:docMk/>
          <pc:sldMk cId="2783383753" sldId="284"/>
        </pc:sldMkLst>
      </pc:sldChg>
      <pc:sldChg chg="modSp">
        <pc:chgData name="Long B Nguyen" userId="f59fb8f3-a021-417a-8bc1-65c8d471c621" providerId="ADAL" clId="{2C9BD3C4-A72C-C34E-A2E2-4164CEFFD187}" dt="2019-09-26T21:36:59.907" v="1840" actId="1076"/>
        <pc:sldMkLst>
          <pc:docMk/>
          <pc:sldMk cId="3974060782" sldId="289"/>
        </pc:sldMkLst>
      </pc:sldChg>
      <pc:sldChg chg="modSp modAnim">
        <pc:chgData name="Long B Nguyen" userId="f59fb8f3-a021-417a-8bc1-65c8d471c621" providerId="ADAL" clId="{2C9BD3C4-A72C-C34E-A2E2-4164CEFFD187}" dt="2019-09-30T11:58:42.873" v="6862" actId="113"/>
        <pc:sldMkLst>
          <pc:docMk/>
          <pc:sldMk cId="99755680" sldId="291"/>
        </pc:sldMkLst>
      </pc:sldChg>
      <pc:sldChg chg="modSp modAnim">
        <pc:chgData name="Long B Nguyen" userId="f59fb8f3-a021-417a-8bc1-65c8d471c621" providerId="ADAL" clId="{2C9BD3C4-A72C-C34E-A2E2-4164CEFFD187}" dt="2019-09-29T10:37:47.108" v="6778"/>
        <pc:sldMkLst>
          <pc:docMk/>
          <pc:sldMk cId="847072393" sldId="292"/>
        </pc:sldMkLst>
      </pc:sldChg>
      <pc:sldChg chg="modSp modAnim">
        <pc:chgData name="Long B Nguyen" userId="f59fb8f3-a021-417a-8bc1-65c8d471c621" providerId="ADAL" clId="{2C9BD3C4-A72C-C34E-A2E2-4164CEFFD187}" dt="2019-09-29T10:38:12.206" v="6782"/>
        <pc:sldMkLst>
          <pc:docMk/>
          <pc:sldMk cId="3060343526" sldId="294"/>
        </pc:sldMkLst>
      </pc:sldChg>
      <pc:sldChg chg="modSp add modAnim">
        <pc:chgData name="Long B Nguyen" userId="f59fb8f3-a021-417a-8bc1-65c8d471c621" providerId="ADAL" clId="{2C9BD3C4-A72C-C34E-A2E2-4164CEFFD187}" dt="2019-09-29T10:38:29.490" v="6783"/>
        <pc:sldMkLst>
          <pc:docMk/>
          <pc:sldMk cId="450853280" sldId="295"/>
        </pc:sldMkLst>
      </pc:sldChg>
      <pc:sldChg chg="modSp add modAnim">
        <pc:chgData name="Long B Nguyen" userId="f59fb8f3-a021-417a-8bc1-65c8d471c621" providerId="ADAL" clId="{2C9BD3C4-A72C-C34E-A2E2-4164CEFFD187}" dt="2019-09-29T10:40:07.686" v="6785"/>
        <pc:sldMkLst>
          <pc:docMk/>
          <pc:sldMk cId="3888808614" sldId="296"/>
        </pc:sldMkLst>
      </pc:sldChg>
      <pc:sldChg chg="modSp add">
        <pc:chgData name="Long B Nguyen" userId="f59fb8f3-a021-417a-8bc1-65c8d471c621" providerId="ADAL" clId="{2C9BD3C4-A72C-C34E-A2E2-4164CEFFD187}" dt="2019-09-08T13:32:35.797" v="1429" actId="20577"/>
        <pc:sldMkLst>
          <pc:docMk/>
          <pc:sldMk cId="1027235231" sldId="297"/>
        </pc:sldMkLst>
      </pc:sldChg>
      <pc:sldChg chg="modSp add modAnim">
        <pc:chgData name="Long B Nguyen" userId="f59fb8f3-a021-417a-8bc1-65c8d471c621" providerId="ADAL" clId="{2C9BD3C4-A72C-C34E-A2E2-4164CEFFD187}" dt="2019-09-29T10:40:26.551" v="6791" actId="20577"/>
        <pc:sldMkLst>
          <pc:docMk/>
          <pc:sldMk cId="4019361075" sldId="298"/>
        </pc:sldMkLst>
      </pc:sldChg>
      <pc:sldChg chg="modSp add modAnim">
        <pc:chgData name="Long B Nguyen" userId="f59fb8f3-a021-417a-8bc1-65c8d471c621" providerId="ADAL" clId="{2C9BD3C4-A72C-C34E-A2E2-4164CEFFD187}" dt="2019-09-30T12:32:09.817" v="6889" actId="20577"/>
        <pc:sldMkLst>
          <pc:docMk/>
          <pc:sldMk cId="3334677996" sldId="299"/>
        </pc:sldMkLst>
      </pc:sldChg>
      <pc:sldChg chg="addSp modSp add">
        <pc:chgData name="Long B Nguyen" userId="f59fb8f3-a021-417a-8bc1-65c8d471c621" providerId="ADAL" clId="{2C9BD3C4-A72C-C34E-A2E2-4164CEFFD187}" dt="2019-09-27T16:54:32.829" v="4806" actId="20577"/>
        <pc:sldMkLst>
          <pc:docMk/>
          <pc:sldMk cId="1511080215" sldId="300"/>
        </pc:sldMkLst>
      </pc:sldChg>
      <pc:sldChg chg="modSp add modAnim">
        <pc:chgData name="Long B Nguyen" userId="f59fb8f3-a021-417a-8bc1-65c8d471c621" providerId="ADAL" clId="{2C9BD3C4-A72C-C34E-A2E2-4164CEFFD187}" dt="2019-10-08T13:02:33.560" v="7074" actId="20577"/>
        <pc:sldMkLst>
          <pc:docMk/>
          <pc:sldMk cId="3018705465" sldId="301"/>
        </pc:sldMkLst>
      </pc:sldChg>
      <pc:sldChg chg="modSp add modAnim">
        <pc:chgData name="Long B Nguyen" userId="f59fb8f3-a021-417a-8bc1-65c8d471c621" providerId="ADAL" clId="{2C9BD3C4-A72C-C34E-A2E2-4164CEFFD187}" dt="2019-09-29T10:36:26.780" v="6672"/>
        <pc:sldMkLst>
          <pc:docMk/>
          <pc:sldMk cId="2221515130" sldId="302"/>
        </pc:sldMkLst>
      </pc:sldChg>
      <pc:sldChg chg="modSp add modAnim">
        <pc:chgData name="Long B Nguyen" userId="f59fb8f3-a021-417a-8bc1-65c8d471c621" providerId="ADAL" clId="{2C9BD3C4-A72C-C34E-A2E2-4164CEFFD187}" dt="2019-09-30T12:00:23.805" v="6868"/>
        <pc:sldMkLst>
          <pc:docMk/>
          <pc:sldMk cId="2524324013" sldId="303"/>
        </pc:sldMkLst>
      </pc:sldChg>
      <pc:sldChg chg="modSp add modAnim">
        <pc:chgData name="Long B Nguyen" userId="f59fb8f3-a021-417a-8bc1-65c8d471c621" providerId="ADAL" clId="{2C9BD3C4-A72C-C34E-A2E2-4164CEFFD187}" dt="2019-09-30T12:00:33.344" v="6870"/>
        <pc:sldMkLst>
          <pc:docMk/>
          <pc:sldMk cId="3612046097" sldId="304"/>
        </pc:sldMkLst>
      </pc:sldChg>
      <pc:sldChg chg="modSp add modAnim">
        <pc:chgData name="Long B Nguyen" userId="f59fb8f3-a021-417a-8bc1-65c8d471c621" providerId="ADAL" clId="{2C9BD3C4-A72C-C34E-A2E2-4164CEFFD187}" dt="2019-09-30T12:00:45.214" v="6873"/>
        <pc:sldMkLst>
          <pc:docMk/>
          <pc:sldMk cId="3701226577" sldId="305"/>
        </pc:sldMkLst>
      </pc:sldChg>
      <pc:sldChg chg="modSp add modAnim">
        <pc:chgData name="Long B Nguyen" userId="f59fb8f3-a021-417a-8bc1-65c8d471c621" providerId="ADAL" clId="{2C9BD3C4-A72C-C34E-A2E2-4164CEFFD187}" dt="2019-09-30T12:00:56.386" v="6875"/>
        <pc:sldMkLst>
          <pc:docMk/>
          <pc:sldMk cId="3900668933" sldId="306"/>
        </pc:sldMkLst>
      </pc:sldChg>
      <pc:sldChg chg="modSp add modAnim">
        <pc:chgData name="Long B Nguyen" userId="f59fb8f3-a021-417a-8bc1-65c8d471c621" providerId="ADAL" clId="{2C9BD3C4-A72C-C34E-A2E2-4164CEFFD187}" dt="2019-09-30T12:01:02.667" v="6876"/>
        <pc:sldMkLst>
          <pc:docMk/>
          <pc:sldMk cId="824515891" sldId="307"/>
        </pc:sldMkLst>
      </pc:sldChg>
      <pc:sldChg chg="modSp add modAnim">
        <pc:chgData name="Long B Nguyen" userId="f59fb8f3-a021-417a-8bc1-65c8d471c621" providerId="ADAL" clId="{2C9BD3C4-A72C-C34E-A2E2-4164CEFFD187}" dt="2019-09-30T12:01:19.026" v="6879"/>
        <pc:sldMkLst>
          <pc:docMk/>
          <pc:sldMk cId="641334177" sldId="308"/>
        </pc:sldMkLst>
      </pc:sldChg>
      <pc:sldChg chg="modSp add modAnim">
        <pc:chgData name="Long B Nguyen" userId="f59fb8f3-a021-417a-8bc1-65c8d471c621" providerId="ADAL" clId="{2C9BD3C4-A72C-C34E-A2E2-4164CEFFD187}" dt="2019-09-30T12:01:34.741" v="6882"/>
        <pc:sldMkLst>
          <pc:docMk/>
          <pc:sldMk cId="3912850767" sldId="309"/>
        </pc:sldMkLst>
      </pc:sldChg>
      <pc:sldChg chg="modSp add modAnim">
        <pc:chgData name="Long B Nguyen" userId="f59fb8f3-a021-417a-8bc1-65c8d471c621" providerId="ADAL" clId="{2C9BD3C4-A72C-C34E-A2E2-4164CEFFD187}" dt="2019-09-30T14:03:41.601" v="6897" actId="20577"/>
        <pc:sldMkLst>
          <pc:docMk/>
          <pc:sldMk cId="4013144405" sldId="310"/>
        </pc:sldMkLst>
      </pc:sldChg>
      <pc:sldChg chg="modSp add modAnim">
        <pc:chgData name="Long B Nguyen" userId="f59fb8f3-a021-417a-8bc1-65c8d471c621" providerId="ADAL" clId="{2C9BD3C4-A72C-C34E-A2E2-4164CEFFD187}" dt="2019-10-08T13:50:00.053" v="7219" actId="20577"/>
        <pc:sldMkLst>
          <pc:docMk/>
          <pc:sldMk cId="4209926949" sldId="311"/>
        </pc:sldMkLst>
      </pc:sldChg>
    </pc:docChg>
  </pc:docChgLst>
  <pc:docChgLst>
    <pc:chgData name="Long B Nguyen" userId="f59fb8f3-a021-417a-8bc1-65c8d471c621" providerId="ADAL" clId="{5BA4ED75-8AB8-EF4B-B40C-CAAFEBD8F6A0}"/>
    <pc:docChg chg="custSel addSld delSld modSld">
      <pc:chgData name="Long B Nguyen" userId="f59fb8f3-a021-417a-8bc1-65c8d471c621" providerId="ADAL" clId="{5BA4ED75-8AB8-EF4B-B40C-CAAFEBD8F6A0}" dt="2019-09-07T18:16:12.785" v="168"/>
      <pc:docMkLst>
        <pc:docMk/>
      </pc:docMkLst>
      <pc:sldChg chg="modSp">
        <pc:chgData name="Long B Nguyen" userId="f59fb8f3-a021-417a-8bc1-65c8d471c621" providerId="ADAL" clId="{5BA4ED75-8AB8-EF4B-B40C-CAAFEBD8F6A0}" dt="2019-09-07T18:16:12.785" v="168"/>
        <pc:sldMkLst>
          <pc:docMk/>
          <pc:sldMk cId="2207246265" sldId="257"/>
        </pc:sldMkLst>
      </pc:sldChg>
      <pc:sldChg chg="modSp">
        <pc:chgData name="Long B Nguyen" userId="f59fb8f3-a021-417a-8bc1-65c8d471c621" providerId="ADAL" clId="{5BA4ED75-8AB8-EF4B-B40C-CAAFEBD8F6A0}" dt="2019-08-18T20:08:42.191" v="115" actId="313"/>
        <pc:sldMkLst>
          <pc:docMk/>
          <pc:sldMk cId="4018759955" sldId="274"/>
        </pc:sldMkLst>
      </pc:sldChg>
      <pc:sldChg chg="modSp">
        <pc:chgData name="Long B Nguyen" userId="f59fb8f3-a021-417a-8bc1-65c8d471c621" providerId="ADAL" clId="{5BA4ED75-8AB8-EF4B-B40C-CAAFEBD8F6A0}" dt="2019-08-18T20:09:14.054" v="121" actId="313"/>
        <pc:sldMkLst>
          <pc:docMk/>
          <pc:sldMk cId="3908189275" sldId="275"/>
        </pc:sldMkLst>
      </pc:sldChg>
      <pc:sldChg chg="modSp">
        <pc:chgData name="Long B Nguyen" userId="f59fb8f3-a021-417a-8bc1-65c8d471c621" providerId="ADAL" clId="{5BA4ED75-8AB8-EF4B-B40C-CAAFEBD8F6A0}" dt="2019-08-18T20:09:30.839" v="124" actId="313"/>
        <pc:sldMkLst>
          <pc:docMk/>
          <pc:sldMk cId="1114720448" sldId="276"/>
        </pc:sldMkLst>
      </pc:sldChg>
      <pc:sldChg chg="add">
        <pc:chgData name="Long B Nguyen" userId="f59fb8f3-a021-417a-8bc1-65c8d471c621" providerId="ADAL" clId="{5BA4ED75-8AB8-EF4B-B40C-CAAFEBD8F6A0}" dt="2019-08-25T11:36:43.747" v="163"/>
        <pc:sldMkLst>
          <pc:docMk/>
          <pc:sldMk cId="2783383753" sldId="284"/>
        </pc:sldMkLst>
      </pc:sldChg>
      <pc:sldChg chg="modSp">
        <pc:chgData name="Long B Nguyen" userId="f59fb8f3-a021-417a-8bc1-65c8d471c621" providerId="ADAL" clId="{5BA4ED75-8AB8-EF4B-B40C-CAAFEBD8F6A0}" dt="2019-08-25T11:28:37.709" v="159" actId="20577"/>
        <pc:sldMkLst>
          <pc:docMk/>
          <pc:sldMk cId="3974060782" sldId="289"/>
        </pc:sldMkLst>
      </pc:sldChg>
    </pc:docChg>
  </pc:docChgLst>
  <pc:docChgLst>
    <pc:chgData name="Long B Nguyen" userId="f59fb8f3-a021-417a-8bc1-65c8d471c621" providerId="ADAL" clId="{F75EDA11-D5F5-A647-A905-569752EB74A6}"/>
    <pc:docChg chg="undo custSel addSld delSld modSld">
      <pc:chgData name="Long B Nguyen" userId="f59fb8f3-a021-417a-8bc1-65c8d471c621" providerId="ADAL" clId="{F75EDA11-D5F5-A647-A905-569752EB74A6}" dt="2021-11-12T14:09:59.307" v="4445" actId="20577"/>
      <pc:docMkLst>
        <pc:docMk/>
      </pc:docMkLst>
      <pc:sldChg chg="modSp mod">
        <pc:chgData name="Long B Nguyen" userId="f59fb8f3-a021-417a-8bc1-65c8d471c621" providerId="ADAL" clId="{F75EDA11-D5F5-A647-A905-569752EB74A6}" dt="2021-11-07T14:34:06.134" v="4257" actId="20577"/>
        <pc:sldMkLst>
          <pc:docMk/>
          <pc:sldMk cId="2207246265" sldId="257"/>
        </pc:sldMkLst>
      </pc:sldChg>
      <pc:sldChg chg="modSp">
        <pc:chgData name="Long B Nguyen" userId="f59fb8f3-a021-417a-8bc1-65c8d471c621" providerId="ADAL" clId="{F75EDA11-D5F5-A647-A905-569752EB74A6}" dt="2021-11-09T13:51:21.049" v="4383" actId="20577"/>
        <pc:sldMkLst>
          <pc:docMk/>
          <pc:sldMk cId="4018759955" sldId="274"/>
        </pc:sldMkLst>
      </pc:sldChg>
      <pc:sldChg chg="del">
        <pc:chgData name="Long B Nguyen" userId="f59fb8f3-a021-417a-8bc1-65c8d471c621" providerId="ADAL" clId="{F75EDA11-D5F5-A647-A905-569752EB74A6}" dt="2021-11-07T12:42:29.891" v="2136" actId="2696"/>
        <pc:sldMkLst>
          <pc:docMk/>
          <pc:sldMk cId="3060343526" sldId="294"/>
        </pc:sldMkLst>
      </pc:sldChg>
      <pc:sldChg chg="modSp add">
        <pc:chgData name="Long B Nguyen" userId="f59fb8f3-a021-417a-8bc1-65c8d471c621" providerId="ADAL" clId="{F75EDA11-D5F5-A647-A905-569752EB74A6}" dt="2021-11-05T23:48:07.342" v="997" actId="207"/>
        <pc:sldMkLst>
          <pc:docMk/>
          <pc:sldMk cId="3223074979" sldId="296"/>
        </pc:sldMkLst>
      </pc:sldChg>
      <pc:sldChg chg="modSp del">
        <pc:chgData name="Long B Nguyen" userId="f59fb8f3-a021-417a-8bc1-65c8d471c621" providerId="ADAL" clId="{F75EDA11-D5F5-A647-A905-569752EB74A6}" dt="2021-11-05T16:40:24.695" v="32" actId="2696"/>
        <pc:sldMkLst>
          <pc:docMk/>
          <pc:sldMk cId="3888808614" sldId="296"/>
        </pc:sldMkLst>
      </pc:sldChg>
      <pc:sldChg chg="modSp add mod">
        <pc:chgData name="Long B Nguyen" userId="f59fb8f3-a021-417a-8bc1-65c8d471c621" providerId="ADAL" clId="{F75EDA11-D5F5-A647-A905-569752EB74A6}" dt="2021-11-05T23:46:39.111" v="982" actId="20577"/>
        <pc:sldMkLst>
          <pc:docMk/>
          <pc:sldMk cId="929158658" sldId="297"/>
        </pc:sldMkLst>
      </pc:sldChg>
      <pc:sldChg chg="modSp del mod">
        <pc:chgData name="Long B Nguyen" userId="f59fb8f3-a021-417a-8bc1-65c8d471c621" providerId="ADAL" clId="{F75EDA11-D5F5-A647-A905-569752EB74A6}" dt="2021-11-05T16:40:24.714" v="33" actId="2696"/>
        <pc:sldMkLst>
          <pc:docMk/>
          <pc:sldMk cId="1027235231" sldId="297"/>
        </pc:sldMkLst>
      </pc:sldChg>
      <pc:sldChg chg="modSp add">
        <pc:chgData name="Long B Nguyen" userId="f59fb8f3-a021-417a-8bc1-65c8d471c621" providerId="ADAL" clId="{F75EDA11-D5F5-A647-A905-569752EB74A6}" dt="2021-11-05T23:47:05.560" v="994" actId="113"/>
        <pc:sldMkLst>
          <pc:docMk/>
          <pc:sldMk cId="898936906" sldId="298"/>
        </pc:sldMkLst>
      </pc:sldChg>
      <pc:sldChg chg="modSp del modAnim">
        <pc:chgData name="Long B Nguyen" userId="f59fb8f3-a021-417a-8bc1-65c8d471c621" providerId="ADAL" clId="{F75EDA11-D5F5-A647-A905-569752EB74A6}" dt="2021-11-05T16:40:33.082" v="35" actId="2696"/>
        <pc:sldMkLst>
          <pc:docMk/>
          <pc:sldMk cId="4019361075" sldId="298"/>
        </pc:sldMkLst>
      </pc:sldChg>
      <pc:sldChg chg="del">
        <pc:chgData name="Long B Nguyen" userId="f59fb8f3-a021-417a-8bc1-65c8d471c621" providerId="ADAL" clId="{F75EDA11-D5F5-A647-A905-569752EB74A6}" dt="2021-11-04T17:23:11.507" v="3" actId="2696"/>
        <pc:sldMkLst>
          <pc:docMk/>
          <pc:sldMk cId="3334677996" sldId="299"/>
        </pc:sldMkLst>
      </pc:sldChg>
      <pc:sldChg chg="modSp mod">
        <pc:chgData name="Long B Nguyen" userId="f59fb8f3-a021-417a-8bc1-65c8d471c621" providerId="ADAL" clId="{F75EDA11-D5F5-A647-A905-569752EB74A6}" dt="2021-11-07T13:49:48.384" v="3091" actId="1036"/>
        <pc:sldMkLst>
          <pc:docMk/>
          <pc:sldMk cId="1511080215" sldId="300"/>
        </pc:sldMkLst>
      </pc:sldChg>
      <pc:sldChg chg="modSp">
        <pc:chgData name="Long B Nguyen" userId="f59fb8f3-a021-417a-8bc1-65c8d471c621" providerId="ADAL" clId="{F75EDA11-D5F5-A647-A905-569752EB74A6}" dt="2021-11-12T14:09:59.307" v="4445" actId="20577"/>
        <pc:sldMkLst>
          <pc:docMk/>
          <pc:sldMk cId="2221515130" sldId="302"/>
        </pc:sldMkLst>
      </pc:sldChg>
      <pc:sldChg chg="modSp add mod modAnim">
        <pc:chgData name="Long B Nguyen" userId="f59fb8f3-a021-417a-8bc1-65c8d471c621" providerId="ADAL" clId="{F75EDA11-D5F5-A647-A905-569752EB74A6}" dt="2021-11-06T05:27:51.043" v="2077" actId="20577"/>
        <pc:sldMkLst>
          <pc:docMk/>
          <pc:sldMk cId="885822507" sldId="303"/>
        </pc:sldMkLst>
      </pc:sldChg>
      <pc:sldChg chg="modSp del modAnim">
        <pc:chgData name="Long B Nguyen" userId="f59fb8f3-a021-417a-8bc1-65c8d471c621" providerId="ADAL" clId="{F75EDA11-D5F5-A647-A905-569752EB74A6}" dt="2021-11-06T04:52:09.161" v="1472" actId="2696"/>
        <pc:sldMkLst>
          <pc:docMk/>
          <pc:sldMk cId="2524324013" sldId="303"/>
        </pc:sldMkLst>
      </pc:sldChg>
      <pc:sldChg chg="modSp mod">
        <pc:chgData name="Long B Nguyen" userId="f59fb8f3-a021-417a-8bc1-65c8d471c621" providerId="ADAL" clId="{F75EDA11-D5F5-A647-A905-569752EB74A6}" dt="2021-11-06T04:58:26.447" v="1712" actId="20577"/>
        <pc:sldMkLst>
          <pc:docMk/>
          <pc:sldMk cId="824515891" sldId="307"/>
        </pc:sldMkLst>
      </pc:sldChg>
      <pc:sldChg chg="modSp add del mod modAnim">
        <pc:chgData name="Long B Nguyen" userId="f59fb8f3-a021-417a-8bc1-65c8d471c621" providerId="ADAL" clId="{F75EDA11-D5F5-A647-A905-569752EB74A6}" dt="2021-11-07T13:25:35.006" v="2933" actId="2696"/>
        <pc:sldMkLst>
          <pc:docMk/>
          <pc:sldMk cId="575918402" sldId="337"/>
        </pc:sldMkLst>
      </pc:sldChg>
      <pc:sldChg chg="modSp add">
        <pc:chgData name="Long B Nguyen" userId="f59fb8f3-a021-417a-8bc1-65c8d471c621" providerId="ADAL" clId="{F75EDA11-D5F5-A647-A905-569752EB74A6}" dt="2021-11-07T13:59:30.208" v="3103" actId="113"/>
        <pc:sldMkLst>
          <pc:docMk/>
          <pc:sldMk cId="1224283407" sldId="337"/>
        </pc:sldMkLst>
      </pc:sldChg>
      <pc:sldChg chg="modSp del mod">
        <pc:chgData name="Long B Nguyen" userId="f59fb8f3-a021-417a-8bc1-65c8d471c621" providerId="ADAL" clId="{F75EDA11-D5F5-A647-A905-569752EB74A6}" dt="2021-11-07T12:46:09.976" v="2340" actId="2696"/>
        <pc:sldMkLst>
          <pc:docMk/>
          <pc:sldMk cId="2824967516" sldId="337"/>
        </pc:sldMkLst>
      </pc:sldChg>
      <pc:sldChg chg="addSp delSp modSp add mod modAnim">
        <pc:chgData name="Long B Nguyen" userId="f59fb8f3-a021-417a-8bc1-65c8d471c621" providerId="ADAL" clId="{F75EDA11-D5F5-A647-A905-569752EB74A6}" dt="2021-11-07T14:36:37.496" v="4363"/>
        <pc:sldMkLst>
          <pc:docMk/>
          <pc:sldMk cId="131356231" sldId="357"/>
        </pc:sldMkLst>
      </pc:sldChg>
      <pc:sldChg chg="modSp add mod modAnim">
        <pc:chgData name="Long B Nguyen" userId="f59fb8f3-a021-417a-8bc1-65c8d471c621" providerId="ADAL" clId="{F75EDA11-D5F5-A647-A905-569752EB74A6}" dt="2021-11-09T13:53:35.657" v="4423" actId="14100"/>
        <pc:sldMkLst>
          <pc:docMk/>
          <pc:sldMk cId="3041297697" sldId="358"/>
        </pc:sldMkLst>
      </pc:sldChg>
      <pc:sldChg chg="delSp modSp add del mod">
        <pc:chgData name="Long B Nguyen" userId="f59fb8f3-a021-417a-8bc1-65c8d471c621" providerId="ADAL" clId="{F75EDA11-D5F5-A647-A905-569752EB74A6}" dt="2021-11-06T05:00:10.542" v="1717" actId="2696"/>
        <pc:sldMkLst>
          <pc:docMk/>
          <pc:sldMk cId="734855097" sldId="359"/>
        </pc:sldMkLst>
      </pc:sldChg>
      <pc:sldChg chg="addSp modSp add mod modAnim">
        <pc:chgData name="Long B Nguyen" userId="f59fb8f3-a021-417a-8bc1-65c8d471c621" providerId="ADAL" clId="{F75EDA11-D5F5-A647-A905-569752EB74A6}" dt="2021-11-07T14:35:52.497" v="4355"/>
        <pc:sldMkLst>
          <pc:docMk/>
          <pc:sldMk cId="2745462955" sldId="359"/>
        </pc:sldMkLst>
      </pc:sldChg>
      <pc:sldChg chg="add del">
        <pc:chgData name="Long B Nguyen" userId="f59fb8f3-a021-417a-8bc1-65c8d471c621" providerId="ADAL" clId="{F75EDA11-D5F5-A647-A905-569752EB74A6}" dt="2021-11-07T13:58:58.688" v="3101" actId="2696"/>
        <pc:sldMkLst>
          <pc:docMk/>
          <pc:sldMk cId="1689682221" sldId="360"/>
        </pc:sldMkLst>
      </pc:sldChg>
      <pc:sldChg chg="modSp add del modAnim">
        <pc:chgData name="Long B Nguyen" userId="f59fb8f3-a021-417a-8bc1-65c8d471c621" providerId="ADAL" clId="{F75EDA11-D5F5-A647-A905-569752EB74A6}" dt="2021-11-07T13:25:41.452" v="2936" actId="2696"/>
        <pc:sldMkLst>
          <pc:docMk/>
          <pc:sldMk cId="1449685952" sldId="361"/>
        </pc:sldMkLst>
      </pc:sldChg>
      <pc:sldChg chg="modSp add mod modAnim">
        <pc:chgData name="Long B Nguyen" userId="f59fb8f3-a021-417a-8bc1-65c8d471c621" providerId="ADAL" clId="{F75EDA11-D5F5-A647-A905-569752EB74A6}" dt="2021-11-07T12:46:05.605" v="2339" actId="20577"/>
        <pc:sldMkLst>
          <pc:docMk/>
          <pc:sldMk cId="3282321587" sldId="362"/>
        </pc:sldMkLst>
      </pc:sldChg>
      <pc:sldChg chg="modSp add del mod modAnim">
        <pc:chgData name="Long B Nguyen" userId="f59fb8f3-a021-417a-8bc1-65c8d471c621" providerId="ADAL" clId="{F75EDA11-D5F5-A647-A905-569752EB74A6}" dt="2021-11-07T13:25:35.030" v="2934" actId="2696"/>
        <pc:sldMkLst>
          <pc:docMk/>
          <pc:sldMk cId="593577822" sldId="363"/>
        </pc:sldMkLst>
      </pc:sldChg>
      <pc:sldChg chg="modSp add modAnim">
        <pc:chgData name="Long B Nguyen" userId="f59fb8f3-a021-417a-8bc1-65c8d471c621" providerId="ADAL" clId="{F75EDA11-D5F5-A647-A905-569752EB74A6}" dt="2021-11-07T17:20:15.029" v="4368" actId="20577"/>
        <pc:sldMkLst>
          <pc:docMk/>
          <pc:sldMk cId="3947917998" sldId="363"/>
        </pc:sldMkLst>
      </pc:sldChg>
      <pc:sldChg chg="modSp add mod modAnim">
        <pc:chgData name="Long B Nguyen" userId="f59fb8f3-a021-417a-8bc1-65c8d471c621" providerId="ADAL" clId="{F75EDA11-D5F5-A647-A905-569752EB74A6}" dt="2021-11-07T14:27:41.416" v="3874" actId="207"/>
        <pc:sldMkLst>
          <pc:docMk/>
          <pc:sldMk cId="3572930057" sldId="364"/>
        </pc:sldMkLst>
      </pc:sldChg>
      <pc:sldChg chg="modSp add mod">
        <pc:chgData name="Long B Nguyen" userId="f59fb8f3-a021-417a-8bc1-65c8d471c621" providerId="ADAL" clId="{F75EDA11-D5F5-A647-A905-569752EB74A6}" dt="2021-11-07T17:20:38.721" v="4369" actId="2711"/>
        <pc:sldMkLst>
          <pc:docMk/>
          <pc:sldMk cId="31725581" sldId="365"/>
        </pc:sldMkLst>
      </pc:sldChg>
      <pc:sldChg chg="modSp add mod">
        <pc:chgData name="Long B Nguyen" userId="f59fb8f3-a021-417a-8bc1-65c8d471c621" providerId="ADAL" clId="{F75EDA11-D5F5-A647-A905-569752EB74A6}" dt="2021-11-07T17:18:23.708" v="4366" actId="20577"/>
        <pc:sldMkLst>
          <pc:docMk/>
          <pc:sldMk cId="626030496" sldId="366"/>
        </pc:sldMkLst>
      </pc:sldChg>
      <pc:sldChg chg="add del">
        <pc:chgData name="Long B Nguyen" userId="f59fb8f3-a021-417a-8bc1-65c8d471c621" providerId="ADAL" clId="{F75EDA11-D5F5-A647-A905-569752EB74A6}" dt="2021-11-07T14:23:37.823" v="3520"/>
        <pc:sldMkLst>
          <pc:docMk/>
          <pc:sldMk cId="3090434041" sldId="366"/>
        </pc:sldMkLst>
      </pc:sldChg>
    </pc:docChg>
  </pc:docChgLst>
  <pc:docChgLst>
    <pc:chgData name="Long B Nguyen" userId="f59fb8f3-a021-417a-8bc1-65c8d471c621" providerId="ADAL" clId="{93BE87BA-F8CA-5C1F-82FF-B4CAB5F485A1}"/>
    <pc:docChg chg="custSel addSld modSld">
      <pc:chgData name="Long B Nguyen" userId="f59fb8f3-a021-417a-8bc1-65c8d471c621" providerId="ADAL" clId="{93BE87BA-F8CA-5C1F-82FF-B4CAB5F485A1}" dt="2025-11-17T18:12:30.887" v="1" actId="27636"/>
      <pc:docMkLst>
        <pc:docMk/>
      </pc:docMkLst>
      <pc:sldChg chg="add">
        <pc:chgData name="Long B Nguyen" userId="f59fb8f3-a021-417a-8bc1-65c8d471c621" providerId="ADAL" clId="{93BE87BA-F8CA-5C1F-82FF-B4CAB5F485A1}" dt="2025-11-17T18:12:30.798" v="0"/>
        <pc:sldMkLst>
          <pc:docMk/>
          <pc:sldMk cId="1330680031" sldId="334"/>
        </pc:sldMkLst>
      </pc:sldChg>
      <pc:sldChg chg="modSp mod">
        <pc:chgData name="Long B Nguyen" userId="f59fb8f3-a021-417a-8bc1-65c8d471c621" providerId="ADAL" clId="{93BE87BA-F8CA-5C1F-82FF-B4CAB5F485A1}" dt="2025-11-17T18:12:30.887" v="1" actId="27636"/>
        <pc:sldMkLst>
          <pc:docMk/>
          <pc:sldMk cId="2829828880" sldId="356"/>
        </pc:sldMkLst>
        <pc:spChg chg="mod">
          <ac:chgData name="Long B Nguyen" userId="f59fb8f3-a021-417a-8bc1-65c8d471c621" providerId="ADAL" clId="{93BE87BA-F8CA-5C1F-82FF-B4CAB5F485A1}" dt="2025-11-17T18:12:30.887" v="1" actId="27636"/>
          <ac:spMkLst>
            <pc:docMk/>
            <pc:sldMk cId="2829828880" sldId="356"/>
            <ac:spMk id="9" creationId="{E3B2E017-30B2-884B-A113-B419A2ED51AD}"/>
          </ac:spMkLst>
        </pc:spChg>
      </pc:sldChg>
      <pc:sldChg chg="add">
        <pc:chgData name="Long B Nguyen" userId="f59fb8f3-a021-417a-8bc1-65c8d471c621" providerId="ADAL" clId="{93BE87BA-F8CA-5C1F-82FF-B4CAB5F485A1}" dt="2025-11-17T18:12:30.798" v="0"/>
        <pc:sldMkLst>
          <pc:docMk/>
          <pc:sldMk cId="278063722" sldId="367"/>
        </pc:sldMkLst>
      </pc:sldChg>
      <pc:sldChg chg="add">
        <pc:chgData name="Long B Nguyen" userId="f59fb8f3-a021-417a-8bc1-65c8d471c621" providerId="ADAL" clId="{93BE87BA-F8CA-5C1F-82FF-B4CAB5F485A1}" dt="2025-11-17T18:12:30.798" v="0"/>
        <pc:sldMkLst>
          <pc:docMk/>
          <pc:sldMk cId="3536550318" sldId="368"/>
        </pc:sldMkLst>
      </pc:sldChg>
    </pc:docChg>
  </pc:docChgLst>
  <pc:docChgLst>
    <pc:chgData name="Long B Nguyen" userId="f59fb8f3-a021-417a-8bc1-65c8d471c621" providerId="ADAL" clId="{668B5952-4FAF-5144-B2D4-2A40AC3B34FF}"/>
    <pc:docChg chg="custSel addSld delSld modSld">
      <pc:chgData name="Long B Nguyen" userId="f59fb8f3-a021-417a-8bc1-65c8d471c621" providerId="ADAL" clId="{668B5952-4FAF-5144-B2D4-2A40AC3B34FF}" dt="2020-12-15T17:40:02.015" v="760" actId="14100"/>
      <pc:docMkLst>
        <pc:docMk/>
      </pc:docMkLst>
      <pc:sldChg chg="modSp mod">
        <pc:chgData name="Long B Nguyen" userId="f59fb8f3-a021-417a-8bc1-65c8d471c621" providerId="ADAL" clId="{668B5952-4FAF-5144-B2D4-2A40AC3B34FF}" dt="2020-12-01T13:18:08.734" v="2" actId="14100"/>
        <pc:sldMkLst>
          <pc:docMk/>
          <pc:sldMk cId="4018759955" sldId="274"/>
        </pc:sldMkLst>
      </pc:sldChg>
      <pc:sldChg chg="modSp mod">
        <pc:chgData name="Long B Nguyen" userId="f59fb8f3-a021-417a-8bc1-65c8d471c621" providerId="ADAL" clId="{668B5952-4FAF-5144-B2D4-2A40AC3B34FF}" dt="2020-12-01T13:22:21.797" v="103" actId="14100"/>
        <pc:sldMkLst>
          <pc:docMk/>
          <pc:sldMk cId="1114720448" sldId="276"/>
        </pc:sldMkLst>
      </pc:sldChg>
      <pc:sldChg chg="modSp mod modAnim">
        <pc:chgData name="Long B Nguyen" userId="f59fb8f3-a021-417a-8bc1-65c8d471c621" providerId="ADAL" clId="{668B5952-4FAF-5144-B2D4-2A40AC3B34FF}" dt="2020-12-02T18:31:47.780" v="654"/>
        <pc:sldMkLst>
          <pc:docMk/>
          <pc:sldMk cId="99755680" sldId="291"/>
        </pc:sldMkLst>
      </pc:sldChg>
      <pc:sldChg chg="modSp mod">
        <pc:chgData name="Long B Nguyen" userId="f59fb8f3-a021-417a-8bc1-65c8d471c621" providerId="ADAL" clId="{668B5952-4FAF-5144-B2D4-2A40AC3B34FF}" dt="2020-12-01T21:05:29.813" v="128" actId="14100"/>
        <pc:sldMkLst>
          <pc:docMk/>
          <pc:sldMk cId="847072393" sldId="292"/>
        </pc:sldMkLst>
      </pc:sldChg>
      <pc:sldChg chg="modSp mod">
        <pc:chgData name="Long B Nguyen" userId="f59fb8f3-a021-417a-8bc1-65c8d471c621" providerId="ADAL" clId="{668B5952-4FAF-5144-B2D4-2A40AC3B34FF}" dt="2020-12-01T21:07:19.248" v="134" actId="14100"/>
        <pc:sldMkLst>
          <pc:docMk/>
          <pc:sldMk cId="3060343526" sldId="294"/>
        </pc:sldMkLst>
      </pc:sldChg>
      <pc:sldChg chg="modSp del mod">
        <pc:chgData name="Long B Nguyen" userId="f59fb8f3-a021-417a-8bc1-65c8d471c621" providerId="ADAL" clId="{668B5952-4FAF-5144-B2D4-2A40AC3B34FF}" dt="2020-12-03T15:37:03.654" v="742" actId="2696"/>
        <pc:sldMkLst>
          <pc:docMk/>
          <pc:sldMk cId="450853280" sldId="295"/>
        </pc:sldMkLst>
      </pc:sldChg>
      <pc:sldChg chg="add">
        <pc:chgData name="Long B Nguyen" userId="f59fb8f3-a021-417a-8bc1-65c8d471c621" providerId="ADAL" clId="{668B5952-4FAF-5144-B2D4-2A40AC3B34FF}" dt="2020-12-03T15:37:08.774" v="743"/>
        <pc:sldMkLst>
          <pc:docMk/>
          <pc:sldMk cId="2474375338" sldId="295"/>
        </pc:sldMkLst>
      </pc:sldChg>
      <pc:sldChg chg="modSp mod">
        <pc:chgData name="Long B Nguyen" userId="f59fb8f3-a021-417a-8bc1-65c8d471c621" providerId="ADAL" clId="{668B5952-4FAF-5144-B2D4-2A40AC3B34FF}" dt="2020-12-01T21:07:34.554" v="138" actId="14100"/>
        <pc:sldMkLst>
          <pc:docMk/>
          <pc:sldMk cId="3888808614" sldId="296"/>
        </pc:sldMkLst>
      </pc:sldChg>
      <pc:sldChg chg="modSp mod">
        <pc:chgData name="Long B Nguyen" userId="f59fb8f3-a021-417a-8bc1-65c8d471c621" providerId="ADAL" clId="{668B5952-4FAF-5144-B2D4-2A40AC3B34FF}" dt="2020-12-01T21:07:50.288" v="140" actId="14100"/>
        <pc:sldMkLst>
          <pc:docMk/>
          <pc:sldMk cId="1027235231" sldId="297"/>
        </pc:sldMkLst>
      </pc:sldChg>
      <pc:sldChg chg="modSp mod">
        <pc:chgData name="Long B Nguyen" userId="f59fb8f3-a021-417a-8bc1-65c8d471c621" providerId="ADAL" clId="{668B5952-4FAF-5144-B2D4-2A40AC3B34FF}" dt="2020-12-01T21:08:01.891" v="142" actId="14100"/>
        <pc:sldMkLst>
          <pc:docMk/>
          <pc:sldMk cId="4019361075" sldId="298"/>
        </pc:sldMkLst>
      </pc:sldChg>
      <pc:sldChg chg="modSp mod">
        <pc:chgData name="Long B Nguyen" userId="f59fb8f3-a021-417a-8bc1-65c8d471c621" providerId="ADAL" clId="{668B5952-4FAF-5144-B2D4-2A40AC3B34FF}" dt="2020-12-01T21:08:10.652" v="144" actId="14100"/>
        <pc:sldMkLst>
          <pc:docMk/>
          <pc:sldMk cId="3334677996" sldId="299"/>
        </pc:sldMkLst>
      </pc:sldChg>
      <pc:sldChg chg="modSp mod">
        <pc:chgData name="Long B Nguyen" userId="f59fb8f3-a021-417a-8bc1-65c8d471c621" providerId="ADAL" clId="{668B5952-4FAF-5144-B2D4-2A40AC3B34FF}" dt="2020-12-01T21:08:32.018" v="148" actId="1076"/>
        <pc:sldMkLst>
          <pc:docMk/>
          <pc:sldMk cId="1511080215" sldId="300"/>
        </pc:sldMkLst>
      </pc:sldChg>
      <pc:sldChg chg="modSp mod">
        <pc:chgData name="Long B Nguyen" userId="f59fb8f3-a021-417a-8bc1-65c8d471c621" providerId="ADAL" clId="{668B5952-4FAF-5144-B2D4-2A40AC3B34FF}" dt="2020-12-01T21:10:02.904" v="150" actId="1076"/>
        <pc:sldMkLst>
          <pc:docMk/>
          <pc:sldMk cId="2524324013" sldId="303"/>
        </pc:sldMkLst>
      </pc:sldChg>
      <pc:sldChg chg="modSp mod">
        <pc:chgData name="Long B Nguyen" userId="f59fb8f3-a021-417a-8bc1-65c8d471c621" providerId="ADAL" clId="{668B5952-4FAF-5144-B2D4-2A40AC3B34FF}" dt="2020-12-01T23:46:42.885" v="152" actId="14100"/>
        <pc:sldMkLst>
          <pc:docMk/>
          <pc:sldMk cId="3900668933" sldId="306"/>
        </pc:sldMkLst>
      </pc:sldChg>
      <pc:sldChg chg="modSp mod">
        <pc:chgData name="Long B Nguyen" userId="f59fb8f3-a021-417a-8bc1-65c8d471c621" providerId="ADAL" clId="{668B5952-4FAF-5144-B2D4-2A40AC3B34FF}" dt="2020-12-15T17:40:02.015" v="760" actId="14100"/>
        <pc:sldMkLst>
          <pc:docMk/>
          <pc:sldMk cId="641334177" sldId="308"/>
        </pc:sldMkLst>
      </pc:sldChg>
      <pc:sldChg chg="modSp mod">
        <pc:chgData name="Long B Nguyen" userId="f59fb8f3-a021-417a-8bc1-65c8d471c621" providerId="ADAL" clId="{668B5952-4FAF-5144-B2D4-2A40AC3B34FF}" dt="2020-12-02T00:59:34.433" v="154" actId="14100"/>
        <pc:sldMkLst>
          <pc:docMk/>
          <pc:sldMk cId="3912850767" sldId="309"/>
        </pc:sldMkLst>
      </pc:sldChg>
      <pc:sldChg chg="modSp mod modAnim">
        <pc:chgData name="Long B Nguyen" userId="f59fb8f3-a021-417a-8bc1-65c8d471c621" providerId="ADAL" clId="{668B5952-4FAF-5144-B2D4-2A40AC3B34FF}" dt="2020-12-04T14:10:32.424" v="744" actId="20577"/>
        <pc:sldMkLst>
          <pc:docMk/>
          <pc:sldMk cId="4013144405" sldId="310"/>
        </pc:sldMkLst>
      </pc:sldChg>
      <pc:sldChg chg="modSp mod modAnim">
        <pc:chgData name="Long B Nguyen" userId="f59fb8f3-a021-417a-8bc1-65c8d471c621" providerId="ADAL" clId="{668B5952-4FAF-5144-B2D4-2A40AC3B34FF}" dt="2020-12-01T21:04:08.746" v="125" actId="20577"/>
        <pc:sldMkLst>
          <pc:docMk/>
          <pc:sldMk cId="4209926949" sldId="311"/>
        </pc:sldMkLst>
      </pc:sldChg>
      <pc:sldChg chg="modSp add modAnim">
        <pc:chgData name="Long B Nguyen" userId="f59fb8f3-a021-417a-8bc1-65c8d471c621" providerId="ADAL" clId="{668B5952-4FAF-5144-B2D4-2A40AC3B34FF}" dt="2020-12-02T18:31:26.489" v="647"/>
        <pc:sldMkLst>
          <pc:docMk/>
          <pc:sldMk cId="2217973748" sldId="312"/>
        </pc:sldMkLst>
      </pc:sldChg>
      <pc:sldChg chg="modSp add modAnim">
        <pc:chgData name="Long B Nguyen" userId="f59fb8f3-a021-417a-8bc1-65c8d471c621" providerId="ADAL" clId="{668B5952-4FAF-5144-B2D4-2A40AC3B34FF}" dt="2020-12-02T01:55:42.985" v="631" actId="20577"/>
        <pc:sldMkLst>
          <pc:docMk/>
          <pc:sldMk cId="1315440788" sldId="31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896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770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38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4480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9681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43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545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3316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6140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2194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237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727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7A749-B1BA-E24B-8FB0-0604EF651F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4562" y="1623354"/>
            <a:ext cx="6619244" cy="734328"/>
          </a:xfrm>
        </p:spPr>
        <p:txBody>
          <a:bodyPr/>
          <a:lstStyle/>
          <a:p>
            <a:pPr algn="l"/>
            <a:r>
              <a:rPr lang="en-US" sz="4050" dirty="0"/>
              <a:t>Introduction to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DC47C8-6776-7B44-9CD4-95FC9145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4562" y="2530257"/>
            <a:ext cx="6200317" cy="654486"/>
          </a:xfrm>
        </p:spPr>
        <p:txBody>
          <a:bodyPr>
            <a:normAutofit/>
          </a:bodyPr>
          <a:lstStyle/>
          <a:p>
            <a:pPr algn="l"/>
            <a:r>
              <a:rPr lang="en-US" sz="2400" b="1" dirty="0"/>
              <a:t>Strings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4071586-F58C-CD48-BB49-60F4B2277ED8}"/>
              </a:ext>
            </a:extLst>
          </p:cNvPr>
          <p:cNvSpPr txBox="1">
            <a:spLocks/>
          </p:cNvSpPr>
          <p:nvPr/>
        </p:nvSpPr>
        <p:spPr>
          <a:xfrm>
            <a:off x="2183952" y="3285007"/>
            <a:ext cx="4507445" cy="5423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974060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48" y="467027"/>
            <a:ext cx="7053542" cy="683886"/>
          </a:xfrm>
        </p:spPr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848" y="1019503"/>
            <a:ext cx="8051725" cy="4571999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Strings 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Concatenation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Indexing and Slicing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f-Strings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Escape Sequences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String Methods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Searching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Reading from a text file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Count Words</a:t>
            </a:r>
          </a:p>
          <a:p>
            <a:pPr marL="342900" lvl="1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457200" indent="-457200">
              <a:buFont typeface="+mj-lt"/>
              <a:buAutoNum type="arabicParenR"/>
            </a:pPr>
            <a:endParaRPr lang="en-US" dirty="0">
              <a:latin typeface="Gill Sans MT" panose="020B0502020104020203" pitchFamily="34" charset="77"/>
            </a:endParaRPr>
          </a:p>
          <a:p>
            <a:pPr marL="457200" indent="-457200">
              <a:buAutoNum type="arabicParenR"/>
            </a:pPr>
            <a:endParaRPr lang="en-US" dirty="0">
              <a:latin typeface="Gill Sans MT" panose="020B0502020104020203" pitchFamily="34" charset="77"/>
            </a:endParaRPr>
          </a:p>
          <a:p>
            <a:pPr marL="457200" indent="-457200">
              <a:buAutoNum type="arabicParenR"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b="1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07246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332" y="123497"/>
            <a:ext cx="7053542" cy="683886"/>
          </a:xfrm>
        </p:spPr>
        <p:txBody>
          <a:bodyPr/>
          <a:lstStyle/>
          <a:p>
            <a:r>
              <a:rPr lang="en-US" dirty="0"/>
              <a:t>String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332" y="807383"/>
            <a:ext cx="8801336" cy="47841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In Python, text is represented as a </a:t>
            </a:r>
            <a:r>
              <a:rPr lang="en-US" b="1" dirty="0"/>
              <a:t>string</a:t>
            </a:r>
            <a:r>
              <a:rPr lang="en-US" dirty="0"/>
              <a:t>, which is a sequence of </a:t>
            </a:r>
            <a:r>
              <a:rPr lang="en-US" i="1" dirty="0"/>
              <a:t>characters </a:t>
            </a:r>
            <a:r>
              <a:rPr lang="en-US" dirty="0"/>
              <a:t>(letters, digits, and symbols). Strings in Python are created with single , double quotes or triple quotes.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message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‘what do you like?’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response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"spam"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response2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'''ham'''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response3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"""spam""" 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The built-in </a:t>
            </a:r>
            <a:r>
              <a:rPr lang="en-US" dirty="0" err="1">
                <a:latin typeface="Gill Sans MT" panose="020B0502020104020203" pitchFamily="34" charset="77"/>
              </a:rPr>
              <a:t>len</a:t>
            </a:r>
            <a:r>
              <a:rPr lang="en-US" dirty="0">
                <a:latin typeface="Gill Sans MT" panose="020B0502020104020203" pitchFamily="34" charset="77"/>
              </a:rPr>
              <a:t> function can compute the length of a string. 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solidFill>
                  <a:srgbClr val="336666"/>
                </a:solidFill>
                <a:latin typeface="Inconsolata" panose="020B0609030003000000" pitchFamily="49" charset="77"/>
              </a:rPr>
              <a:t>len</a:t>
            </a:r>
            <a:r>
              <a:rPr lang="en-US" b="1" dirty="0">
                <a:latin typeface="Inconsolata" panose="020B0609030003000000" pitchFamily="49" charset="77"/>
              </a:rPr>
              <a:t>(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response</a:t>
            </a:r>
            <a:r>
              <a:rPr lang="en-US" b="1" dirty="0">
                <a:latin typeface="Inconsolata" panose="020B0609030003000000" pitchFamily="49" charset="77"/>
              </a:rPr>
              <a:t>))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4 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759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23" y="123497"/>
            <a:ext cx="7053542" cy="683886"/>
          </a:xfrm>
        </p:spPr>
        <p:txBody>
          <a:bodyPr/>
          <a:lstStyle/>
          <a:p>
            <a:r>
              <a:rPr lang="en-US" dirty="0"/>
              <a:t>String Concatenation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623" y="807383"/>
            <a:ext cx="8792753" cy="478412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concatenation with + 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message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‘what do you like?’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response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"spam"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lv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message2 = message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+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response </a:t>
            </a:r>
            <a:endParaRPr lang="en-US" b="1" dirty="0">
              <a:solidFill>
                <a:prstClr val="black"/>
              </a:solidFill>
              <a:latin typeface="Inconsolata" panose="020B0609030003000000" pitchFamily="49" charset="77"/>
            </a:endParaRPr>
          </a:p>
          <a:p>
            <a:pPr marL="0" lvl="0" indent="0">
              <a:buNone/>
            </a:pPr>
            <a:r>
              <a:rPr lang="en-US" b="1" dirty="0">
                <a:solidFill>
                  <a:prstClr val="black"/>
                </a:solidFill>
                <a:latin typeface="Inconsolata" panose="020B0609030003000000" pitchFamily="49" charset="77"/>
              </a:rPr>
              <a:t>print(message2)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what do you </a:t>
            </a:r>
            <a:r>
              <a:rPr lang="en-US" b="1" dirty="0" err="1">
                <a:solidFill>
                  <a:schemeClr val="accent1"/>
                </a:solidFill>
                <a:latin typeface="Inconsolata" panose="020B0609030003000000" pitchFamily="49" charset="77"/>
              </a:rPr>
              <a:t>like?spam</a:t>
            </a: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</a:endParaRPr>
          </a:p>
          <a:p>
            <a:pPr marL="0" lv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08189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906" y="123497"/>
            <a:ext cx="7053542" cy="683886"/>
          </a:xfrm>
        </p:spPr>
        <p:txBody>
          <a:bodyPr/>
          <a:lstStyle/>
          <a:p>
            <a:r>
              <a:rPr lang="en-US" dirty="0"/>
              <a:t>String Indexing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228" y="807382"/>
            <a:ext cx="8741305" cy="46892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Python allows you to retrieve individual members of a string by specifying the </a:t>
            </a:r>
            <a:r>
              <a:rPr lang="en-US" i="1" dirty="0"/>
              <a:t>index</a:t>
            </a:r>
            <a:r>
              <a:rPr lang="en-US" dirty="0"/>
              <a:t> of that member, which is the integer that uniquely identifies that member’s position in the string.  </a:t>
            </a:r>
            <a:r>
              <a:rPr lang="en-US" dirty="0">
                <a:solidFill>
                  <a:srgbClr val="FF0000"/>
                </a:solidFill>
              </a:rPr>
              <a:t>This is exactly the same as indexing into a list!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message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"hello"</a:t>
            </a:r>
            <a:r>
              <a:rPr lang="en-US" dirty="0">
                <a:solidFill>
                  <a:srgbClr val="CC3300"/>
                </a:solidFill>
                <a:latin typeface="UbuntuMono"/>
              </a:rPr>
              <a:t> 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0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h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e</a:t>
            </a: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[-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o</a:t>
            </a: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o</a:t>
            </a: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5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error! out of range!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975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630" y="270258"/>
            <a:ext cx="7053542" cy="683886"/>
          </a:xfrm>
        </p:spPr>
        <p:txBody>
          <a:bodyPr/>
          <a:lstStyle/>
          <a:p>
            <a:r>
              <a:rPr lang="en-US" dirty="0"/>
              <a:t>Slicing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630" y="954144"/>
            <a:ext cx="8317943" cy="463735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We can also “slice” a string, specifying a start-index and stop-index, and return a subsequence of the items contained within the slice.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Slicing is a very important indexing scheme that we will see many times in other data structures(lists, tuples, strings, </a:t>
            </a:r>
            <a:r>
              <a:rPr lang="en-US" dirty="0" err="1"/>
              <a:t>Numpy's</a:t>
            </a:r>
            <a:r>
              <a:rPr lang="en-US" dirty="0"/>
              <a:t> arrays, Panda's data frames, etc..). Slicing can be done using the syntax: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 algn="ctr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some_string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[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start:stop:step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where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start: index of beginning of the slice(included), default is 0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stop:  index of the end of the slice(excluded), default is length of string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step: increment size at each step, default is 1.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1472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172" y="123497"/>
            <a:ext cx="7053542" cy="683886"/>
          </a:xfrm>
        </p:spPr>
        <p:txBody>
          <a:bodyPr/>
          <a:lstStyle/>
          <a:p>
            <a:r>
              <a:rPr lang="en-US" dirty="0"/>
              <a:t>Slicing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172" y="807383"/>
            <a:ext cx="8814264" cy="47841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language = </a:t>
            </a:r>
            <a:r>
              <a:rPr lang="en-US" sz="2000" dirty="0">
                <a:solidFill>
                  <a:srgbClr val="CC3300"/>
                </a:solidFill>
                <a:latin typeface="UbuntuMono"/>
              </a:rPr>
              <a:t>"python" 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0:4</a:t>
            </a:r>
            <a:r>
              <a:rPr lang="en-US" sz="1900" b="1" dirty="0">
                <a:latin typeface="Inconsolata" panose="020B0609030003000000" pitchFamily="49" charset="77"/>
              </a:rPr>
              <a:t>]) 	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pyth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				# 0 up to but not including index 4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:4</a:t>
            </a:r>
            <a:r>
              <a:rPr lang="en-US" sz="1900" b="1" dirty="0">
                <a:latin typeface="Inconsolata" panose="020B0609030003000000" pitchFamily="49" charset="77"/>
              </a:rPr>
              <a:t>]) 	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pyth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, default start index at 0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4:</a:t>
            </a:r>
            <a:r>
              <a:rPr lang="en-US" sz="1900" b="1" dirty="0">
                <a:latin typeface="Inconsolata" panose="020B0609030003000000" pitchFamily="49" charset="77"/>
              </a:rPr>
              <a:t>]) 	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on, default end index is length of string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:</a:t>
            </a:r>
            <a:r>
              <a:rPr lang="en-US" sz="1900" b="1" dirty="0">
                <a:latin typeface="Inconsolata" panose="020B0609030003000000" pitchFamily="49" charset="77"/>
              </a:rPr>
              <a:t>]) 	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python, 0 to end of string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:-1</a:t>
            </a:r>
            <a:r>
              <a:rPr lang="en-US" sz="1900" b="1" dirty="0">
                <a:latin typeface="Inconsolata" panose="020B0609030003000000" pitchFamily="49" charset="77"/>
              </a:rPr>
              <a:t>]) 	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pytho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, all except the last character</a:t>
            </a: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0:5:2</a:t>
            </a:r>
            <a:r>
              <a:rPr lang="en-US" sz="1900" b="1" dirty="0">
                <a:latin typeface="Inconsolata" panose="020B0609030003000000" pitchFamily="49" charset="77"/>
              </a:rPr>
              <a:t>]) 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pto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, step size of 2</a:t>
            </a: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::-1</a:t>
            </a:r>
            <a:r>
              <a:rPr lang="en-US" sz="1900" b="1" dirty="0">
                <a:latin typeface="Inconsolata" panose="020B0609030003000000" pitchFamily="49" charset="77"/>
              </a:rPr>
              <a:t>])  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negative step size traverses backwards</a:t>
            </a:r>
          </a:p>
          <a:p>
            <a:pPr marL="0" indent="0">
              <a:buNone/>
            </a:pP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				 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nohtyp</a:t>
            </a:r>
            <a:endParaRPr lang="en-US" sz="1900" b="1" i="1" dirty="0">
              <a:solidFill>
                <a:srgbClr val="33566B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sz="1900" b="1">
                <a:solidFill>
                  <a:srgbClr val="000087"/>
                </a:solidFill>
                <a:latin typeface="Inconsolata" panose="020B0609030003000000" pitchFamily="49" charset="77"/>
              </a:rPr>
              <a:t>language</a:t>
            </a:r>
            <a:r>
              <a:rPr lang="en-US" sz="1900" b="1">
                <a:latin typeface="Inconsolata" panose="020B0609030003000000" pitchFamily="49" charset="77"/>
              </a:rPr>
              <a:t>[</a:t>
            </a:r>
            <a:r>
              <a:rPr lang="en-US" sz="1900" b="1">
                <a:solidFill>
                  <a:srgbClr val="FF6600"/>
                </a:solidFill>
                <a:latin typeface="Inconsolata" panose="020B0609030003000000" pitchFamily="49" charset="77"/>
              </a:rPr>
              <a:t>2:5:-1</a:t>
            </a:r>
            <a:r>
              <a:rPr lang="en-US" sz="1900" b="1">
                <a:latin typeface="Inconsolata" panose="020B0609030003000000" pitchFamily="49" charset="77"/>
              </a:rPr>
              <a:t>])  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empty string</a:t>
            </a: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5:2:-1</a:t>
            </a:r>
            <a:r>
              <a:rPr lang="en-US" sz="1900" b="1" dirty="0">
                <a:latin typeface="Inconsolata" panose="020B0609030003000000" pitchFamily="49" charset="77"/>
              </a:rPr>
              <a:t>])  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noh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, from 5 to 2 backwards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2151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182" y="123497"/>
            <a:ext cx="7053542" cy="683886"/>
          </a:xfrm>
        </p:spPr>
        <p:txBody>
          <a:bodyPr/>
          <a:lstStyle/>
          <a:p>
            <a:r>
              <a:rPr lang="en-US" dirty="0"/>
              <a:t>Slicing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182" y="807383"/>
            <a:ext cx="8847636" cy="466744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When step size is negative, the default starting index is the last element and the default end is the first element inclusive. 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language = </a:t>
            </a:r>
            <a:r>
              <a:rPr lang="en-US" sz="2000" dirty="0">
                <a:solidFill>
                  <a:srgbClr val="CC3300"/>
                </a:solidFill>
                <a:latin typeface="UbuntuMono"/>
              </a:rPr>
              <a:t>”python" 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latin typeface="Inconsolata" panose="020B0609030003000000" pitchFamily="49" charset="77"/>
              </a:rPr>
              <a:t>The default start index is the last element. </a:t>
            </a: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sz="1900" b="1" i="1" dirty="0">
                <a:solidFill>
                  <a:srgbClr val="000087"/>
                </a:solidFill>
                <a:latin typeface="Inconsolata" panose="020B0609030003000000" pitchFamily="49" charset="77"/>
              </a:rPr>
              <a:t>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:-3:-1</a:t>
            </a:r>
            <a:r>
              <a:rPr lang="en-US" sz="1900" b="1" dirty="0">
                <a:latin typeface="Inconsolata" panose="020B0609030003000000" pitchFamily="49" charset="77"/>
              </a:rPr>
              <a:t>]) 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no, last two characters reversed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latin typeface="Inconsolata" panose="020B0609030003000000" pitchFamily="49" charset="77"/>
              </a:rPr>
              <a:t>The default stop index is the first element inclusive. </a:t>
            </a: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sz="1900" b="1" i="1" dirty="0">
                <a:solidFill>
                  <a:srgbClr val="000087"/>
                </a:solidFill>
                <a:latin typeface="Inconsolata" panose="020B0609030003000000" pitchFamily="49" charset="77"/>
              </a:rPr>
              <a:t>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1::-1</a:t>
            </a:r>
            <a:r>
              <a:rPr lang="en-US" sz="1900" b="1" dirty="0">
                <a:latin typeface="Inconsolata" panose="020B0609030003000000" pitchFamily="49" charset="77"/>
              </a:rPr>
              <a:t>]) 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yp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, first two characters reversed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09926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88" y="112801"/>
            <a:ext cx="7053542" cy="683886"/>
          </a:xfrm>
        </p:spPr>
        <p:txBody>
          <a:bodyPr/>
          <a:lstStyle/>
          <a:p>
            <a:r>
              <a:rPr lang="en-US" dirty="0"/>
              <a:t>List Slicing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284" y="796687"/>
            <a:ext cx="8344289" cy="4715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List slicing works the same way!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5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	# </a:t>
            </a:r>
            <a:r>
              <a:rPr lang="en-US" b="1" dirty="0">
                <a:latin typeface="Inconsolata" panose="020B0609030003000000" pitchFamily="49" charset="77"/>
              </a:rPr>
              <a:t>[2, 3]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0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# </a:t>
            </a:r>
            <a:r>
              <a:rPr lang="en-US" b="1" dirty="0">
                <a:latin typeface="Inconsolata" panose="020B0609030003000000" pitchFamily="49" charset="77"/>
              </a:rPr>
              <a:t>[1, 3]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[:])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	# </a:t>
            </a:r>
            <a:r>
              <a:rPr lang="en-US" b="1" dirty="0">
                <a:latin typeface="Inconsolata" panose="020B0609030003000000" pitchFamily="49" charset="77"/>
              </a:rPr>
              <a:t>[1, 2, 3, 4, 5]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[::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-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# </a:t>
            </a:r>
            <a:r>
              <a:rPr lang="en-US" b="1" dirty="0">
                <a:latin typeface="Inconsolata" panose="020B0609030003000000" pitchFamily="49" charset="77"/>
              </a:rPr>
              <a:t>[5, 4, 3, 2, 1]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E9F05-B64E-E749-8B7B-230BB7FDAB0C}"/>
              </a:ext>
            </a:extLst>
          </p:cNvPr>
          <p:cNvSpPr txBox="1"/>
          <p:nvPr/>
        </p:nvSpPr>
        <p:spPr>
          <a:xfrm>
            <a:off x="8767985" y="2076628"/>
            <a:ext cx="184731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78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81" y="123497"/>
            <a:ext cx="7053542" cy="683886"/>
          </a:xfrm>
        </p:spPr>
        <p:txBody>
          <a:bodyPr/>
          <a:lstStyle/>
          <a:p>
            <a:r>
              <a:rPr lang="en-US" dirty="0"/>
              <a:t>f-Strings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81" y="807383"/>
            <a:ext cx="8755038" cy="47841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f-Strings is the new way to format strings in Python. (v 3.6)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Also called “formatted string literals,” f-strings are string literals that have an f at the beginning and curly braces containing expressions that will be replaced with their values.</a:t>
            </a:r>
          </a:p>
          <a:p>
            <a:pPr marL="0" indent="0">
              <a:buNone/>
            </a:pPr>
            <a:endParaRPr lang="en-US" sz="1900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name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“Mike” 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gpa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3.2 	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f_str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“I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 am {name} with a {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gpa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} 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gpa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.” 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f_str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I am Mike with a 3.2 </a:t>
            </a:r>
            <a:r>
              <a:rPr lang="en-US" b="1" dirty="0" err="1">
                <a:latin typeface="Inconsolata" panose="020B0609030003000000" pitchFamily="49" charset="77"/>
              </a:rPr>
              <a:t>gpa</a:t>
            </a:r>
            <a:r>
              <a:rPr lang="en-US" b="1" dirty="0">
                <a:latin typeface="Inconsolata" panose="020B0609030003000000" pitchFamily="49" charset="77"/>
              </a:rPr>
              <a:t>.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47072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056" y="223959"/>
            <a:ext cx="7053542" cy="683886"/>
          </a:xfrm>
        </p:spPr>
        <p:txBody>
          <a:bodyPr/>
          <a:lstStyle/>
          <a:p>
            <a:r>
              <a:rPr lang="en-US" dirty="0"/>
              <a:t>f-Strings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056" y="907845"/>
            <a:ext cx="8731887" cy="45831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An f-string is special because it permits us to write Python code </a:t>
            </a:r>
            <a:r>
              <a:rPr lang="en-US" i="1" dirty="0"/>
              <a:t>within</a:t>
            </a:r>
            <a:r>
              <a:rPr lang="en-US" dirty="0"/>
              <a:t> a string; any expression within curly brackets, {}, will be executed as Python code, and the resulting value will be converted to a string and inserted into the f-string at that position.</a:t>
            </a: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grade1 = 1.5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grade2 = 2.5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ave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“average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 is {(grade1+grade2)/2}”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ave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)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average is 2.0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This is equivalent but it is preferable to use an f-string.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0087"/>
                </a:solidFill>
                <a:latin typeface="Inconsolata" panose="020B0609030003000000" pitchFamily="49" charset="77"/>
              </a:rPr>
              <a:t>average = </a:t>
            </a:r>
            <a:r>
              <a:rPr lang="en-US" sz="2000" b="1" dirty="0">
                <a:solidFill>
                  <a:srgbClr val="CC3300"/>
                </a:solidFill>
                <a:latin typeface="Inconsolata" panose="020B0609030003000000" pitchFamily="49" charset="77"/>
              </a:rPr>
              <a:t>“average is " + </a:t>
            </a:r>
            <a:r>
              <a:rPr lang="en-US" sz="2000" b="1" dirty="0">
                <a:latin typeface="Inconsolata" panose="020B0609030003000000" pitchFamily="49" charset="77"/>
              </a:rPr>
              <a:t>str((grade1+grade2)/2) 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13144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055" y="123497"/>
            <a:ext cx="7053542" cy="683886"/>
          </a:xfrm>
        </p:spPr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056" y="807383"/>
            <a:ext cx="8329518" cy="47841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The following is a short list of useful string methods. These methods can be accessed through the dot notation applied to a string variable or literal.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7EBABBC-BF53-D54B-B535-A6EEF3CDBA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26198"/>
              </p:ext>
            </p:extLst>
          </p:nvPr>
        </p:nvGraphicFramePr>
        <p:xfrm>
          <a:off x="206055" y="1774457"/>
          <a:ext cx="8203026" cy="3316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0930">
                  <a:extLst>
                    <a:ext uri="{9D8B030D-6E8A-4147-A177-3AD203B41FA5}">
                      <a16:colId xmlns:a16="http://schemas.microsoft.com/office/drawing/2014/main" val="1372689344"/>
                    </a:ext>
                  </a:extLst>
                </a:gridCol>
                <a:gridCol w="5742096">
                  <a:extLst>
                    <a:ext uri="{9D8B030D-6E8A-4147-A177-3AD203B41FA5}">
                      <a16:colId xmlns:a16="http://schemas.microsoft.com/office/drawing/2014/main" val="25896437"/>
                    </a:ext>
                  </a:extLst>
                </a:gridCol>
              </a:tblGrid>
              <a:tr h="633198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find(value)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returns the lowest index of a substring value in a string. If substring is not found, returns -1.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364839"/>
                  </a:ext>
                </a:extLst>
              </a:tr>
              <a:tr h="633198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upper() and lower()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returns a copy of the string capitalizing(or lower casing) all characters in the  string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888123"/>
                  </a:ext>
                </a:extLst>
              </a:tr>
              <a:tr h="908502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split()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splits a string into a list.  A separator can be specified. The default separator is any whitespace. </a:t>
                      </a:r>
                    </a:p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9663745"/>
                  </a:ext>
                </a:extLst>
              </a:tr>
              <a:tr h="908502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replace(old, new)</a:t>
                      </a:r>
                    </a:p>
                    <a:p>
                      <a:endParaRPr lang="en-US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returns a new string with all occurrences of the old string replaced by the new string.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19916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1080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630" y="123497"/>
            <a:ext cx="7053542" cy="683886"/>
          </a:xfrm>
        </p:spPr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377" y="807383"/>
            <a:ext cx="8592993" cy="444059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s = "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hellobyehi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"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index =</a:t>
            </a:r>
            <a:r>
              <a:rPr lang="en-US" b="1" dirty="0">
                <a:latin typeface="Inconsolata" panose="020B0609030003000000" pitchFamily="49" charset="77"/>
              </a:rPr>
              <a:t> </a:t>
            </a:r>
            <a:r>
              <a:rPr lang="en-US" b="1" dirty="0" err="1">
                <a:latin typeface="Inconsolata" panose="020B0609030003000000" pitchFamily="49" charset="77"/>
              </a:rPr>
              <a:t>s.find</a:t>
            </a:r>
            <a:r>
              <a:rPr lang="en-US" b="1" dirty="0">
                <a:latin typeface="Inconsolata" panose="020B0609030003000000" pitchFamily="49" charset="77"/>
              </a:rPr>
              <a:t>("bye")</a:t>
            </a:r>
            <a:endParaRPr lang="en-US" b="1" i="1" dirty="0">
              <a:solidFill>
                <a:srgbClr val="33566B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print(index)  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5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s.find</a:t>
            </a:r>
            <a:r>
              <a:rPr lang="en-US" b="1" dirty="0">
                <a:latin typeface="Inconsolata" panose="020B0609030003000000" pitchFamily="49" charset="77"/>
              </a:rPr>
              <a:t>("chao"))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-1, not found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s.replace</a:t>
            </a:r>
            <a:r>
              <a:rPr lang="en-US" b="1" dirty="0">
                <a:latin typeface="Inconsolata" panose="020B0609030003000000" pitchFamily="49" charset="77"/>
              </a:rPr>
              <a:t>("hello", "hi"))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</a:t>
            </a:r>
            <a:r>
              <a:rPr lang="en-US" b="1" dirty="0" err="1">
                <a:solidFill>
                  <a:schemeClr val="accent1"/>
                </a:solidFill>
                <a:latin typeface="Inconsolata" panose="020B0609030003000000" pitchFamily="49" charset="77"/>
              </a:rPr>
              <a:t>hibyehi</a:t>
            </a: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>
                <a:latin typeface="Inconsolata" panose="020B0609030003000000" pitchFamily="49" charset="77"/>
              </a:rPr>
              <a:t>s)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</a:t>
            </a:r>
            <a:r>
              <a:rPr lang="en-US" b="1" dirty="0" err="1">
                <a:solidFill>
                  <a:schemeClr val="accent1"/>
                </a:solidFill>
                <a:latin typeface="Inconsolata" panose="020B0609030003000000" pitchFamily="49" charset="77"/>
              </a:rPr>
              <a:t>hellobyehi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, s is unchanged by replace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b = "python"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b.upper</a:t>
            </a:r>
            <a:r>
              <a:rPr lang="en-US" b="1" dirty="0">
                <a:latin typeface="Inconsolata" panose="020B0609030003000000" pitchFamily="49" charset="77"/>
              </a:rPr>
              <a:t>())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PYTHON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print("</a:t>
            </a:r>
            <a:r>
              <a:rPr lang="en-US" b="1" dirty="0" err="1">
                <a:latin typeface="Inconsolata" panose="020B0609030003000000" pitchFamily="49" charset="77"/>
              </a:rPr>
              <a:t>JAVA".lower</a:t>
            </a:r>
            <a:r>
              <a:rPr lang="en-US" b="1" dirty="0">
                <a:latin typeface="Inconsolata" panose="020B0609030003000000" pitchFamily="49" charset="77"/>
              </a:rPr>
              <a:t>())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java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297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630" y="123497"/>
            <a:ext cx="7053542" cy="683886"/>
          </a:xfrm>
        </p:spPr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977" y="807383"/>
            <a:ext cx="8745393" cy="47841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Note that upper(), lower() and replace() do not modify the original string but rather returns a new copy of the string. 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s = "HI MIKE"</a:t>
            </a:r>
          </a:p>
          <a:p>
            <a:pPr marL="0" indent="0">
              <a:buNone/>
            </a:pPr>
            <a:r>
              <a:rPr lang="en-US" b="1" dirty="0" err="1">
                <a:latin typeface="Inconsolata" panose="020B0609030003000000" pitchFamily="49" charset="77"/>
              </a:rPr>
              <a:t>s.lower</a:t>
            </a:r>
            <a:r>
              <a:rPr lang="en-US" b="1" dirty="0">
                <a:latin typeface="Inconsolata" panose="020B0609030003000000" pitchFamily="49" charset="77"/>
              </a:rPr>
              <a:t>()	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returned value "hi mike" is lost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print(s)	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HI MIKE (s is unchanged)</a:t>
            </a:r>
          </a:p>
          <a:p>
            <a:pPr marL="0" indent="0">
              <a:buNone/>
            </a:pPr>
            <a:r>
              <a:rPr lang="en-US" b="1" dirty="0" err="1">
                <a:latin typeface="Inconsolata" panose="020B0609030003000000" pitchFamily="49" charset="77"/>
              </a:rPr>
              <a:t>s.replace</a:t>
            </a:r>
            <a:r>
              <a:rPr lang="en-US" b="1" dirty="0">
                <a:latin typeface="Inconsolata" panose="020B0609030003000000" pitchFamily="49" charset="77"/>
              </a:rPr>
              <a:t>("HI", "HELLO")		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print(s)	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HI MIKE (s is unchanged)</a:t>
            </a:r>
          </a:p>
          <a:p>
            <a:pPr marL="0" indent="0">
              <a:buNone/>
            </a:pPr>
            <a:endParaRPr lang="en-US" b="1" dirty="0">
              <a:solidFill>
                <a:srgbClr val="FF0000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Inconsolata" panose="020B0609030003000000" pitchFamily="49" charset="77"/>
              </a:rPr>
              <a:t>s = 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s.lower</a:t>
            </a:r>
            <a:r>
              <a:rPr lang="en-US" b="1" dirty="0">
                <a:solidFill>
                  <a:srgbClr val="FF0000"/>
                </a:solidFill>
                <a:latin typeface="Inconsolata" panose="020B0609030003000000" pitchFamily="49" charset="77"/>
              </a:rPr>
              <a:t>()</a:t>
            </a:r>
            <a:r>
              <a:rPr lang="en-US" b="1" dirty="0">
                <a:latin typeface="Inconsolata" panose="020B0609030003000000" pitchFamily="49" charset="77"/>
              </a:rPr>
              <a:t>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store </a:t>
            </a:r>
            <a:r>
              <a:rPr lang="en-US" b="1">
                <a:solidFill>
                  <a:schemeClr val="accent1"/>
                </a:solidFill>
                <a:latin typeface="Inconsolata" panose="020B0609030003000000" pitchFamily="49" charset="77"/>
              </a:rPr>
              <a:t>the modified, 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returned string back in s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hi mike</a:t>
            </a: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582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876" y="178857"/>
            <a:ext cx="7053542" cy="683886"/>
          </a:xfrm>
        </p:spPr>
        <p:txBody>
          <a:bodyPr/>
          <a:lstStyle/>
          <a:p>
            <a:r>
              <a:rPr lang="en-US" dirty="0"/>
              <a:t>For Loops with Strings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1876" y="1066800"/>
            <a:ext cx="8333697" cy="452470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A for loop can be used to loop through each character of a string.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b="1" dirty="0">
                <a:solidFill>
                  <a:srgbClr val="000087"/>
                </a:solidFill>
                <a:latin typeface="Inconsolata" panose="020B0609030003000000" pitchFamily="49" charset="77"/>
              </a:rPr>
              <a:t>s = "hello"</a:t>
            </a:r>
            <a:endParaRPr lang="en-US" sz="20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2000" b="1" dirty="0">
                <a:latin typeface="Inconsolata" panose="020B0609030003000000" pitchFamily="49" charset="77"/>
              </a:rPr>
              <a:t>for x in s: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33566B"/>
                </a:solidFill>
                <a:latin typeface="Inconsolata" panose="020B0609030003000000" pitchFamily="49" charset="77"/>
              </a:rPr>
              <a:t>	print(x)</a:t>
            </a:r>
          </a:p>
          <a:p>
            <a:pPr marL="0" indent="0">
              <a:buNone/>
            </a:pPr>
            <a:endParaRPr lang="en-US" sz="20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2000" b="1" dirty="0">
                <a:latin typeface="Inconsolata" panose="020B0609030003000000" pitchFamily="49" charset="77"/>
              </a:rPr>
              <a:t>h</a:t>
            </a:r>
          </a:p>
          <a:p>
            <a:pPr marL="0" indent="0">
              <a:buNone/>
            </a:pPr>
            <a:r>
              <a:rPr lang="en-US" sz="2000" b="1" dirty="0">
                <a:latin typeface="Inconsolata" panose="020B0609030003000000" pitchFamily="49" charset="77"/>
              </a:rPr>
              <a:t>e</a:t>
            </a:r>
          </a:p>
          <a:p>
            <a:pPr marL="0" indent="0">
              <a:buNone/>
            </a:pPr>
            <a:r>
              <a:rPr lang="en-US" sz="2000" b="1" dirty="0">
                <a:latin typeface="Inconsolata" panose="020B0609030003000000" pitchFamily="49" charset="77"/>
              </a:rPr>
              <a:t>l</a:t>
            </a:r>
          </a:p>
          <a:p>
            <a:pPr marL="0" indent="0">
              <a:buNone/>
            </a:pPr>
            <a:r>
              <a:rPr lang="en-US" sz="2000" b="1" dirty="0">
                <a:latin typeface="Inconsolata" panose="020B0609030003000000" pitchFamily="49" charset="77"/>
              </a:rPr>
              <a:t>l</a:t>
            </a:r>
          </a:p>
          <a:p>
            <a:pPr marL="0" indent="0">
              <a:buNone/>
            </a:pPr>
            <a:r>
              <a:rPr lang="en-US" sz="2000" b="1" dirty="0">
                <a:latin typeface="Inconsolata" panose="020B0609030003000000" pitchFamily="49" charset="77"/>
              </a:rPr>
              <a:t>o</a:t>
            </a:r>
          </a:p>
          <a:p>
            <a:pPr marL="0" indent="0">
              <a:buNone/>
            </a:pPr>
            <a:endParaRPr lang="en-US" sz="20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70868B-3F7C-FF4D-8166-7EE57683F6E5}"/>
              </a:ext>
            </a:extLst>
          </p:cNvPr>
          <p:cNvSpPr txBox="1"/>
          <p:nvPr/>
        </p:nvSpPr>
        <p:spPr>
          <a:xfrm>
            <a:off x="4010619" y="1915684"/>
            <a:ext cx="324479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Gill Sans MT" panose="020B0502020104020203" pitchFamily="34" charset="77"/>
              </a:rPr>
              <a:t>Equivalently(similar to a list):</a:t>
            </a:r>
          </a:p>
          <a:p>
            <a:endParaRPr lang="en-US" sz="2000" dirty="0">
              <a:latin typeface="Gill Sans MT" panose="020B0502020104020203" pitchFamily="34" charset="77"/>
            </a:endParaRPr>
          </a:p>
          <a:p>
            <a:r>
              <a:rPr lang="en-US" sz="2000" b="1" dirty="0">
                <a:solidFill>
                  <a:srgbClr val="000087"/>
                </a:solidFill>
                <a:latin typeface="Inconsolata" panose="020B0609030003000000" pitchFamily="49" charset="77"/>
              </a:rPr>
              <a:t>s = "hello"</a:t>
            </a:r>
            <a:endParaRPr lang="en-US" sz="2000" b="1" dirty="0">
              <a:latin typeface="Inconsolata" panose="020B0609030003000000" pitchFamily="49" charset="77"/>
            </a:endParaRPr>
          </a:p>
          <a:p>
            <a:r>
              <a:rPr lang="en-US" sz="2000" b="1" dirty="0">
                <a:latin typeface="Inconsolata" panose="020B0609030003000000" pitchFamily="49" charset="77"/>
              </a:rPr>
              <a:t>for </a:t>
            </a:r>
            <a:r>
              <a:rPr lang="en-US" sz="2000" b="1" dirty="0" err="1">
                <a:latin typeface="Inconsolata" panose="020B0609030003000000" pitchFamily="49" charset="77"/>
              </a:rPr>
              <a:t>i</a:t>
            </a:r>
            <a:r>
              <a:rPr lang="en-US" sz="2000" b="1" dirty="0">
                <a:latin typeface="Inconsolata" panose="020B0609030003000000" pitchFamily="49" charset="77"/>
              </a:rPr>
              <a:t> in range(</a:t>
            </a:r>
            <a:r>
              <a:rPr lang="en-US" sz="2000" b="1" dirty="0" err="1">
                <a:latin typeface="Inconsolata" panose="020B0609030003000000" pitchFamily="49" charset="77"/>
              </a:rPr>
              <a:t>len</a:t>
            </a:r>
            <a:r>
              <a:rPr lang="en-US" sz="2000" b="1" dirty="0">
                <a:latin typeface="Inconsolata" panose="020B0609030003000000" pitchFamily="49" charset="77"/>
              </a:rPr>
              <a:t>(s)):</a:t>
            </a:r>
          </a:p>
          <a:p>
            <a:r>
              <a:rPr lang="en-US" sz="2000" b="1" dirty="0">
                <a:solidFill>
                  <a:srgbClr val="33566B"/>
                </a:solidFill>
                <a:latin typeface="Inconsolata" panose="020B0609030003000000" pitchFamily="49" charset="77"/>
              </a:rPr>
              <a:t>	print(s[</a:t>
            </a:r>
            <a:r>
              <a:rPr lang="en-US" sz="2000" b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i</a:t>
            </a:r>
            <a:r>
              <a:rPr lang="en-US" sz="2000" b="1" dirty="0">
                <a:solidFill>
                  <a:srgbClr val="33566B"/>
                </a:solidFill>
                <a:latin typeface="Inconsolata" panose="020B0609030003000000" pitchFamily="49" charset="77"/>
              </a:rPr>
              <a:t>])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2451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72" y="195178"/>
            <a:ext cx="7053542" cy="683886"/>
          </a:xfrm>
        </p:spPr>
        <p:txBody>
          <a:bodyPr/>
          <a:lstStyle/>
          <a:p>
            <a:r>
              <a:rPr lang="en-US" dirty="0"/>
              <a:t>Split()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572" y="976184"/>
            <a:ext cx="8781131" cy="47388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split() splits a string into a list.  A separator can be specified. The default separator is any whitespace.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fruits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"apple mango banana grape"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fruit_lst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fruits.split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()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fruit_lst</a:t>
            </a:r>
            <a:r>
              <a:rPr lang="en-US" b="1" dirty="0">
                <a:latin typeface="INCONSOLATA" panose="020B0609030003000000" pitchFamily="49" charset="77"/>
              </a:rPr>
              <a:t>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 [‘apple’, ‘mango’, ‘banana’, ‘grape’]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greeting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“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hi,I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 am 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Mike,I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 just graduate.”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greet_lst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greeting.split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(",")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greet_lst</a:t>
            </a:r>
            <a:r>
              <a:rPr lang="en-US" b="1" dirty="0">
                <a:latin typeface="INCONSOLATA" panose="020B0609030003000000" pitchFamily="49" charset="77"/>
              </a:rPr>
              <a:t>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[‘hi’, ‘I am Mike’, ‘I just graduate.’]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321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Find a word from a list of words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817895"/>
            <a:ext cx="8726139" cy="476309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Write a function that accepts two parameters: a list of words and a target word. The function returns the index of the target word in the list. If the target word is not in the list, returns -1.</a:t>
            </a: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def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3C9FF2"/>
                </a:solidFill>
                <a:latin typeface="Inconsolata" panose="020B0609030003000000" pitchFamily="49" charset="77"/>
              </a:rPr>
              <a:t>search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(</a:t>
            </a:r>
            <a:r>
              <a:rPr lang="en-US" b="1" dirty="0" err="1">
                <a:solidFill>
                  <a:srgbClr val="000000"/>
                </a:solidFill>
                <a:latin typeface="Inconsolata" panose="020B0609030003000000" pitchFamily="49" charset="77"/>
              </a:rPr>
              <a:t>lst_words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, target): 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for 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 dirty="0">
                <a:latin typeface="Inconsolata" panose="020B0609030003000000" pitchFamily="49" charset="77"/>
              </a:rPr>
              <a:t> in range(</a:t>
            </a:r>
            <a:r>
              <a:rPr lang="en-US" b="1" dirty="0" err="1">
                <a:latin typeface="Inconsolata" panose="020B0609030003000000" pitchFamily="49" charset="77"/>
              </a:rPr>
              <a:t>len</a:t>
            </a:r>
            <a:r>
              <a:rPr lang="en-US" b="1" dirty="0">
                <a:latin typeface="Inconsolata" panose="020B0609030003000000" pitchFamily="49" charset="77"/>
              </a:rPr>
              <a:t>(</a:t>
            </a:r>
            <a:r>
              <a:rPr lang="en-US" b="1" dirty="0" err="1">
                <a:latin typeface="Inconsolata" panose="020B0609030003000000" pitchFamily="49" charset="77"/>
              </a:rPr>
              <a:t>lst_words</a:t>
            </a:r>
            <a:r>
              <a:rPr lang="en-US" b="1" dirty="0">
                <a:latin typeface="Inconsolata" panose="020B0609030003000000" pitchFamily="49" charset="77"/>
              </a:rPr>
              <a:t>)):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	if </a:t>
            </a:r>
            <a:r>
              <a:rPr lang="en-US" b="1" dirty="0" err="1">
                <a:latin typeface="Inconsolata" panose="020B0609030003000000" pitchFamily="49" charset="77"/>
              </a:rPr>
              <a:t>lst_words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 dirty="0">
                <a:latin typeface="Inconsolata" panose="020B0609030003000000" pitchFamily="49" charset="77"/>
              </a:rPr>
              <a:t>] == target: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	return </a:t>
            </a:r>
            <a:r>
              <a:rPr lang="en-US" b="1" dirty="0" err="1">
                <a:solidFill>
                  <a:srgbClr val="006699"/>
                </a:solidFill>
                <a:latin typeface="Inconsolata" panose="020B0609030003000000" pitchFamily="49" charset="77"/>
              </a:rPr>
              <a:t>i</a:t>
            </a:r>
            <a:endParaRPr lang="en-US" b="1" dirty="0">
              <a:solidFill>
                <a:srgbClr val="006699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latin typeface="Inconsolata" panose="020B0609030003000000" pitchFamily="49" charset="77"/>
              </a:rPr>
              <a:t>return -1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words = ["hi", "hello", "goodbye", "</a:t>
            </a:r>
            <a:r>
              <a:rPr lang="en-US" b="1" dirty="0" err="1">
                <a:latin typeface="Inconsolata" panose="020B0609030003000000" pitchFamily="49" charset="77"/>
              </a:rPr>
              <a:t>hola</a:t>
            </a:r>
            <a:r>
              <a:rPr lang="en-US" b="1" dirty="0">
                <a:latin typeface="Inconsolata" panose="020B0609030003000000" pitchFamily="49" charset="77"/>
              </a:rPr>
              <a:t>", "bonjour"]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print(search(words, "goodbye"))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2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print(search(words, "bye"))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-1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index = search(words, "bonjour")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print(index) 		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4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82982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756" y="212384"/>
            <a:ext cx="7053542" cy="683886"/>
          </a:xfrm>
        </p:spPr>
        <p:txBody>
          <a:bodyPr/>
          <a:lstStyle/>
          <a:p>
            <a:r>
              <a:rPr lang="en-US" dirty="0"/>
              <a:t>Special Characters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756" y="896270"/>
            <a:ext cx="8821874" cy="4695233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It is not valid syntax to have a single quote inside of a single quoted string. </a:t>
            </a:r>
            <a:endParaRPr lang="en-US" dirty="0">
              <a:solidFill>
                <a:srgbClr val="34A327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34A327"/>
                </a:solidFill>
                <a:latin typeface="Inconsolata" panose="020B0609030003000000" pitchFamily="49" charset="77"/>
              </a:rPr>
              <a:t>a = </a:t>
            </a:r>
            <a:r>
              <a:rPr lang="en-US" sz="2000" b="1" dirty="0">
                <a:solidFill>
                  <a:srgbClr val="FF0000"/>
                </a:solidFill>
                <a:latin typeface="Inconsolata" panose="020B0609030003000000" pitchFamily="49" charset="77"/>
              </a:rPr>
              <a:t>‘</a:t>
            </a:r>
            <a:r>
              <a:rPr lang="en-US" sz="2000" b="1" dirty="0">
                <a:solidFill>
                  <a:srgbClr val="CD7923"/>
                </a:solidFill>
                <a:latin typeface="Inconsolata" panose="020B0609030003000000" pitchFamily="49" charset="77"/>
              </a:rPr>
              <a:t>that</a:t>
            </a:r>
            <a:r>
              <a:rPr lang="en-US" sz="2000" b="1" dirty="0">
                <a:solidFill>
                  <a:srgbClr val="FF0000"/>
                </a:solidFill>
                <a:latin typeface="Inconsolata" panose="020B0609030003000000" pitchFamily="49" charset="77"/>
              </a:rPr>
              <a:t>’</a:t>
            </a:r>
            <a:r>
              <a:rPr lang="en-US" sz="2000" b="1" dirty="0">
                <a:solidFill>
                  <a:srgbClr val="CD7923"/>
                </a:solidFill>
                <a:latin typeface="Inconsolata" panose="020B0609030003000000" pitchFamily="49" charset="77"/>
              </a:rPr>
              <a:t>s not legal</a:t>
            </a:r>
            <a:r>
              <a:rPr lang="en-US" sz="2000" b="1" dirty="0">
                <a:solidFill>
                  <a:srgbClr val="FF0000"/>
                </a:solidFill>
                <a:latin typeface="Inconsolata" panose="020B0609030003000000" pitchFamily="49" charset="77"/>
              </a:rPr>
              <a:t>’</a:t>
            </a:r>
            <a:r>
              <a:rPr lang="en-US" sz="2000" b="1" dirty="0">
                <a:solidFill>
                  <a:srgbClr val="000000"/>
                </a:solidFill>
                <a:latin typeface="Inconsolata" panose="020B0609030003000000" pitchFamily="49" charset="77"/>
              </a:rPr>
              <a:t>  </a:t>
            </a:r>
            <a:r>
              <a:rPr lang="en-US" sz="2000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</a:t>
            </a:r>
            <a:r>
              <a:rPr lang="en-US" sz="2000" b="1" dirty="0" err="1">
                <a:solidFill>
                  <a:schemeClr val="accent1"/>
                </a:solidFill>
                <a:latin typeface="Inconsolata" panose="020B0609030003000000" pitchFamily="49" charset="77"/>
              </a:rPr>
              <a:t>SyntaxError</a:t>
            </a:r>
            <a:r>
              <a:rPr lang="en-US" sz="2000" b="1" dirty="0">
                <a:solidFill>
                  <a:schemeClr val="accent1"/>
                </a:solidFill>
                <a:latin typeface="Inconsolata" panose="020B0609030003000000" pitchFamily="49" charset="77"/>
              </a:rPr>
              <a:t>: invalid syntax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Instead, we can use double quotes outside the string. Or alternatively, use double quotes inside and single quotes outside. </a:t>
            </a:r>
          </a:p>
          <a:p>
            <a:pPr marL="0" indent="0">
              <a:buNone/>
            </a:pPr>
            <a:endParaRPr lang="en-US" sz="2000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34A327"/>
                </a:solidFill>
                <a:latin typeface="Inconsolata" panose="020B0609030003000000" pitchFamily="49" charset="77"/>
              </a:rPr>
              <a:t>print(</a:t>
            </a:r>
            <a:r>
              <a:rPr lang="en-US" sz="2000" b="1" dirty="0">
                <a:solidFill>
                  <a:srgbClr val="CD7923"/>
                </a:solidFill>
                <a:latin typeface="Inconsolata" panose="020B0609030003000000" pitchFamily="49" charset="77"/>
              </a:rPr>
              <a:t>“It</a:t>
            </a:r>
            <a:r>
              <a:rPr lang="en-US" sz="2000" b="1" dirty="0">
                <a:solidFill>
                  <a:srgbClr val="FF0000"/>
                </a:solidFill>
                <a:latin typeface="Inconsolata" panose="020B0609030003000000" pitchFamily="49" charset="77"/>
              </a:rPr>
              <a:t>’</a:t>
            </a:r>
            <a:r>
              <a:rPr lang="en-US" sz="2000" b="1" dirty="0">
                <a:solidFill>
                  <a:srgbClr val="CD7923"/>
                </a:solidFill>
                <a:latin typeface="Inconsolata" panose="020B0609030003000000" pitchFamily="49" charset="77"/>
              </a:rPr>
              <a:t>s legal to do this.”</a:t>
            </a:r>
            <a:r>
              <a:rPr lang="en-US" sz="2000" b="1" dirty="0">
                <a:latin typeface="Inconsolata" panose="020B0609030003000000" pitchFamily="49" charset="77"/>
              </a:rPr>
              <a:t>,</a:t>
            </a:r>
            <a:r>
              <a:rPr lang="en-US" sz="2000" b="1" dirty="0">
                <a:solidFill>
                  <a:srgbClr val="CD7923"/>
                </a:solidFill>
                <a:latin typeface="Inconsolata" panose="020B0609030003000000" pitchFamily="49" charset="77"/>
              </a:rPr>
              <a:t> ‘And he said, </a:t>
            </a:r>
            <a:r>
              <a:rPr lang="en-US" sz="2000" b="1" dirty="0">
                <a:solidFill>
                  <a:srgbClr val="FF0000"/>
                </a:solidFill>
                <a:latin typeface="Inconsolata" panose="020B0609030003000000" pitchFamily="49" charset="77"/>
              </a:rPr>
              <a:t>“</a:t>
            </a:r>
            <a:r>
              <a:rPr lang="en-US" sz="2000" b="1" dirty="0">
                <a:solidFill>
                  <a:srgbClr val="CD7923"/>
                </a:solidFill>
                <a:latin typeface="Inconsolata" panose="020B0609030003000000" pitchFamily="49" charset="77"/>
              </a:rPr>
              <a:t>This is ok.</a:t>
            </a:r>
            <a:r>
              <a:rPr lang="en-US" sz="2000" b="1" dirty="0">
                <a:solidFill>
                  <a:srgbClr val="FF0000"/>
                </a:solidFill>
                <a:latin typeface="Inconsolata" panose="020B0609030003000000" pitchFamily="49" charset="77"/>
              </a:rPr>
              <a:t>”</a:t>
            </a:r>
            <a:r>
              <a:rPr lang="en-US" sz="2000" b="1" dirty="0">
                <a:solidFill>
                  <a:srgbClr val="CD7923"/>
                </a:solidFill>
                <a:latin typeface="Inconsolata" panose="020B0609030003000000" pitchFamily="49" charset="77"/>
              </a:rPr>
              <a:t>’</a:t>
            </a:r>
            <a:r>
              <a:rPr lang="en-US" sz="2000" b="1" dirty="0">
                <a:solidFill>
                  <a:srgbClr val="34A327"/>
                </a:solidFill>
                <a:latin typeface="Inconsolata" panose="020B0609030003000000" pitchFamily="49" charset="77"/>
              </a:rPr>
              <a:t>)</a:t>
            </a:r>
            <a:r>
              <a:rPr lang="en-US" sz="2000" b="1" dirty="0">
                <a:solidFill>
                  <a:srgbClr val="CD7923"/>
                </a:solidFill>
                <a:latin typeface="Inconsolata" panose="020B0609030003000000" pitchFamily="49" charset="77"/>
              </a:rPr>
              <a:t> </a:t>
            </a:r>
            <a:r>
              <a:rPr lang="en-US" sz="2000" b="1" dirty="0">
                <a:solidFill>
                  <a:srgbClr val="000000"/>
                </a:solidFill>
                <a:latin typeface="Inconsolata" panose="020B0609030003000000" pitchFamily="49" charset="77"/>
              </a:rPr>
              <a:t>   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Inconsolata" panose="020B0609030003000000" pitchFamily="49" charset="77"/>
              </a:rPr>
              <a:t>                   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23074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182" y="123497"/>
            <a:ext cx="7053542" cy="683886"/>
          </a:xfrm>
        </p:spPr>
        <p:txBody>
          <a:bodyPr/>
          <a:lstStyle/>
          <a:p>
            <a:r>
              <a:rPr lang="en-US" dirty="0"/>
              <a:t>Escape Sequence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182" y="807383"/>
            <a:ext cx="8833448" cy="4784120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FontTx/>
              <a:buNone/>
            </a:pPr>
            <a:endParaRPr lang="en-GB" altLang="en-US" b="1" dirty="0">
              <a:ea typeface="ＭＳ Ｐゴシック" panose="020B0600070205080204" pitchFamily="34" charset="-128"/>
            </a:endParaRP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b="1" dirty="0">
                <a:ea typeface="ＭＳ Ｐゴシック" panose="020B0600070205080204" pitchFamily="34" charset="-128"/>
              </a:rPr>
              <a:t>Escape sequence </a:t>
            </a:r>
            <a:r>
              <a:rPr lang="en-GB" altLang="en-US" dirty="0">
                <a:ea typeface="ＭＳ Ｐゴシック" panose="020B0600070205080204" pitchFamily="34" charset="-128"/>
              </a:rPr>
              <a:t>is a special sequence of characters used to represent certain special characters in a string.</a:t>
            </a:r>
          </a:p>
          <a:p>
            <a:pPr marL="0" indent="0">
              <a:spcBef>
                <a:spcPts val="600"/>
              </a:spcBef>
              <a:buFontTx/>
              <a:buNone/>
            </a:pPr>
            <a:br>
              <a:rPr lang="en-GB" altLang="en-US" dirty="0">
                <a:ea typeface="ＭＳ Ｐゴシック" panose="020B0600070205080204" pitchFamily="34" charset="-128"/>
              </a:rPr>
            </a:br>
            <a:endParaRPr lang="en-GB" altLang="en-US" sz="700" dirty="0">
              <a:ea typeface="ＭＳ Ｐゴシック" panose="020B0600070205080204" pitchFamily="34" charset="-128"/>
            </a:endParaRPr>
          </a:p>
          <a:p>
            <a:pPr lvl="1">
              <a:spcBef>
                <a:spcPts val="500"/>
              </a:spcBef>
              <a:buFontTx/>
              <a:buNone/>
            </a:pPr>
            <a:r>
              <a:rPr lang="en-GB" altLang="en-US" sz="2100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 \n	</a:t>
            </a:r>
            <a:r>
              <a:rPr lang="en-GB" altLang="en-US" sz="2100" dirty="0">
                <a:ea typeface="ＭＳ Ｐゴシック" panose="020B0600070205080204" pitchFamily="34" charset="-128"/>
              </a:rPr>
              <a:t>new line character</a:t>
            </a:r>
          </a:p>
          <a:p>
            <a:pPr lvl="1">
              <a:spcBef>
                <a:spcPts val="500"/>
              </a:spcBef>
              <a:buNone/>
            </a:pPr>
            <a:r>
              <a:rPr lang="en-GB" altLang="en-US" sz="2100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	\t	</a:t>
            </a:r>
            <a:r>
              <a:rPr lang="en-GB" altLang="en-US" sz="2100" dirty="0">
                <a:ea typeface="ＭＳ Ｐゴシック" panose="020B0600070205080204" pitchFamily="34" charset="-128"/>
              </a:rPr>
              <a:t>tab</a:t>
            </a:r>
          </a:p>
          <a:p>
            <a:pPr lvl="1">
              <a:spcBef>
                <a:spcPts val="500"/>
              </a:spcBef>
              <a:buFontTx/>
              <a:buNone/>
            </a:pPr>
            <a:r>
              <a:rPr lang="en-GB" altLang="en-US" sz="2100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	\”	</a:t>
            </a:r>
            <a:r>
              <a:rPr lang="en-GB" altLang="en-US" sz="2100" dirty="0">
                <a:ea typeface="ＭＳ Ｐゴシック" panose="020B0600070205080204" pitchFamily="34" charset="-128"/>
              </a:rPr>
              <a:t>double quote</a:t>
            </a:r>
          </a:p>
          <a:p>
            <a:pPr lvl="1">
              <a:spcBef>
                <a:spcPts val="500"/>
              </a:spcBef>
              <a:buNone/>
            </a:pPr>
            <a:r>
              <a:rPr lang="en-GB" altLang="en-US" sz="2100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	\’	</a:t>
            </a:r>
            <a:r>
              <a:rPr lang="en-GB" altLang="en-US" sz="2100" dirty="0">
                <a:ea typeface="ＭＳ Ｐゴシック" panose="020B0600070205080204" pitchFamily="34" charset="-128"/>
              </a:rPr>
              <a:t>single quote</a:t>
            </a:r>
          </a:p>
          <a:p>
            <a:pPr lvl="1">
              <a:spcBef>
                <a:spcPts val="500"/>
              </a:spcBef>
              <a:buFontTx/>
              <a:buNone/>
            </a:pPr>
            <a:r>
              <a:rPr lang="en-GB" altLang="en-US" sz="2100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	\\	</a:t>
            </a:r>
            <a:r>
              <a:rPr lang="en-GB" altLang="en-US" sz="2100" dirty="0">
                <a:ea typeface="ＭＳ Ｐゴシック" panose="020B0600070205080204" pitchFamily="34" charset="-128"/>
              </a:rPr>
              <a:t>backslash character</a:t>
            </a:r>
          </a:p>
          <a:p>
            <a:pPr lvl="1">
              <a:spcBef>
                <a:spcPts val="500"/>
              </a:spcBef>
              <a:buNone/>
            </a:pPr>
            <a:endParaRPr lang="en-GB" altLang="en-US" dirty="0">
              <a:ea typeface="ＭＳ Ｐゴシック" panose="020B0600070205080204" pitchFamily="34" charset="-128"/>
            </a:endParaRPr>
          </a:p>
          <a:p>
            <a:pPr lvl="1">
              <a:spcBef>
                <a:spcPts val="500"/>
              </a:spcBef>
              <a:buNone/>
            </a:pPr>
            <a:endParaRPr lang="en-GB" altLang="en-US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29158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056" y="235534"/>
            <a:ext cx="7053542" cy="683886"/>
          </a:xfrm>
        </p:spPr>
        <p:txBody>
          <a:bodyPr/>
          <a:lstStyle/>
          <a:p>
            <a:r>
              <a:rPr lang="en-US" dirty="0"/>
              <a:t>Escape Sequence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056" y="919420"/>
            <a:ext cx="8775574" cy="4672083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dirty="0">
                <a:ea typeface="ＭＳ Ｐゴシック" panose="020B0600070205080204" pitchFamily="34" charset="-128"/>
              </a:rPr>
              <a:t>What is the output?</a:t>
            </a:r>
            <a:endParaRPr lang="en-US" sz="2000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34A327"/>
                </a:solidFill>
                <a:latin typeface="Inconsolata" panose="020B0609030003000000" pitchFamily="49" charset="77"/>
              </a:rPr>
              <a:t>print</a:t>
            </a:r>
            <a:r>
              <a:rPr lang="en-US" sz="1900" b="1" dirty="0">
                <a:solidFill>
                  <a:srgbClr val="000000"/>
                </a:solidFill>
                <a:latin typeface="Inconsolata" panose="020B0609030003000000" pitchFamily="49" charset="77"/>
              </a:rPr>
              <a:t>(</a:t>
            </a:r>
            <a:r>
              <a:rPr lang="en-US" sz="1900" b="1" dirty="0">
                <a:solidFill>
                  <a:srgbClr val="CD7923"/>
                </a:solidFill>
                <a:latin typeface="Inconsolata" panose="020B0609030003000000" pitchFamily="49" charset="77"/>
              </a:rPr>
              <a:t>“How \</a:t>
            </a:r>
            <a:r>
              <a:rPr lang="en-US" sz="1900" b="1" dirty="0" err="1">
                <a:solidFill>
                  <a:srgbClr val="CD7923"/>
                </a:solidFill>
                <a:latin typeface="Inconsolata" panose="020B0609030003000000" pitchFamily="49" charset="77"/>
              </a:rPr>
              <a:t>tmany</a:t>
            </a:r>
            <a:r>
              <a:rPr lang="en-US" sz="1900" b="1" dirty="0">
                <a:solidFill>
                  <a:srgbClr val="CD7923"/>
                </a:solidFill>
                <a:latin typeface="Inconsolata" panose="020B0609030003000000" pitchFamily="49" charset="77"/>
              </a:rPr>
              <a:t> \‘lines\’\n are\n shown\n \“here\”?”</a:t>
            </a:r>
            <a:r>
              <a:rPr lang="en-US" sz="1900" b="1" dirty="0">
                <a:solidFill>
                  <a:srgbClr val="000000"/>
                </a:solidFill>
                <a:latin typeface="Inconsolata" panose="020B0609030003000000" pitchFamily="49" charset="77"/>
              </a:rPr>
              <a:t>)</a:t>
            </a:r>
            <a:r>
              <a:rPr lang="en-US" sz="1900" b="1" dirty="0">
                <a:solidFill>
                  <a:srgbClr val="CD7923"/>
                </a:solidFill>
                <a:latin typeface="Inconsolata" panose="020B0609030003000000" pitchFamily="49" charset="77"/>
              </a:rPr>
              <a:t> 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Inconsolata" panose="020B0609030003000000" pitchFamily="49" charset="77"/>
              </a:rPr>
              <a:t>    </a:t>
            </a:r>
            <a:endParaRPr lang="en-US" sz="2000" dirty="0">
              <a:solidFill>
                <a:srgbClr val="000000"/>
              </a:solidFill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Gill Sans MT" panose="020B0502020104020203" pitchFamily="34" charset="77"/>
              </a:rPr>
              <a:t>Output:</a:t>
            </a:r>
            <a:r>
              <a:rPr lang="en-US" sz="2000" b="1" dirty="0">
                <a:solidFill>
                  <a:srgbClr val="000000"/>
                </a:solidFill>
                <a:latin typeface="Inconsolata" panose="020B0609030003000000" pitchFamily="49" charset="77"/>
              </a:rPr>
              <a:t>                                     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Gill Sans MT" panose="020B0502020104020203" pitchFamily="34" charset="77"/>
              </a:rPr>
              <a:t>How     many ‘lines’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Gill Sans MT" panose="020B0502020104020203" pitchFamily="34" charset="77"/>
              </a:rPr>
              <a:t>are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Gill Sans MT" panose="020B0502020104020203" pitchFamily="34" charset="77"/>
              </a:rPr>
              <a:t>shown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Gill Sans MT" panose="020B0502020104020203" pitchFamily="34" charset="77"/>
              </a:rPr>
              <a:t>“here”?</a:t>
            </a:r>
          </a:p>
          <a:p>
            <a:pPr lvl="1">
              <a:spcBef>
                <a:spcPts val="500"/>
              </a:spcBef>
              <a:buFontTx/>
              <a:buNone/>
            </a:pPr>
            <a:endParaRPr lang="en-GB" altLang="en-US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98936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182" y="123497"/>
            <a:ext cx="7053542" cy="683886"/>
          </a:xfrm>
        </p:spPr>
        <p:txBody>
          <a:bodyPr/>
          <a:lstStyle/>
          <a:p>
            <a:r>
              <a:rPr lang="en-US" dirty="0"/>
              <a:t>Reading from a Text File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182" y="693083"/>
            <a:ext cx="8995818" cy="4784120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FontTx/>
              <a:buNone/>
            </a:pPr>
            <a:endParaRPr lang="en-GB" altLang="en-US" dirty="0">
              <a:ea typeface="ＭＳ Ｐゴシック" panose="020B0600070205080204" pitchFamily="34" charset="-128"/>
            </a:endParaRP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dirty="0">
                <a:ea typeface="ＭＳ Ｐゴシック" panose="020B0600070205080204" pitchFamily="34" charset="-128"/>
              </a:rPr>
              <a:t>Here's how we can read contents from a text file.</a:t>
            </a:r>
          </a:p>
          <a:p>
            <a:pPr marL="0" indent="0">
              <a:spcBef>
                <a:spcPts val="600"/>
              </a:spcBef>
              <a:buFontTx/>
              <a:buNone/>
            </a:pPr>
            <a:endParaRPr lang="en-GB" altLang="en-US" dirty="0">
              <a:ea typeface="ＭＳ Ｐゴシック" panose="020B0600070205080204" pitchFamily="34" charset="-128"/>
            </a:endParaRP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sz="2200" b="1" dirty="0">
                <a:solidFill>
                  <a:schemeClr val="accent6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with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 </a:t>
            </a:r>
            <a:r>
              <a:rPr lang="en-GB" altLang="en-US" sz="2200" b="1" dirty="0">
                <a:solidFill>
                  <a:srgbClr val="00B05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open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(</a:t>
            </a:r>
            <a:r>
              <a:rPr lang="en-GB" altLang="en-US" sz="2200" b="1" dirty="0">
                <a:solidFill>
                  <a:srgbClr val="FF000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"</a:t>
            </a:r>
            <a:r>
              <a:rPr lang="en-GB" altLang="en-US" sz="2200" b="1" dirty="0" err="1">
                <a:solidFill>
                  <a:srgbClr val="FF000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file.txt</a:t>
            </a:r>
            <a:r>
              <a:rPr lang="en-GB" altLang="en-US" sz="2200" b="1" dirty="0">
                <a:solidFill>
                  <a:srgbClr val="FF000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"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) </a:t>
            </a:r>
            <a:r>
              <a:rPr lang="en-GB" altLang="en-US" sz="2200" b="1" dirty="0">
                <a:solidFill>
                  <a:schemeClr val="accent6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as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 f:</a:t>
            </a: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    text = </a:t>
            </a:r>
            <a:r>
              <a:rPr lang="en-GB" altLang="en-US" sz="2200" b="1" dirty="0" err="1">
                <a:latin typeface="INCONSOLATA" panose="020B0609030003000000" pitchFamily="49" charset="77"/>
                <a:ea typeface="ＭＳ Ｐゴシック" panose="020B0600070205080204" pitchFamily="34" charset="-128"/>
              </a:rPr>
              <a:t>f.read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()</a:t>
            </a:r>
          </a:p>
          <a:p>
            <a:pPr marL="0" indent="0">
              <a:spcBef>
                <a:spcPts val="600"/>
              </a:spcBef>
              <a:buFontTx/>
              <a:buNone/>
            </a:pPr>
            <a:endParaRPr lang="en-GB" altLang="en-US" sz="2200" b="1" dirty="0">
              <a:latin typeface="INCONSOLATA" panose="020B0609030003000000" pitchFamily="49" charset="77"/>
              <a:ea typeface="ＭＳ Ｐゴシック" panose="020B0600070205080204" pitchFamily="34" charset="-128"/>
            </a:endParaRP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print(text)	</a:t>
            </a:r>
            <a:r>
              <a:rPr lang="en-GB" altLang="en-US" sz="2200" dirty="0">
                <a:solidFill>
                  <a:srgbClr val="0070C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# text is a string containing the entire file.</a:t>
            </a: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sz="2200" dirty="0">
                <a:solidFill>
                  <a:srgbClr val="0070C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	</a:t>
            </a:r>
            <a:endParaRPr lang="en-GB" altLang="en-US" dirty="0">
              <a:ea typeface="ＭＳ Ｐゴシック" panose="020B0600070205080204" pitchFamily="34" charset="-128"/>
            </a:endParaRP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dirty="0">
                <a:ea typeface="ＭＳ Ｐゴシック" panose="020B0600070205080204" pitchFamily="34" charset="-128"/>
              </a:rPr>
              <a:t>Output:</a:t>
            </a: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dirty="0">
                <a:ea typeface="ＭＳ Ｐゴシック" panose="020B0600070205080204" pitchFamily="34" charset="-128"/>
              </a:rPr>
              <a:t>This is a text file.</a:t>
            </a: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dirty="0">
                <a:ea typeface="ＭＳ Ｐゴシック" panose="020B0600070205080204" pitchFamily="34" charset="-128"/>
              </a:rPr>
              <a:t>This is the	end.</a:t>
            </a:r>
          </a:p>
          <a:p>
            <a:pPr marL="0" indent="0">
              <a:spcBef>
                <a:spcPts val="600"/>
              </a:spcBef>
              <a:buFontTx/>
              <a:buNone/>
            </a:pPr>
            <a:endParaRPr lang="en-GB" altLang="en-US" dirty="0">
              <a:ea typeface="ＭＳ Ｐゴシック" panose="020B0600070205080204" pitchFamily="34" charset="-128"/>
            </a:endParaRP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dirty="0">
                <a:ea typeface="ＭＳ Ｐゴシック" panose="020B0600070205080204" pitchFamily="34" charset="-128"/>
              </a:rPr>
              <a:t>Note:  We'll do labs on </a:t>
            </a:r>
            <a:r>
              <a:rPr lang="en-GB" altLang="en-US" dirty="0" err="1">
                <a:ea typeface="ＭＳ Ｐゴシック" panose="020B0600070205080204" pitchFamily="34" charset="-128"/>
              </a:rPr>
              <a:t>replit</a:t>
            </a:r>
            <a:r>
              <a:rPr lang="en-GB" altLang="en-US" dirty="0">
                <a:ea typeface="ＭＳ Ｐゴシック" panose="020B0600070205080204" pitchFamily="34" charset="-128"/>
              </a:rPr>
              <a:t> Teams that allow you to read from text files.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2153F1-5212-594C-9739-9F67BE59108B}"/>
              </a:ext>
            </a:extLst>
          </p:cNvPr>
          <p:cNvSpPr txBox="1"/>
          <p:nvPr/>
        </p:nvSpPr>
        <p:spPr>
          <a:xfrm>
            <a:off x="5171688" y="1992395"/>
            <a:ext cx="2613411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This is a text file.</a:t>
            </a:r>
          </a:p>
          <a:p>
            <a:r>
              <a:rPr lang="en-US" sz="2000" dirty="0"/>
              <a:t>This is the		end.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8711C7-1AB6-2449-80AD-C0B4B3A50E9E}"/>
              </a:ext>
            </a:extLst>
          </p:cNvPr>
          <p:cNvSpPr txBox="1"/>
          <p:nvPr/>
        </p:nvSpPr>
        <p:spPr>
          <a:xfrm>
            <a:off x="5171689" y="1496243"/>
            <a:ext cx="9132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 err="1">
                <a:solidFill>
                  <a:srgbClr val="FF0000"/>
                </a:solidFill>
              </a:rPr>
              <a:t>file.txt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653154-117E-B247-A50F-60D3AD088277}"/>
              </a:ext>
            </a:extLst>
          </p:cNvPr>
          <p:cNvSpPr txBox="1"/>
          <p:nvPr/>
        </p:nvSpPr>
        <p:spPr>
          <a:xfrm>
            <a:off x="2567661" y="3549904"/>
            <a:ext cx="657633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This code can read in a file of any size!</a:t>
            </a:r>
          </a:p>
          <a:p>
            <a:r>
              <a:rPr lang="en-US" sz="2200" dirty="0">
                <a:solidFill>
                  <a:srgbClr val="FF0000"/>
                </a:solidFill>
              </a:rPr>
              <a:t>For example, the variable text can store the entire</a:t>
            </a:r>
          </a:p>
          <a:p>
            <a:r>
              <a:rPr lang="en-US" sz="2200" dirty="0">
                <a:solidFill>
                  <a:srgbClr val="FF0000"/>
                </a:solidFill>
              </a:rPr>
              <a:t>Wikipedia!</a:t>
            </a:r>
          </a:p>
        </p:txBody>
      </p:sp>
    </p:spTree>
    <p:extLst>
      <p:ext uri="{BB962C8B-B14F-4D97-AF65-F5344CB8AC3E}">
        <p14:creationId xmlns:p14="http://schemas.microsoft.com/office/powerpoint/2010/main" val="2745462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182" y="123497"/>
            <a:ext cx="7053542" cy="683886"/>
          </a:xfrm>
        </p:spPr>
        <p:txBody>
          <a:bodyPr/>
          <a:lstStyle/>
          <a:p>
            <a:r>
              <a:rPr lang="en-US" dirty="0"/>
              <a:t>Reading from a Text File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182" y="693083"/>
            <a:ext cx="8833448" cy="4784120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\n </a:t>
            </a:r>
            <a:r>
              <a:rPr lang="en-GB" altLang="en-US" dirty="0">
                <a:ea typeface="ＭＳ Ｐゴシック" panose="020B0600070205080204" pitchFamily="34" charset="-128"/>
              </a:rPr>
              <a:t>and </a:t>
            </a:r>
            <a:r>
              <a:rPr lang="en-GB" altLang="en-US" dirty="0">
                <a:latin typeface="Courier New" panose="02070309020205020404" pitchFamily="49" charset="0"/>
                <a:ea typeface="ＭＳ Ｐゴシック" panose="020B0600070205080204" pitchFamily="34" charset="-128"/>
              </a:rPr>
              <a:t>\t </a:t>
            </a:r>
            <a:r>
              <a:rPr lang="en-GB" altLang="en-US" dirty="0">
                <a:ea typeface="ＭＳ Ｐゴシック" panose="020B0600070205080204" pitchFamily="34" charset="-128"/>
              </a:rPr>
              <a:t>sequences occur often when reading from a text file. </a:t>
            </a:r>
          </a:p>
          <a:p>
            <a:pPr marL="0" indent="0">
              <a:spcBef>
                <a:spcPts val="600"/>
              </a:spcBef>
              <a:buFontTx/>
              <a:buNone/>
            </a:pPr>
            <a:endParaRPr lang="en-GB" altLang="en-US" dirty="0">
              <a:ea typeface="ＭＳ Ｐゴシック" panose="020B0600070205080204" pitchFamily="34" charset="-128"/>
            </a:endParaRPr>
          </a:p>
          <a:p>
            <a:pPr marL="0" indent="0">
              <a:spcBef>
                <a:spcPts val="600"/>
              </a:spcBef>
              <a:buFontTx/>
              <a:buNone/>
            </a:pPr>
            <a:endParaRPr lang="en-GB" altLang="en-US" dirty="0">
              <a:ea typeface="ＭＳ Ｐゴシック" panose="020B0600070205080204" pitchFamily="34" charset="-128"/>
            </a:endParaRP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sz="2200" b="1" dirty="0">
                <a:solidFill>
                  <a:schemeClr val="accent6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with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 </a:t>
            </a:r>
            <a:r>
              <a:rPr lang="en-GB" altLang="en-US" sz="2200" b="1" dirty="0">
                <a:solidFill>
                  <a:srgbClr val="00B05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open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(</a:t>
            </a:r>
            <a:r>
              <a:rPr lang="en-GB" altLang="en-US" sz="2200" b="1" dirty="0">
                <a:solidFill>
                  <a:srgbClr val="FF000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"</a:t>
            </a:r>
            <a:r>
              <a:rPr lang="en-GB" altLang="en-US" sz="2200" b="1" dirty="0" err="1">
                <a:solidFill>
                  <a:srgbClr val="FF000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file.txt</a:t>
            </a:r>
            <a:r>
              <a:rPr lang="en-GB" altLang="en-US" sz="2200" b="1" dirty="0">
                <a:solidFill>
                  <a:srgbClr val="FF000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"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) </a:t>
            </a:r>
            <a:r>
              <a:rPr lang="en-GB" altLang="en-US" sz="2200" b="1" dirty="0">
                <a:solidFill>
                  <a:schemeClr val="accent6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as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 file:</a:t>
            </a:r>
          </a:p>
          <a:p>
            <a:pPr marL="0" indent="0">
              <a:spcBef>
                <a:spcPts val="600"/>
              </a:spcBef>
              <a:buFontTx/>
              <a:buNone/>
            </a:pP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    text = </a:t>
            </a:r>
            <a:r>
              <a:rPr lang="en-GB" altLang="en-US" sz="2200" b="1" dirty="0" err="1">
                <a:latin typeface="INCONSOLATA" panose="020B0609030003000000" pitchFamily="49" charset="77"/>
                <a:ea typeface="ＭＳ Ｐゴシック" panose="020B0600070205080204" pitchFamily="34" charset="-128"/>
              </a:rPr>
              <a:t>file.read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()</a:t>
            </a:r>
          </a:p>
          <a:p>
            <a:pPr marL="0" indent="0">
              <a:spcBef>
                <a:spcPts val="600"/>
              </a:spcBef>
              <a:buFontTx/>
              <a:buNone/>
            </a:pPr>
            <a:endParaRPr lang="en-GB" altLang="en-US" sz="2200" b="1" dirty="0">
              <a:latin typeface="INCONSOLATA" panose="020B0609030003000000" pitchFamily="49" charset="77"/>
              <a:ea typeface="ＭＳ Ｐゴシック" panose="020B0600070205080204" pitchFamily="34" charset="-128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text2 = </a:t>
            </a:r>
            <a:r>
              <a:rPr lang="en-GB" altLang="en-US" sz="2200" b="1" dirty="0">
                <a:solidFill>
                  <a:srgbClr val="00B05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'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This is a text file.</a:t>
            </a:r>
            <a:r>
              <a:rPr lang="en-GB" altLang="en-US" sz="2200" b="1" dirty="0">
                <a:solidFill>
                  <a:srgbClr val="FF000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\</a:t>
            </a:r>
            <a:r>
              <a:rPr lang="en-GB" altLang="en-US" sz="2200" b="1" dirty="0" err="1">
                <a:solidFill>
                  <a:srgbClr val="FF000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n</a:t>
            </a:r>
            <a:r>
              <a:rPr lang="en-GB" altLang="en-US" sz="2200" b="1" dirty="0" err="1">
                <a:latin typeface="INCONSOLATA" panose="020B0609030003000000" pitchFamily="49" charset="77"/>
                <a:ea typeface="ＭＳ Ｐゴシック" panose="020B0600070205080204" pitchFamily="34" charset="-128"/>
              </a:rPr>
              <a:t>This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 is the</a:t>
            </a:r>
            <a:r>
              <a:rPr lang="en-GB" altLang="en-US" sz="2200" b="1" dirty="0">
                <a:solidFill>
                  <a:srgbClr val="FF000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\t</a:t>
            </a: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end.</a:t>
            </a:r>
            <a:r>
              <a:rPr lang="en-GB" altLang="en-US" sz="2200" b="1" dirty="0">
                <a:solidFill>
                  <a:srgbClr val="00B05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'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GB" altLang="en-US" sz="2200" b="1" dirty="0">
                <a:latin typeface="INCONSOLATA" panose="020B0609030003000000" pitchFamily="49" charset="77"/>
                <a:ea typeface="ＭＳ Ｐゴシック" panose="020B0600070205080204" pitchFamily="34" charset="-128"/>
              </a:rPr>
              <a:t>print(text == text2)		</a:t>
            </a:r>
            <a:r>
              <a:rPr lang="en-GB" altLang="en-US" sz="2200" b="1" dirty="0">
                <a:solidFill>
                  <a:srgbClr val="0070C0"/>
                </a:solidFill>
                <a:latin typeface="INCONSOLATA" panose="020B0609030003000000" pitchFamily="49" charset="77"/>
                <a:ea typeface="ＭＳ Ｐゴシック" panose="020B0600070205080204" pitchFamily="34" charset="-128"/>
              </a:rPr>
              <a:t># True</a:t>
            </a:r>
          </a:p>
          <a:p>
            <a:pPr marL="0" indent="0">
              <a:spcBef>
                <a:spcPts val="600"/>
              </a:spcBef>
              <a:buFontTx/>
              <a:buNone/>
            </a:pPr>
            <a:endParaRPr lang="en-GB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2153F1-5212-594C-9739-9F67BE59108B}"/>
              </a:ext>
            </a:extLst>
          </p:cNvPr>
          <p:cNvSpPr txBox="1"/>
          <p:nvPr/>
        </p:nvSpPr>
        <p:spPr>
          <a:xfrm>
            <a:off x="5171688" y="1776495"/>
            <a:ext cx="2613411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This is a text file.</a:t>
            </a:r>
          </a:p>
          <a:p>
            <a:r>
              <a:rPr lang="en-US" sz="2000" dirty="0"/>
              <a:t>This is the		end.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8711C7-1AB6-2449-80AD-C0B4B3A50E9E}"/>
              </a:ext>
            </a:extLst>
          </p:cNvPr>
          <p:cNvSpPr txBox="1"/>
          <p:nvPr/>
        </p:nvSpPr>
        <p:spPr>
          <a:xfrm>
            <a:off x="5171689" y="1280343"/>
            <a:ext cx="9132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 err="1">
                <a:solidFill>
                  <a:srgbClr val="FF0000"/>
                </a:solidFill>
              </a:rPr>
              <a:t>file.txt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F8782E-1408-5947-A9A8-136425287EB5}"/>
              </a:ext>
            </a:extLst>
          </p:cNvPr>
          <p:cNvSpPr txBox="1"/>
          <p:nvPr/>
        </p:nvSpPr>
        <p:spPr>
          <a:xfrm>
            <a:off x="444501" y="4003771"/>
            <a:ext cx="8699500" cy="1473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Take Away:</a:t>
            </a:r>
          </a:p>
          <a:p>
            <a:r>
              <a:rPr lang="en-US" sz="2200" dirty="0">
                <a:solidFill>
                  <a:srgbClr val="FF0000"/>
                </a:solidFill>
              </a:rPr>
              <a:t>When reading in text from a file, new line characters</a:t>
            </a:r>
          </a:p>
          <a:p>
            <a:r>
              <a:rPr lang="en-US" sz="2200" dirty="0">
                <a:solidFill>
                  <a:srgbClr val="FF0000"/>
                </a:solidFill>
              </a:rPr>
              <a:t>and tabs from the text file are represented by the appropriate escape sequences in the literal string. </a:t>
            </a:r>
          </a:p>
        </p:txBody>
      </p:sp>
    </p:spTree>
    <p:extLst>
      <p:ext uri="{BB962C8B-B14F-4D97-AF65-F5344CB8AC3E}">
        <p14:creationId xmlns:p14="http://schemas.microsoft.com/office/powerpoint/2010/main" val="131356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72" y="195178"/>
            <a:ext cx="7053542" cy="683886"/>
          </a:xfrm>
        </p:spPr>
        <p:txBody>
          <a:bodyPr/>
          <a:lstStyle/>
          <a:p>
            <a:r>
              <a:rPr lang="en-US" dirty="0"/>
              <a:t>Word Frequency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572" y="976184"/>
            <a:ext cx="8781131" cy="47388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A simple way to gain insight into a particular text is to do word frequency analysis. How often do certain words appear in the text?(for example, Shakespeare's corpus, trending topics on Twitter)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text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"Baby shark, do do do do do do, baby shark!"</a:t>
            </a:r>
          </a:p>
          <a:p>
            <a:pPr marL="0" indent="0">
              <a:buNone/>
            </a:pPr>
            <a:endParaRPr lang="en-US" b="1" dirty="0">
              <a:solidFill>
                <a:srgbClr val="CC3300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How often does the word "baby" occurs in the text above? 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Just once since "baby" is not the same as "Baby".</a:t>
            </a:r>
          </a:p>
          <a:p>
            <a:pPr marL="0" indent="0">
              <a:buNone/>
            </a:pPr>
            <a:r>
              <a:rPr lang="en-US" dirty="0"/>
              <a:t>Similarly, "shark," is not the same as "shark!".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Thus, it is often necessary to do some </a:t>
            </a:r>
            <a:r>
              <a:rPr lang="en-US" b="1" dirty="0"/>
              <a:t>text preprocessing</a:t>
            </a:r>
            <a:r>
              <a:rPr lang="en-US" dirty="0"/>
              <a:t>: removing punctuation, lower casing all words, removing new line characters("\n").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283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72" y="195178"/>
            <a:ext cx="7053542" cy="683886"/>
          </a:xfrm>
        </p:spPr>
        <p:txBody>
          <a:bodyPr/>
          <a:lstStyle/>
          <a:p>
            <a:r>
              <a:rPr lang="en-US" dirty="0"/>
              <a:t>Text Preprocessing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572" y="976184"/>
            <a:ext cx="8781131" cy="4738815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text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"Baby shark, do do do do do do, baby shark!"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text = </a:t>
            </a:r>
            <a:r>
              <a:rPr lang="en-US" b="1" dirty="0" err="1">
                <a:latin typeface="INCONSOLATA" panose="020B0609030003000000" pitchFamily="49" charset="77"/>
              </a:rPr>
              <a:t>text.replace</a:t>
            </a:r>
            <a:r>
              <a:rPr lang="en-US" b="1" dirty="0">
                <a:latin typeface="INCONSOLATA" panose="020B0609030003000000" pitchFamily="49" charset="77"/>
              </a:rPr>
              <a:t>(",", "")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text = </a:t>
            </a:r>
            <a:r>
              <a:rPr lang="en-US" b="1" dirty="0" err="1">
                <a:latin typeface="INCONSOLATA" panose="020B0609030003000000" pitchFamily="49" charset="77"/>
              </a:rPr>
              <a:t>text.replace</a:t>
            </a:r>
            <a:r>
              <a:rPr lang="en-US" b="1" dirty="0">
                <a:latin typeface="INCONSOLATA" panose="020B0609030003000000" pitchFamily="49" charset="77"/>
              </a:rPr>
              <a:t>("!", "")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text = </a:t>
            </a:r>
            <a:r>
              <a:rPr lang="en-US" b="1" dirty="0" err="1">
                <a:latin typeface="INCONSOLATA" panose="020B0609030003000000" pitchFamily="49" charset="77"/>
              </a:rPr>
              <a:t>text.lower</a:t>
            </a:r>
            <a:r>
              <a:rPr lang="en-US" b="1" dirty="0">
                <a:latin typeface="INCONSOLATA" panose="020B0609030003000000" pitchFamily="49" charset="77"/>
              </a:rPr>
              <a:t>()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print(text)	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Gill Sans MT" panose="020B0502020104020203" pitchFamily="34" charset="77"/>
              </a:rPr>
              <a:t>Output: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baby shark do do do do do do baby shark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7917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9" y="134008"/>
            <a:ext cx="7053542" cy="683886"/>
          </a:xfrm>
        </p:spPr>
        <p:txBody>
          <a:bodyPr/>
          <a:lstStyle/>
          <a:p>
            <a:r>
              <a:rPr lang="en-US" dirty="0"/>
              <a:t>Sum of 2D lists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40" y="817895"/>
            <a:ext cx="8365234" cy="4763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A 2D list is a list of lists. It can represent data from an excel sheet or pixels in an image(more on this in a later lecture). </a:t>
            </a:r>
          </a:p>
          <a:p>
            <a:pPr marL="0" indent="0">
              <a:buNone/>
            </a:pPr>
            <a:endParaRPr lang="en-US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list2d = [	[1, 2, 5],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		[3, -1, 6],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		[10, 1, 0]]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print(list2d[0])	# [1, 2, 5]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print(list2d[0][1])	# 2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print(list2d[2][0])	# 10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A4FF1-142A-6D44-9986-344D8D8232A1}"/>
              </a:ext>
            </a:extLst>
          </p:cNvPr>
          <p:cNvSpPr txBox="1"/>
          <p:nvPr/>
        </p:nvSpPr>
        <p:spPr>
          <a:xfrm>
            <a:off x="3610024" y="1681300"/>
            <a:ext cx="57863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Equivalently:</a:t>
            </a:r>
          </a:p>
          <a:p>
            <a:r>
              <a:rPr lang="en-US" sz="2000" dirty="0">
                <a:solidFill>
                  <a:srgbClr val="FF0000"/>
                </a:solidFill>
                <a:latin typeface="INCONSOLATA" panose="020B0609030003000000" pitchFamily="49" charset="77"/>
              </a:rPr>
              <a:t>list2d = [[1, 2, 5],[3, -1, 6],[10, 1, 0]]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9AD293-8923-2F42-8581-E79C1EA45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63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9" y="134008"/>
            <a:ext cx="7053542" cy="683886"/>
          </a:xfrm>
        </p:spPr>
        <p:txBody>
          <a:bodyPr/>
          <a:lstStyle/>
          <a:p>
            <a:r>
              <a:rPr lang="en-US" dirty="0"/>
              <a:t>Sum of 2D lists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40" y="817895"/>
            <a:ext cx="8365234" cy="4763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Nested loops is often used to traverse 2-dimensional data. 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list2d = [[1, 2, 5],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		[3, -1, 6],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		[10, 1, 0]]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sum = 0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for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row </a:t>
            </a:r>
            <a:r>
              <a:rPr lang="en-US" b="1" dirty="0">
                <a:latin typeface="Inconsolata" panose="020B0609030003000000" pitchFamily="49" charset="77"/>
              </a:rPr>
              <a:t>in list2d: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for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num </a:t>
            </a:r>
            <a:r>
              <a:rPr lang="en-US" b="1" dirty="0">
                <a:latin typeface="Inconsolata" panose="020B0609030003000000" pitchFamily="49" charset="77"/>
              </a:rPr>
              <a:t>in row: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sum += num</a:t>
            </a: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print(sum)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Output: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27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A4FF1-142A-6D44-9986-344D8D8232A1}"/>
              </a:ext>
            </a:extLst>
          </p:cNvPr>
          <p:cNvSpPr txBox="1"/>
          <p:nvPr/>
        </p:nvSpPr>
        <p:spPr>
          <a:xfrm>
            <a:off x="3610024" y="1166950"/>
            <a:ext cx="57863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Equivalently:</a:t>
            </a:r>
          </a:p>
          <a:p>
            <a:r>
              <a:rPr lang="en-US" sz="2000" dirty="0">
                <a:solidFill>
                  <a:srgbClr val="FF0000"/>
                </a:solidFill>
                <a:latin typeface="INCONSOLATA" panose="020B0609030003000000" pitchFamily="49" charset="77"/>
              </a:rPr>
              <a:t>list2d = [[1, 2, 5],[3, -1, 6],[10, 1, 0]]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9AD293-8923-2F42-8581-E79C1EA45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68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9" y="134008"/>
            <a:ext cx="7053542" cy="683886"/>
          </a:xfrm>
        </p:spPr>
        <p:txBody>
          <a:bodyPr/>
          <a:lstStyle/>
          <a:p>
            <a:r>
              <a:rPr lang="en-US" dirty="0"/>
              <a:t>Sum of 2D lists(Using Indices)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40" y="817895"/>
            <a:ext cx="8365234" cy="4763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A 2D list is a list of lists. 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list2d = [[1, 2, 5],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		[3, -1, 6],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		[10, 1, 0]]</a:t>
            </a:r>
          </a:p>
          <a:p>
            <a:pPr marL="0" indent="0">
              <a:buNone/>
            </a:pPr>
            <a:r>
              <a:rPr lang="en-US" dirty="0">
                <a:latin typeface="INCONSOLATA" panose="020B0609030003000000" pitchFamily="49" charset="77"/>
              </a:rPr>
              <a:t>sum = 0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for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i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latin typeface="Inconsolata" panose="020B0609030003000000" pitchFamily="49" charset="77"/>
              </a:rPr>
              <a:t>in range(</a:t>
            </a:r>
            <a:r>
              <a:rPr lang="en-US" b="1" dirty="0" err="1">
                <a:latin typeface="Inconsolata" panose="020B0609030003000000" pitchFamily="49" charset="77"/>
              </a:rPr>
              <a:t>len</a:t>
            </a:r>
            <a:r>
              <a:rPr lang="en-US" b="1" dirty="0">
                <a:latin typeface="Inconsolata" panose="020B0609030003000000" pitchFamily="49" charset="77"/>
              </a:rPr>
              <a:t>(list2d)):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for j </a:t>
            </a:r>
            <a:r>
              <a:rPr lang="en-US" b="1" dirty="0">
                <a:latin typeface="Inconsolata" panose="020B0609030003000000" pitchFamily="49" charset="77"/>
              </a:rPr>
              <a:t>in range(</a:t>
            </a:r>
            <a:r>
              <a:rPr lang="en-US" b="1" dirty="0" err="1">
                <a:latin typeface="Inconsolata" panose="020B0609030003000000" pitchFamily="49" charset="77"/>
              </a:rPr>
              <a:t>len</a:t>
            </a:r>
            <a:r>
              <a:rPr lang="en-US" b="1" dirty="0">
                <a:latin typeface="Inconsolata" panose="020B0609030003000000" pitchFamily="49" charset="77"/>
              </a:rPr>
              <a:t>(list2d[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>
                <a:latin typeface="Inconsolata" panose="020B0609030003000000" pitchFamily="49" charset="77"/>
              </a:rPr>
              <a:t>])): 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sum += list2d[</a:t>
            </a:r>
            <a:r>
              <a:rPr lang="en-US" b="1" dirty="0" err="1">
                <a:solidFill>
                  <a:srgbClr val="006699"/>
                </a:solidFill>
                <a:latin typeface="Inconsolata" panose="020B0609030003000000" pitchFamily="49" charset="77"/>
              </a:rPr>
              <a:t>i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][j]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print(sum)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Output: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27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A4FF1-142A-6D44-9986-344D8D8232A1}"/>
              </a:ext>
            </a:extLst>
          </p:cNvPr>
          <p:cNvSpPr txBox="1"/>
          <p:nvPr/>
        </p:nvSpPr>
        <p:spPr>
          <a:xfrm>
            <a:off x="3610024" y="1166950"/>
            <a:ext cx="57863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Equivalently:</a:t>
            </a:r>
          </a:p>
          <a:p>
            <a:r>
              <a:rPr lang="en-US" sz="2000" dirty="0">
                <a:solidFill>
                  <a:srgbClr val="FF0000"/>
                </a:solidFill>
                <a:latin typeface="INCONSOLATA" panose="020B0609030003000000" pitchFamily="49" charset="77"/>
              </a:rPr>
              <a:t>list2d = [[1, 2, 5],[3, -1, 6],[10, 1, 0]]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9AD293-8923-2F42-8581-E79C1EA45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550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72" y="195178"/>
            <a:ext cx="7053542" cy="683886"/>
          </a:xfrm>
        </p:spPr>
        <p:txBody>
          <a:bodyPr/>
          <a:lstStyle/>
          <a:p>
            <a:r>
              <a:rPr lang="en-US" dirty="0"/>
              <a:t>Lab 1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572" y="976184"/>
            <a:ext cx="8781131" cy="4738815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the function </a:t>
            </a:r>
            <a:r>
              <a:rPr lang="en-US" dirty="0" err="1">
                <a:latin typeface="INCONSOLATA" panose="020B0609030003000000" pitchFamily="49" charset="77"/>
              </a:rPr>
              <a:t>remove_punctuation</a:t>
            </a:r>
            <a:r>
              <a:rPr lang="en-US" dirty="0"/>
              <a:t> which accepts a string as a parameter and returns a new string with all punctuations removed.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use the following list of punctuation in your code.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 err="1">
                <a:latin typeface="INCONSOLATA" panose="020B0609030003000000" pitchFamily="49" charset="77"/>
                <a:cs typeface="InaiMathi" pitchFamily="2" charset="0"/>
              </a:rPr>
              <a:t>punc</a:t>
            </a:r>
            <a:r>
              <a:rPr lang="en-US" b="1" dirty="0">
                <a:latin typeface="INCONSOLATA" panose="020B0609030003000000" pitchFamily="49" charset="77"/>
                <a:cs typeface="InaiMathi" pitchFamily="2" charset="0"/>
              </a:rPr>
              <a:t> = [".",":",",",";","'",'"', "!","?"]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  <a:cs typeface="InaiMathi" pitchFamily="2" charset="0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  <a:cs typeface="InaiMathi" pitchFamily="2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Note: This lab is now on </a:t>
            </a:r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replit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 Teams with </a:t>
            </a:r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autograding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.  You do not need to do it on a separate repl.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930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72" y="195178"/>
            <a:ext cx="7053542" cy="683886"/>
          </a:xfrm>
        </p:spPr>
        <p:txBody>
          <a:bodyPr/>
          <a:lstStyle/>
          <a:p>
            <a:r>
              <a:rPr lang="en-US" dirty="0"/>
              <a:t>Lab 2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572" y="976184"/>
            <a:ext cx="8781131" cy="4738815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the function </a:t>
            </a:r>
            <a:r>
              <a:rPr lang="en-US" dirty="0">
                <a:latin typeface="INCONSOLATA" panose="020B0609030003000000" pitchFamily="49" charset="77"/>
              </a:rPr>
              <a:t>count</a:t>
            </a:r>
            <a:r>
              <a:rPr lang="en-US" dirty="0"/>
              <a:t> which accepts two strings as parameters: a string called </a:t>
            </a:r>
            <a:r>
              <a:rPr lang="en-US" dirty="0">
                <a:latin typeface="INCONSOLATA" panose="020B0609030003000000" pitchFamily="49" charset="77"/>
              </a:rPr>
              <a:t>text</a:t>
            </a:r>
            <a:r>
              <a:rPr lang="en-US" dirty="0"/>
              <a:t> and string called </a:t>
            </a:r>
            <a:r>
              <a:rPr lang="en-US" dirty="0">
                <a:latin typeface="INCONSOLATA" panose="020B0609030003000000" pitchFamily="49" charset="77"/>
              </a:rPr>
              <a:t>word</a:t>
            </a:r>
            <a:r>
              <a:rPr lang="en-US" dirty="0"/>
              <a:t> and returns the number of times </a:t>
            </a:r>
            <a:r>
              <a:rPr lang="en-US" dirty="0">
                <a:latin typeface="InaiMathi" pitchFamily="2" charset="0"/>
                <a:cs typeface="InaiMathi" pitchFamily="2" charset="0"/>
              </a:rPr>
              <a:t>word</a:t>
            </a:r>
            <a:r>
              <a:rPr lang="en-US" dirty="0"/>
              <a:t> occurs in </a:t>
            </a:r>
            <a:r>
              <a:rPr lang="en-US" dirty="0">
                <a:latin typeface="INCONSOLATA" panose="020B0609030003000000" pitchFamily="49" charset="77"/>
              </a:rPr>
              <a:t>text</a:t>
            </a:r>
            <a:r>
              <a:rPr lang="en-US" dirty="0"/>
              <a:t>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Assume that the string </a:t>
            </a:r>
            <a:r>
              <a:rPr lang="en-US" dirty="0">
                <a:latin typeface="INCONSOLATA" panose="020B0609030003000000" pitchFamily="49" charset="77"/>
              </a:rPr>
              <a:t>text </a:t>
            </a:r>
            <a:r>
              <a:rPr lang="en-US" dirty="0">
                <a:latin typeface="Gill Sans MT" panose="020B0502020104020203" pitchFamily="34" charset="77"/>
              </a:rPr>
              <a:t>consists of a sequence of word separated by spaces</a:t>
            </a:r>
            <a:r>
              <a:rPr lang="en-US" dirty="0">
                <a:latin typeface="INCONSOLATA" panose="020B0609030003000000" pitchFamily="49" charset="77"/>
              </a:rPr>
              <a:t>. </a:t>
            </a:r>
            <a:r>
              <a:rPr lang="en-US" dirty="0">
                <a:latin typeface="Gill Sans MT" panose="020B0502020104020203" pitchFamily="34" charset="77"/>
              </a:rPr>
              <a:t>Use split() in your code to convert </a:t>
            </a:r>
            <a:r>
              <a:rPr lang="en-US" dirty="0">
                <a:latin typeface="INCONSOLATA" panose="020B0609030003000000" pitchFamily="49" charset="77"/>
              </a:rPr>
              <a:t>text</a:t>
            </a:r>
            <a:r>
              <a:rPr lang="en-US" dirty="0">
                <a:latin typeface="Gill Sans MT" panose="020B0502020104020203" pitchFamily="34" charset="77"/>
              </a:rPr>
              <a:t> into a list of words.</a:t>
            </a:r>
            <a:r>
              <a:rPr lang="en-US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Use a for loop to do your count. </a:t>
            </a: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Note: This lab is now on </a:t>
            </a:r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replit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 Teams with </a:t>
            </a:r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autograding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.  You do not need to do it on a separate repl. </a:t>
            </a:r>
          </a:p>
          <a:p>
            <a:pPr marL="0" indent="0">
              <a:buNone/>
            </a:pPr>
            <a:endParaRPr lang="en-US" b="1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55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72" y="195178"/>
            <a:ext cx="7053542" cy="683886"/>
          </a:xfrm>
        </p:spPr>
        <p:txBody>
          <a:bodyPr/>
          <a:lstStyle/>
          <a:p>
            <a:r>
              <a:rPr lang="en-US" dirty="0"/>
              <a:t>Lab 3: Count Words: Shakespeare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572" y="976184"/>
            <a:ext cx="8781131" cy="4738815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You can use the previous lab to do simple word counts in Shakespeare's texts. </a:t>
            </a: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How often does the words like "king", "thou", "thee" occurs in Shakespeare's text?</a:t>
            </a: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Note: This lab is now on </a:t>
            </a:r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replit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 Teams with </a:t>
            </a:r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autograding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InaiMathi" pitchFamily="2" charset="0"/>
              </a:rPr>
              <a:t>.  You do not need to do it on a separate repl. </a:t>
            </a:r>
          </a:p>
          <a:p>
            <a:pPr marL="0" indent="0">
              <a:buNone/>
            </a:pPr>
            <a:endParaRPr lang="en-US" b="1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0304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48" y="467027"/>
            <a:ext cx="7053542" cy="683886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848" y="1150913"/>
            <a:ext cx="8051725" cy="444059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457200" indent="-457200">
              <a:buAutoNum type="arabicParenR"/>
            </a:pPr>
            <a:r>
              <a:rPr lang="en-US" dirty="0" err="1"/>
              <a:t>Vanderplas</a:t>
            </a:r>
            <a:r>
              <a:rPr lang="en-US" dirty="0"/>
              <a:t>, Jake, A Whirlwind Tour of Python, </a:t>
            </a:r>
            <a:r>
              <a:rPr lang="en-US" dirty="0" err="1"/>
              <a:t>O’reilly</a:t>
            </a:r>
            <a:r>
              <a:rPr lang="en-US" dirty="0"/>
              <a:t> Media.</a:t>
            </a:r>
          </a:p>
          <a:p>
            <a:pPr marL="0" indent="0">
              <a:buNone/>
            </a:pPr>
            <a:r>
              <a:rPr lang="en-US" dirty="0"/>
              <a:t>This book is completely free and can be downloaded online at </a:t>
            </a:r>
            <a:r>
              <a:rPr lang="en-US" dirty="0" err="1"/>
              <a:t>O’reilly’s</a:t>
            </a:r>
            <a:r>
              <a:rPr lang="en-US" dirty="0"/>
              <a:t> site. </a:t>
            </a:r>
          </a:p>
          <a:p>
            <a:pPr marL="457200" indent="-457200">
              <a:buAutoNum type="arabicParenR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383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6370</TotalTime>
  <Words>2707</Words>
  <Application>Microsoft Macintosh PowerPoint</Application>
  <PresentationFormat>On-screen Show (16:10)</PresentationFormat>
  <Paragraphs>428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1" baseType="lpstr">
      <vt:lpstr>ＭＳ Ｐゴシック</vt:lpstr>
      <vt:lpstr>Arial</vt:lpstr>
      <vt:lpstr>Courier New</vt:lpstr>
      <vt:lpstr>Gill Sans MT</vt:lpstr>
      <vt:lpstr>InaiMathi</vt:lpstr>
      <vt:lpstr>Inconsolata</vt:lpstr>
      <vt:lpstr>Inconsolata</vt:lpstr>
      <vt:lpstr>Menlo</vt:lpstr>
      <vt:lpstr>UbuntuMono</vt:lpstr>
      <vt:lpstr>Office Theme</vt:lpstr>
      <vt:lpstr>Introduction to Python</vt:lpstr>
      <vt:lpstr>Topics</vt:lpstr>
      <vt:lpstr>String</vt:lpstr>
      <vt:lpstr>String Concatenation</vt:lpstr>
      <vt:lpstr>String Indexing </vt:lpstr>
      <vt:lpstr>Slicing</vt:lpstr>
      <vt:lpstr>Slicing</vt:lpstr>
      <vt:lpstr>Slicing</vt:lpstr>
      <vt:lpstr>List Slicing</vt:lpstr>
      <vt:lpstr>f-Strings</vt:lpstr>
      <vt:lpstr>f-Strings</vt:lpstr>
      <vt:lpstr>String Methods</vt:lpstr>
      <vt:lpstr>String Methods</vt:lpstr>
      <vt:lpstr>String Methods</vt:lpstr>
      <vt:lpstr>For Loops with Strings</vt:lpstr>
      <vt:lpstr>Split()</vt:lpstr>
      <vt:lpstr>Find a word from a list of words</vt:lpstr>
      <vt:lpstr>Special Characters</vt:lpstr>
      <vt:lpstr>Escape Sequence</vt:lpstr>
      <vt:lpstr>Escape Sequence</vt:lpstr>
      <vt:lpstr>Reading from a Text File</vt:lpstr>
      <vt:lpstr>Reading from a Text File</vt:lpstr>
      <vt:lpstr>Word Frequency</vt:lpstr>
      <vt:lpstr>Text Preprocessing</vt:lpstr>
      <vt:lpstr>Sum of 2D lists</vt:lpstr>
      <vt:lpstr>Sum of 2D lists</vt:lpstr>
      <vt:lpstr>Sum of 2D lists(Using Indices)</vt:lpstr>
      <vt:lpstr>Lab 1</vt:lpstr>
      <vt:lpstr>Lab 2</vt:lpstr>
      <vt:lpstr>Lab 3: Count Words: Shakespeare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Coding Games in Python</dc:title>
  <dc:creator>Long B Nguyen</dc:creator>
  <cp:lastModifiedBy>Long B Nguyen</cp:lastModifiedBy>
  <cp:revision>1</cp:revision>
  <cp:lastPrinted>2019-10-08T13:48:39Z</cp:lastPrinted>
  <dcterms:created xsi:type="dcterms:W3CDTF">2019-05-29T16:38:51Z</dcterms:created>
  <dcterms:modified xsi:type="dcterms:W3CDTF">2025-11-17T18:12:31Z</dcterms:modified>
</cp:coreProperties>
</file>