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91" r:id="rId1"/>
  </p:sldMasterIdLst>
  <p:notesMasterIdLst>
    <p:notesMasterId r:id="rId31"/>
  </p:notesMasterIdLst>
  <p:sldIdLst>
    <p:sldId id="289" r:id="rId2"/>
    <p:sldId id="257" r:id="rId3"/>
    <p:sldId id="277" r:id="rId4"/>
    <p:sldId id="291" r:id="rId5"/>
    <p:sldId id="312" r:id="rId6"/>
    <p:sldId id="263" r:id="rId7"/>
    <p:sldId id="313" r:id="rId8"/>
    <p:sldId id="292" r:id="rId9"/>
    <p:sldId id="293" r:id="rId10"/>
    <p:sldId id="433" r:id="rId11"/>
    <p:sldId id="434" r:id="rId12"/>
    <p:sldId id="435" r:id="rId13"/>
    <p:sldId id="294" r:id="rId14"/>
    <p:sldId id="295" r:id="rId15"/>
    <p:sldId id="436" r:id="rId16"/>
    <p:sldId id="437" r:id="rId17"/>
    <p:sldId id="438" r:id="rId18"/>
    <p:sldId id="439" r:id="rId19"/>
    <p:sldId id="440" r:id="rId20"/>
    <p:sldId id="441" r:id="rId21"/>
    <p:sldId id="442" r:id="rId22"/>
    <p:sldId id="443" r:id="rId23"/>
    <p:sldId id="444" r:id="rId24"/>
    <p:sldId id="446" r:id="rId25"/>
    <p:sldId id="445" r:id="rId26"/>
    <p:sldId id="556" r:id="rId27"/>
    <p:sldId id="557" r:id="rId28"/>
    <p:sldId id="303" r:id="rId29"/>
    <p:sldId id="284" r:id="rId30"/>
  </p:sldIdLst>
  <p:sldSz cx="9144000" cy="5715000" type="screen16x10"/>
  <p:notesSz cx="6858000" cy="9144000"/>
  <p:defaultTextStyle>
    <a:defPPr>
      <a:defRPr lang="en-US"/>
    </a:defPPr>
    <a:lvl1pPr marL="0" algn="l" defTabSz="356616" rtl="0" eaLnBrk="1" latinLnBrk="0" hangingPunct="1">
      <a:defRPr sz="1404" kern="1200">
        <a:solidFill>
          <a:schemeClr val="tx1"/>
        </a:solidFill>
        <a:latin typeface="+mn-lt"/>
        <a:ea typeface="+mn-ea"/>
        <a:cs typeface="+mn-cs"/>
      </a:defRPr>
    </a:lvl1pPr>
    <a:lvl2pPr marL="356616" algn="l" defTabSz="356616" rtl="0" eaLnBrk="1" latinLnBrk="0" hangingPunct="1">
      <a:defRPr sz="1404" kern="1200">
        <a:solidFill>
          <a:schemeClr val="tx1"/>
        </a:solidFill>
        <a:latin typeface="+mn-lt"/>
        <a:ea typeface="+mn-ea"/>
        <a:cs typeface="+mn-cs"/>
      </a:defRPr>
    </a:lvl2pPr>
    <a:lvl3pPr marL="713232" algn="l" defTabSz="356616" rtl="0" eaLnBrk="1" latinLnBrk="0" hangingPunct="1">
      <a:defRPr sz="1404" kern="1200">
        <a:solidFill>
          <a:schemeClr val="tx1"/>
        </a:solidFill>
        <a:latin typeface="+mn-lt"/>
        <a:ea typeface="+mn-ea"/>
        <a:cs typeface="+mn-cs"/>
      </a:defRPr>
    </a:lvl3pPr>
    <a:lvl4pPr marL="1069848" algn="l" defTabSz="356616" rtl="0" eaLnBrk="1" latinLnBrk="0" hangingPunct="1">
      <a:defRPr sz="1404" kern="1200">
        <a:solidFill>
          <a:schemeClr val="tx1"/>
        </a:solidFill>
        <a:latin typeface="+mn-lt"/>
        <a:ea typeface="+mn-ea"/>
        <a:cs typeface="+mn-cs"/>
      </a:defRPr>
    </a:lvl4pPr>
    <a:lvl5pPr marL="1426464" algn="l" defTabSz="356616" rtl="0" eaLnBrk="1" latinLnBrk="0" hangingPunct="1">
      <a:defRPr sz="1404" kern="1200">
        <a:solidFill>
          <a:schemeClr val="tx1"/>
        </a:solidFill>
        <a:latin typeface="+mn-lt"/>
        <a:ea typeface="+mn-ea"/>
        <a:cs typeface="+mn-cs"/>
      </a:defRPr>
    </a:lvl5pPr>
    <a:lvl6pPr marL="1783080" algn="l" defTabSz="356616" rtl="0" eaLnBrk="1" latinLnBrk="0" hangingPunct="1">
      <a:defRPr sz="1404" kern="1200">
        <a:solidFill>
          <a:schemeClr val="tx1"/>
        </a:solidFill>
        <a:latin typeface="+mn-lt"/>
        <a:ea typeface="+mn-ea"/>
        <a:cs typeface="+mn-cs"/>
      </a:defRPr>
    </a:lvl6pPr>
    <a:lvl7pPr marL="2139696" algn="l" defTabSz="356616" rtl="0" eaLnBrk="1" latinLnBrk="0" hangingPunct="1">
      <a:defRPr sz="1404" kern="1200">
        <a:solidFill>
          <a:schemeClr val="tx1"/>
        </a:solidFill>
        <a:latin typeface="+mn-lt"/>
        <a:ea typeface="+mn-ea"/>
        <a:cs typeface="+mn-cs"/>
      </a:defRPr>
    </a:lvl7pPr>
    <a:lvl8pPr marL="2496312" algn="l" defTabSz="356616" rtl="0" eaLnBrk="1" latinLnBrk="0" hangingPunct="1">
      <a:defRPr sz="1404" kern="1200">
        <a:solidFill>
          <a:schemeClr val="tx1"/>
        </a:solidFill>
        <a:latin typeface="+mn-lt"/>
        <a:ea typeface="+mn-ea"/>
        <a:cs typeface="+mn-cs"/>
      </a:defRPr>
    </a:lvl8pPr>
    <a:lvl9pPr marL="2852928" algn="l" defTabSz="356616" rtl="0" eaLnBrk="1" latinLnBrk="0" hangingPunct="1">
      <a:defRPr sz="1404"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E63070E-D8A5-2A4C-A6C6-B65623AC0B3E}" v="19" dt="2025-09-15T14:16:33.48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370"/>
    <p:restoredTop sz="95623"/>
  </p:normalViewPr>
  <p:slideViewPr>
    <p:cSldViewPr snapToGrid="0" snapToObjects="1">
      <p:cViewPr varScale="1">
        <p:scale>
          <a:sx n="134" d="100"/>
          <a:sy n="134" d="100"/>
        </p:scale>
        <p:origin x="20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ong B Nguyen" userId="f59fb8f3-a021-417a-8bc1-65c8d471c621" providerId="ADAL" clId="{EFBCD846-B2A3-1B4C-B729-1BDD8BB3398F}"/>
    <pc:docChg chg="custSel addSld delSld modSld">
      <pc:chgData name="Long B Nguyen" userId="f59fb8f3-a021-417a-8bc1-65c8d471c621" providerId="ADAL" clId="{EFBCD846-B2A3-1B4C-B729-1BDD8BB3398F}" dt="2019-06-15T13:28:52.721" v="979" actId="20577"/>
      <pc:docMkLst>
        <pc:docMk/>
      </pc:docMkLst>
      <pc:sldChg chg="modSp">
        <pc:chgData name="Long B Nguyen" userId="f59fb8f3-a021-417a-8bc1-65c8d471c621" providerId="ADAL" clId="{EFBCD846-B2A3-1B4C-B729-1BDD8BB3398F}" dt="2019-06-15T13:28:52.721" v="979" actId="20577"/>
        <pc:sldMkLst>
          <pc:docMk/>
          <pc:sldMk cId="2207246265" sldId="257"/>
        </pc:sldMkLst>
      </pc:sldChg>
      <pc:sldChg chg="delSp modSp">
        <pc:chgData name="Long B Nguyen" userId="f59fb8f3-a021-417a-8bc1-65c8d471c621" providerId="ADAL" clId="{EFBCD846-B2A3-1B4C-B729-1BDD8BB3398F}" dt="2019-06-15T12:37:48.814" v="503" actId="20577"/>
        <pc:sldMkLst>
          <pc:docMk/>
          <pc:sldMk cId="4103067120" sldId="261"/>
        </pc:sldMkLst>
      </pc:sldChg>
      <pc:sldChg chg="addSp delSp modSp add">
        <pc:chgData name="Long B Nguyen" userId="f59fb8f3-a021-417a-8bc1-65c8d471c621" providerId="ADAL" clId="{EFBCD846-B2A3-1B4C-B729-1BDD8BB3398F}" dt="2019-06-15T12:53:05.508" v="927" actId="1076"/>
        <pc:sldMkLst>
          <pc:docMk/>
          <pc:sldMk cId="905114398" sldId="264"/>
        </pc:sldMkLst>
      </pc:sldChg>
      <pc:sldChg chg="addSp delSp modSp add">
        <pc:chgData name="Long B Nguyen" userId="f59fb8f3-a021-417a-8bc1-65c8d471c621" providerId="ADAL" clId="{EFBCD846-B2A3-1B4C-B729-1BDD8BB3398F}" dt="2019-06-15T12:44:43.357" v="712" actId="20577"/>
        <pc:sldMkLst>
          <pc:docMk/>
          <pc:sldMk cId="2081483973" sldId="296"/>
        </pc:sldMkLst>
      </pc:sldChg>
    </pc:docChg>
  </pc:docChgLst>
  <pc:docChgLst>
    <pc:chgData name="Long B Nguyen" userId="f59fb8f3-a021-417a-8bc1-65c8d471c621" providerId="ADAL" clId="{93BE87BA-F8CA-5C1F-82FF-B4CAB5F485A1}"/>
    <pc:docChg chg="modSld">
      <pc:chgData name="Long B Nguyen" userId="f59fb8f3-a021-417a-8bc1-65c8d471c621" providerId="ADAL" clId="{93BE87BA-F8CA-5C1F-82FF-B4CAB5F485A1}" dt="2025-09-15T14:16:33.489" v="18" actId="20577"/>
      <pc:docMkLst>
        <pc:docMk/>
      </pc:docMkLst>
      <pc:sldChg chg="modSp">
        <pc:chgData name="Long B Nguyen" userId="f59fb8f3-a021-417a-8bc1-65c8d471c621" providerId="ADAL" clId="{93BE87BA-F8CA-5C1F-82FF-B4CAB5F485A1}" dt="2025-09-15T14:16:33.489" v="18" actId="20577"/>
        <pc:sldMkLst>
          <pc:docMk/>
          <pc:sldMk cId="1445414918" sldId="312"/>
        </pc:sldMkLst>
        <pc:spChg chg="mod">
          <ac:chgData name="Long B Nguyen" userId="f59fb8f3-a021-417a-8bc1-65c8d471c621" providerId="ADAL" clId="{93BE87BA-F8CA-5C1F-82FF-B4CAB5F485A1}" dt="2025-09-15T14:16:33.489" v="18" actId="20577"/>
          <ac:spMkLst>
            <pc:docMk/>
            <pc:sldMk cId="1445414918" sldId="312"/>
            <ac:spMk id="9" creationId="{E3B2E017-30B2-884B-A113-B419A2ED51AD}"/>
          </ac:spMkLst>
        </pc:spChg>
      </pc:sldChg>
    </pc:docChg>
  </pc:docChgLst>
  <pc:docChgLst>
    <pc:chgData name="Long B Nguyen" userId="f59fb8f3-a021-417a-8bc1-65c8d471c621" providerId="ADAL" clId="{9693B0CB-430D-7248-9519-850962F252D4}"/>
    <pc:docChg chg="undo custSel addSld delSld modSld">
      <pc:chgData name="Long B Nguyen" userId="f59fb8f3-a021-417a-8bc1-65c8d471c621" providerId="ADAL" clId="{9693B0CB-430D-7248-9519-850962F252D4}" dt="2021-05-30T16:41:15.767" v="4484" actId="1076"/>
      <pc:docMkLst>
        <pc:docMk/>
      </pc:docMkLst>
      <pc:sldChg chg="modSp">
        <pc:chgData name="Long B Nguyen" userId="f59fb8f3-a021-417a-8bc1-65c8d471c621" providerId="ADAL" clId="{9693B0CB-430D-7248-9519-850962F252D4}" dt="2021-05-29T06:56:57.444" v="1811" actId="20577"/>
        <pc:sldMkLst>
          <pc:docMk/>
          <pc:sldMk cId="2207246265" sldId="257"/>
        </pc:sldMkLst>
      </pc:sldChg>
      <pc:sldChg chg="del">
        <pc:chgData name="Long B Nguyen" userId="f59fb8f3-a021-417a-8bc1-65c8d471c621" providerId="ADAL" clId="{9693B0CB-430D-7248-9519-850962F252D4}" dt="2021-05-28T21:30:28.926" v="0" actId="2696"/>
        <pc:sldMkLst>
          <pc:docMk/>
          <pc:sldMk cId="216453293" sldId="258"/>
        </pc:sldMkLst>
      </pc:sldChg>
      <pc:sldChg chg="del">
        <pc:chgData name="Long B Nguyen" userId="f59fb8f3-a021-417a-8bc1-65c8d471c621" providerId="ADAL" clId="{9693B0CB-430D-7248-9519-850962F252D4}" dt="2021-05-28T21:30:28.926" v="0" actId="2696"/>
        <pc:sldMkLst>
          <pc:docMk/>
          <pc:sldMk cId="1889908786" sldId="259"/>
        </pc:sldMkLst>
      </pc:sldChg>
      <pc:sldChg chg="del">
        <pc:chgData name="Long B Nguyen" userId="f59fb8f3-a021-417a-8bc1-65c8d471c621" providerId="ADAL" clId="{9693B0CB-430D-7248-9519-850962F252D4}" dt="2021-05-28T21:30:28.926" v="0" actId="2696"/>
        <pc:sldMkLst>
          <pc:docMk/>
          <pc:sldMk cId="3958537657" sldId="260"/>
        </pc:sldMkLst>
      </pc:sldChg>
      <pc:sldChg chg="del">
        <pc:chgData name="Long B Nguyen" userId="f59fb8f3-a021-417a-8bc1-65c8d471c621" providerId="ADAL" clId="{9693B0CB-430D-7248-9519-850962F252D4}" dt="2021-05-28T21:30:28.926" v="0" actId="2696"/>
        <pc:sldMkLst>
          <pc:docMk/>
          <pc:sldMk cId="4103067120" sldId="261"/>
        </pc:sldMkLst>
      </pc:sldChg>
      <pc:sldChg chg="modSp add mod">
        <pc:chgData name="Long B Nguyen" userId="f59fb8f3-a021-417a-8bc1-65c8d471c621" providerId="ADAL" clId="{9693B0CB-430D-7248-9519-850962F252D4}" dt="2021-05-30T04:15:40.488" v="2238" actId="5793"/>
        <pc:sldMkLst>
          <pc:docMk/>
          <pc:sldMk cId="1920510873" sldId="263"/>
        </pc:sldMkLst>
      </pc:sldChg>
      <pc:sldChg chg="modSp mod">
        <pc:chgData name="Long B Nguyen" userId="f59fb8f3-a021-417a-8bc1-65c8d471c621" providerId="ADAL" clId="{9693B0CB-430D-7248-9519-850962F252D4}" dt="2021-05-29T06:03:28.480" v="879" actId="207"/>
        <pc:sldMkLst>
          <pc:docMk/>
          <pc:sldMk cId="905114398" sldId="264"/>
        </pc:sldMkLst>
      </pc:sldChg>
      <pc:sldChg chg="addSp modSp mod modAnim">
        <pc:chgData name="Long B Nguyen" userId="f59fb8f3-a021-417a-8bc1-65c8d471c621" providerId="ADAL" clId="{9693B0CB-430D-7248-9519-850962F252D4}" dt="2021-05-29T06:58:45.834" v="1818" actId="1076"/>
        <pc:sldMkLst>
          <pc:docMk/>
          <pc:sldMk cId="3625497833" sldId="265"/>
        </pc:sldMkLst>
      </pc:sldChg>
      <pc:sldChg chg="addSp delSp modSp mod">
        <pc:chgData name="Long B Nguyen" userId="f59fb8f3-a021-417a-8bc1-65c8d471c621" providerId="ADAL" clId="{9693B0CB-430D-7248-9519-850962F252D4}" dt="2021-05-30T04:24:41.323" v="2677" actId="20577"/>
        <pc:sldMkLst>
          <pc:docMk/>
          <pc:sldMk cId="1690910164" sldId="267"/>
        </pc:sldMkLst>
      </pc:sldChg>
      <pc:sldChg chg="del">
        <pc:chgData name="Long B Nguyen" userId="f59fb8f3-a021-417a-8bc1-65c8d471c621" providerId="ADAL" clId="{9693B0CB-430D-7248-9519-850962F252D4}" dt="2021-05-29T06:11:43.455" v="1079" actId="2696"/>
        <pc:sldMkLst>
          <pc:docMk/>
          <pc:sldMk cId="3290810672" sldId="269"/>
        </pc:sldMkLst>
      </pc:sldChg>
      <pc:sldChg chg="modSp mod modAnim">
        <pc:chgData name="Long B Nguyen" userId="f59fb8f3-a021-417a-8bc1-65c8d471c621" providerId="ADAL" clId="{9693B0CB-430D-7248-9519-850962F252D4}" dt="2021-05-30T16:41:09.561" v="4483" actId="1076"/>
        <pc:sldMkLst>
          <pc:docMk/>
          <pc:sldMk cId="4224307978" sldId="270"/>
        </pc:sldMkLst>
      </pc:sldChg>
      <pc:sldChg chg="modSp del mod">
        <pc:chgData name="Long B Nguyen" userId="f59fb8f3-a021-417a-8bc1-65c8d471c621" providerId="ADAL" clId="{9693B0CB-430D-7248-9519-850962F252D4}" dt="2021-05-29T06:56:15.681" v="1806" actId="2696"/>
        <pc:sldMkLst>
          <pc:docMk/>
          <pc:sldMk cId="2130507588" sldId="271"/>
        </pc:sldMkLst>
      </pc:sldChg>
      <pc:sldChg chg="del">
        <pc:chgData name="Long B Nguyen" userId="f59fb8f3-a021-417a-8bc1-65c8d471c621" providerId="ADAL" clId="{9693B0CB-430D-7248-9519-850962F252D4}" dt="2021-05-29T06:56:17.083" v="1807" actId="2696"/>
        <pc:sldMkLst>
          <pc:docMk/>
          <pc:sldMk cId="587435069" sldId="272"/>
        </pc:sldMkLst>
      </pc:sldChg>
      <pc:sldChg chg="add">
        <pc:chgData name="Long B Nguyen" userId="f59fb8f3-a021-417a-8bc1-65c8d471c621" providerId="ADAL" clId="{9693B0CB-430D-7248-9519-850962F252D4}" dt="2021-05-29T15:21:47.004" v="2041"/>
        <pc:sldMkLst>
          <pc:docMk/>
          <pc:sldMk cId="2858731145" sldId="277"/>
        </pc:sldMkLst>
      </pc:sldChg>
      <pc:sldChg chg="del">
        <pc:chgData name="Long B Nguyen" userId="f59fb8f3-a021-417a-8bc1-65c8d471c621" providerId="ADAL" clId="{9693B0CB-430D-7248-9519-850962F252D4}" dt="2021-05-29T06:11:15.752" v="1078" actId="2696"/>
        <pc:sldMkLst>
          <pc:docMk/>
          <pc:sldMk cId="2925367410" sldId="280"/>
        </pc:sldMkLst>
      </pc:sldChg>
      <pc:sldChg chg="del">
        <pc:chgData name="Long B Nguyen" userId="f59fb8f3-a021-417a-8bc1-65c8d471c621" providerId="ADAL" clId="{9693B0CB-430D-7248-9519-850962F252D4}" dt="2021-05-29T06:11:14.020" v="1077" actId="2696"/>
        <pc:sldMkLst>
          <pc:docMk/>
          <pc:sldMk cId="2119170476" sldId="281"/>
        </pc:sldMkLst>
      </pc:sldChg>
      <pc:sldChg chg="delSp modSp add mod delAnim modAnim">
        <pc:chgData name="Long B Nguyen" userId="f59fb8f3-a021-417a-8bc1-65c8d471c621" providerId="ADAL" clId="{9693B0CB-430D-7248-9519-850962F252D4}" dt="2021-05-30T04:24:07.760" v="2631" actId="207"/>
        <pc:sldMkLst>
          <pc:docMk/>
          <pc:sldMk cId="2778049646" sldId="281"/>
        </pc:sldMkLst>
      </pc:sldChg>
      <pc:sldChg chg="del">
        <pc:chgData name="Long B Nguyen" userId="f59fb8f3-a021-417a-8bc1-65c8d471c621" providerId="ADAL" clId="{9693B0CB-430D-7248-9519-850962F252D4}" dt="2021-05-28T21:30:28.926" v="0" actId="2696"/>
        <pc:sldMkLst>
          <pc:docMk/>
          <pc:sldMk cId="558223950" sldId="285"/>
        </pc:sldMkLst>
      </pc:sldChg>
      <pc:sldChg chg="modSp add mod modAnim">
        <pc:chgData name="Long B Nguyen" userId="f59fb8f3-a021-417a-8bc1-65c8d471c621" providerId="ADAL" clId="{9693B0CB-430D-7248-9519-850962F252D4}" dt="2021-05-29T15:25:26.880" v="2110" actId="20577"/>
        <pc:sldMkLst>
          <pc:docMk/>
          <pc:sldMk cId="2187468341" sldId="291"/>
        </pc:sldMkLst>
      </pc:sldChg>
      <pc:sldChg chg="modSp add mod modAnim">
        <pc:chgData name="Long B Nguyen" userId="f59fb8f3-a021-417a-8bc1-65c8d471c621" providerId="ADAL" clId="{9693B0CB-430D-7248-9519-850962F252D4}" dt="2021-05-30T04:20:02.518" v="2499" actId="207"/>
        <pc:sldMkLst>
          <pc:docMk/>
          <pc:sldMk cId="1620633654" sldId="292"/>
        </pc:sldMkLst>
      </pc:sldChg>
      <pc:sldChg chg="del">
        <pc:chgData name="Long B Nguyen" userId="f59fb8f3-a021-417a-8bc1-65c8d471c621" providerId="ADAL" clId="{9693B0CB-430D-7248-9519-850962F252D4}" dt="2021-05-29T06:56:18.048" v="1808" actId="2696"/>
        <pc:sldMkLst>
          <pc:docMk/>
          <pc:sldMk cId="1581961275" sldId="293"/>
        </pc:sldMkLst>
      </pc:sldChg>
      <pc:sldChg chg="addSp delSp modSp add mod modAnim">
        <pc:chgData name="Long B Nguyen" userId="f59fb8f3-a021-417a-8bc1-65c8d471c621" providerId="ADAL" clId="{9693B0CB-430D-7248-9519-850962F252D4}" dt="2021-05-30T12:15:19.875" v="2837" actId="1037"/>
        <pc:sldMkLst>
          <pc:docMk/>
          <pc:sldMk cId="1605645271" sldId="293"/>
        </pc:sldMkLst>
      </pc:sldChg>
      <pc:sldChg chg="modSp add mod modAnim">
        <pc:chgData name="Long B Nguyen" userId="f59fb8f3-a021-417a-8bc1-65c8d471c621" providerId="ADAL" clId="{9693B0CB-430D-7248-9519-850962F252D4}" dt="2021-05-30T16:30:59.045" v="4251" actId="207"/>
        <pc:sldMkLst>
          <pc:docMk/>
          <pc:sldMk cId="3319554452" sldId="294"/>
        </pc:sldMkLst>
      </pc:sldChg>
      <pc:sldChg chg="modSp add mod">
        <pc:chgData name="Long B Nguyen" userId="f59fb8f3-a021-417a-8bc1-65c8d471c621" providerId="ADAL" clId="{9693B0CB-430D-7248-9519-850962F252D4}" dt="2021-05-30T16:31:53.081" v="4260" actId="1076"/>
        <pc:sldMkLst>
          <pc:docMk/>
          <pc:sldMk cId="3124364874" sldId="295"/>
        </pc:sldMkLst>
      </pc:sldChg>
      <pc:sldChg chg="del">
        <pc:chgData name="Long B Nguyen" userId="f59fb8f3-a021-417a-8bc1-65c8d471c621" providerId="ADAL" clId="{9693B0CB-430D-7248-9519-850962F252D4}" dt="2021-05-29T06:56:19.046" v="1809" actId="2696"/>
        <pc:sldMkLst>
          <pc:docMk/>
          <pc:sldMk cId="3711861066" sldId="295"/>
        </pc:sldMkLst>
      </pc:sldChg>
      <pc:sldChg chg="add">
        <pc:chgData name="Long B Nguyen" userId="f59fb8f3-a021-417a-8bc1-65c8d471c621" providerId="ADAL" clId="{9693B0CB-430D-7248-9519-850962F252D4}" dt="2021-05-29T05:10:17.683" v="247"/>
        <pc:sldMkLst>
          <pc:docMk/>
          <pc:sldMk cId="1153001415" sldId="296"/>
        </pc:sldMkLst>
      </pc:sldChg>
      <pc:sldChg chg="del">
        <pc:chgData name="Long B Nguyen" userId="f59fb8f3-a021-417a-8bc1-65c8d471c621" providerId="ADAL" clId="{9693B0CB-430D-7248-9519-850962F252D4}" dt="2021-05-29T05:10:12.373" v="246" actId="2696"/>
        <pc:sldMkLst>
          <pc:docMk/>
          <pc:sldMk cId="2081483973" sldId="296"/>
        </pc:sldMkLst>
      </pc:sldChg>
      <pc:sldChg chg="addSp delSp modSp mod modAnim">
        <pc:chgData name="Long B Nguyen" userId="f59fb8f3-a021-417a-8bc1-65c8d471c621" providerId="ADAL" clId="{9693B0CB-430D-7248-9519-850962F252D4}" dt="2021-05-29T06:01:41.516" v="802" actId="113"/>
        <pc:sldMkLst>
          <pc:docMk/>
          <pc:sldMk cId="2878025650" sldId="298"/>
        </pc:sldMkLst>
      </pc:sldChg>
      <pc:sldChg chg="modSp add mod modAnim">
        <pc:chgData name="Long B Nguyen" userId="f59fb8f3-a021-417a-8bc1-65c8d471c621" providerId="ADAL" clId="{9693B0CB-430D-7248-9519-850962F252D4}" dt="2021-05-30T16:24:12.078" v="3938" actId="20577"/>
        <pc:sldMkLst>
          <pc:docMk/>
          <pc:sldMk cId="1072910180" sldId="299"/>
        </pc:sldMkLst>
      </pc:sldChg>
      <pc:sldChg chg="add del">
        <pc:chgData name="Long B Nguyen" userId="f59fb8f3-a021-417a-8bc1-65c8d471c621" providerId="ADAL" clId="{9693B0CB-430D-7248-9519-850962F252D4}" dt="2021-05-30T12:27:56.781" v="2849" actId="2696"/>
        <pc:sldMkLst>
          <pc:docMk/>
          <pc:sldMk cId="1697869250" sldId="299"/>
        </pc:sldMkLst>
      </pc:sldChg>
      <pc:sldChg chg="del">
        <pc:chgData name="Long B Nguyen" userId="f59fb8f3-a021-417a-8bc1-65c8d471c621" providerId="ADAL" clId="{9693B0CB-430D-7248-9519-850962F252D4}" dt="2021-05-29T06:05:01.263" v="955" actId="2696"/>
        <pc:sldMkLst>
          <pc:docMk/>
          <pc:sldMk cId="1822161854" sldId="299"/>
        </pc:sldMkLst>
      </pc:sldChg>
      <pc:sldChg chg="add del">
        <pc:chgData name="Long B Nguyen" userId="f59fb8f3-a021-417a-8bc1-65c8d471c621" providerId="ADAL" clId="{9693B0CB-430D-7248-9519-850962F252D4}" dt="2021-05-29T06:56:26.855" v="1810" actId="2696"/>
        <pc:sldMkLst>
          <pc:docMk/>
          <pc:sldMk cId="319210894" sldId="300"/>
        </pc:sldMkLst>
      </pc:sldChg>
      <pc:sldChg chg="modSp add mod modAnim">
        <pc:chgData name="Long B Nguyen" userId="f59fb8f3-a021-417a-8bc1-65c8d471c621" providerId="ADAL" clId="{9693B0CB-430D-7248-9519-850962F252D4}" dt="2021-05-30T16:40:53.664" v="4482" actId="207"/>
        <pc:sldMkLst>
          <pc:docMk/>
          <pc:sldMk cId="324251968" sldId="300"/>
        </pc:sldMkLst>
      </pc:sldChg>
      <pc:sldChg chg="addSp delSp modSp del mod addAnim delAnim modAnim">
        <pc:chgData name="Long B Nguyen" userId="f59fb8f3-a021-417a-8bc1-65c8d471c621" providerId="ADAL" clId="{9693B0CB-430D-7248-9519-850962F252D4}" dt="2021-05-29T06:06:48.185" v="1005" actId="2696"/>
        <pc:sldMkLst>
          <pc:docMk/>
          <pc:sldMk cId="3705756631" sldId="300"/>
        </pc:sldMkLst>
      </pc:sldChg>
      <pc:sldChg chg="add del">
        <pc:chgData name="Long B Nguyen" userId="f59fb8f3-a021-417a-8bc1-65c8d471c621" providerId="ADAL" clId="{9693B0CB-430D-7248-9519-850962F252D4}" dt="2021-05-30T12:27:56.812" v="2850" actId="2696"/>
        <pc:sldMkLst>
          <pc:docMk/>
          <pc:sldMk cId="4143462047" sldId="300"/>
        </pc:sldMkLst>
      </pc:sldChg>
      <pc:sldChg chg="modSp mod modAnim">
        <pc:chgData name="Long B Nguyen" userId="f59fb8f3-a021-417a-8bc1-65c8d471c621" providerId="ADAL" clId="{9693B0CB-430D-7248-9519-850962F252D4}" dt="2021-05-29T06:57:45.671" v="1817" actId="14100"/>
        <pc:sldMkLst>
          <pc:docMk/>
          <pc:sldMk cId="3618694306" sldId="301"/>
        </pc:sldMkLst>
      </pc:sldChg>
      <pc:sldChg chg="modSp mod">
        <pc:chgData name="Long B Nguyen" userId="f59fb8f3-a021-417a-8bc1-65c8d471c621" providerId="ADAL" clId="{9693B0CB-430D-7248-9519-850962F252D4}" dt="2021-05-30T16:35:57.414" v="4472" actId="20577"/>
        <pc:sldMkLst>
          <pc:docMk/>
          <pc:sldMk cId="2064379448" sldId="302"/>
        </pc:sldMkLst>
      </pc:sldChg>
      <pc:sldChg chg="modSp add del mod">
        <pc:chgData name="Long B Nguyen" userId="f59fb8f3-a021-417a-8bc1-65c8d471c621" providerId="ADAL" clId="{9693B0CB-430D-7248-9519-850962F252D4}" dt="2021-05-29T05:06:36.934" v="242" actId="2696"/>
        <pc:sldMkLst>
          <pc:docMk/>
          <pc:sldMk cId="902271330" sldId="304"/>
        </pc:sldMkLst>
      </pc:sldChg>
      <pc:sldChg chg="add del">
        <pc:chgData name="Long B Nguyen" userId="f59fb8f3-a021-417a-8bc1-65c8d471c621" providerId="ADAL" clId="{9693B0CB-430D-7248-9519-850962F252D4}" dt="2021-05-29T06:04:57.556" v="954" actId="2696"/>
        <pc:sldMkLst>
          <pc:docMk/>
          <pc:sldMk cId="1040962279" sldId="304"/>
        </pc:sldMkLst>
      </pc:sldChg>
      <pc:sldChg chg="modSp add mod">
        <pc:chgData name="Long B Nguyen" userId="f59fb8f3-a021-417a-8bc1-65c8d471c621" providerId="ADAL" clId="{9693B0CB-430D-7248-9519-850962F252D4}" dt="2021-05-30T16:14:52.777" v="3712" actId="20577"/>
        <pc:sldMkLst>
          <pc:docMk/>
          <pc:sldMk cId="4236300541" sldId="304"/>
        </pc:sldMkLst>
      </pc:sldChg>
      <pc:sldChg chg="delSp modSp add mod modAnim">
        <pc:chgData name="Long B Nguyen" userId="f59fb8f3-a021-417a-8bc1-65c8d471c621" providerId="ADAL" clId="{9693B0CB-430D-7248-9519-850962F252D4}" dt="2021-05-29T05:44:15.205" v="574" actId="14100"/>
        <pc:sldMkLst>
          <pc:docMk/>
          <pc:sldMk cId="1754050985" sldId="305"/>
        </pc:sldMkLst>
      </pc:sldChg>
      <pc:sldChg chg="addSp delSp modSp add mod modAnim">
        <pc:chgData name="Long B Nguyen" userId="f59fb8f3-a021-417a-8bc1-65c8d471c621" providerId="ADAL" clId="{9693B0CB-430D-7248-9519-850962F252D4}" dt="2021-05-29T06:04:41.430" v="953" actId="14100"/>
        <pc:sldMkLst>
          <pc:docMk/>
          <pc:sldMk cId="155755559" sldId="306"/>
        </pc:sldMkLst>
      </pc:sldChg>
      <pc:sldChg chg="addSp delSp modSp add mod">
        <pc:chgData name="Long B Nguyen" userId="f59fb8f3-a021-417a-8bc1-65c8d471c621" providerId="ADAL" clId="{9693B0CB-430D-7248-9519-850962F252D4}" dt="2021-05-30T16:28:43.793" v="4150" actId="20577"/>
        <pc:sldMkLst>
          <pc:docMk/>
          <pc:sldMk cId="3016287638" sldId="307"/>
        </pc:sldMkLst>
      </pc:sldChg>
      <pc:sldChg chg="modSp add mod">
        <pc:chgData name="Long B Nguyen" userId="f59fb8f3-a021-417a-8bc1-65c8d471c621" providerId="ADAL" clId="{9693B0CB-430D-7248-9519-850962F252D4}" dt="2021-05-30T16:15:29.158" v="3738" actId="20577"/>
        <pc:sldMkLst>
          <pc:docMk/>
          <pc:sldMk cId="1011619775" sldId="308"/>
        </pc:sldMkLst>
      </pc:sldChg>
      <pc:sldChg chg="modSp add del mod modAnim">
        <pc:chgData name="Long B Nguyen" userId="f59fb8f3-a021-417a-8bc1-65c8d471c621" providerId="ADAL" clId="{9693B0CB-430D-7248-9519-850962F252D4}" dt="2021-05-29T06:42:40.494" v="1447" actId="2696"/>
        <pc:sldMkLst>
          <pc:docMk/>
          <pc:sldMk cId="1958613761" sldId="309"/>
        </pc:sldMkLst>
      </pc:sldChg>
      <pc:sldChg chg="modSp add mod modAnim">
        <pc:chgData name="Long B Nguyen" userId="f59fb8f3-a021-417a-8bc1-65c8d471c621" providerId="ADAL" clId="{9693B0CB-430D-7248-9519-850962F252D4}" dt="2021-05-30T16:41:15.767" v="4484" actId="1076"/>
        <pc:sldMkLst>
          <pc:docMk/>
          <pc:sldMk cId="2376452645" sldId="309"/>
        </pc:sldMkLst>
      </pc:sldChg>
      <pc:sldChg chg="modSp add del mod">
        <pc:chgData name="Long B Nguyen" userId="f59fb8f3-a021-417a-8bc1-65c8d471c621" providerId="ADAL" clId="{9693B0CB-430D-7248-9519-850962F252D4}" dt="2021-05-29T06:49:37.758" v="1685" actId="2696"/>
        <pc:sldMkLst>
          <pc:docMk/>
          <pc:sldMk cId="2475803897" sldId="310"/>
        </pc:sldMkLst>
      </pc:sldChg>
      <pc:sldChg chg="modSp add modAnim">
        <pc:chgData name="Long B Nguyen" userId="f59fb8f3-a021-417a-8bc1-65c8d471c621" providerId="ADAL" clId="{9693B0CB-430D-7248-9519-850962F252D4}" dt="2021-05-29T06:43:03.097" v="1455" actId="20577"/>
        <pc:sldMkLst>
          <pc:docMk/>
          <pc:sldMk cId="1408330095" sldId="311"/>
        </pc:sldMkLst>
      </pc:sldChg>
      <pc:sldChg chg="modSp add mod modAnim">
        <pc:chgData name="Long B Nguyen" userId="f59fb8f3-a021-417a-8bc1-65c8d471c621" providerId="ADAL" clId="{9693B0CB-430D-7248-9519-850962F252D4}" dt="2021-05-30T04:15:01.909" v="2234" actId="20577"/>
        <pc:sldMkLst>
          <pc:docMk/>
          <pc:sldMk cId="1445414918" sldId="312"/>
        </pc:sldMkLst>
      </pc:sldChg>
      <pc:sldChg chg="delSp modSp add mod delAnim modAnim">
        <pc:chgData name="Long B Nguyen" userId="f59fb8f3-a021-417a-8bc1-65c8d471c621" providerId="ADAL" clId="{9693B0CB-430D-7248-9519-850962F252D4}" dt="2021-05-30T04:18:28.299" v="2389" actId="207"/>
        <pc:sldMkLst>
          <pc:docMk/>
          <pc:sldMk cId="396545928" sldId="313"/>
        </pc:sldMkLst>
      </pc:sldChg>
      <pc:sldChg chg="modSp add mod">
        <pc:chgData name="Long B Nguyen" userId="f59fb8f3-a021-417a-8bc1-65c8d471c621" providerId="ADAL" clId="{9693B0CB-430D-7248-9519-850962F252D4}" dt="2021-05-30T16:21:56.888" v="3867" actId="20577"/>
        <pc:sldMkLst>
          <pc:docMk/>
          <pc:sldMk cId="1936805098" sldId="433"/>
        </pc:sldMkLst>
      </pc:sldChg>
      <pc:sldChg chg="modSp add mod">
        <pc:chgData name="Long B Nguyen" userId="f59fb8f3-a021-417a-8bc1-65c8d471c621" providerId="ADAL" clId="{9693B0CB-430D-7248-9519-850962F252D4}" dt="2021-05-30T12:17:31.630" v="2847" actId="1076"/>
        <pc:sldMkLst>
          <pc:docMk/>
          <pc:sldMk cId="711467850" sldId="434"/>
        </pc:sldMkLst>
      </pc:sldChg>
      <pc:sldChg chg="modSp add mod">
        <pc:chgData name="Long B Nguyen" userId="f59fb8f3-a021-417a-8bc1-65c8d471c621" providerId="ADAL" clId="{9693B0CB-430D-7248-9519-850962F252D4}" dt="2021-05-30T12:16:56.806" v="2843" actId="14100"/>
        <pc:sldMkLst>
          <pc:docMk/>
          <pc:sldMk cId="1500526858" sldId="435"/>
        </pc:sldMkLst>
      </pc:sldChg>
      <pc:sldChg chg="modSp add mod">
        <pc:chgData name="Long B Nguyen" userId="f59fb8f3-a021-417a-8bc1-65c8d471c621" providerId="ADAL" clId="{9693B0CB-430D-7248-9519-850962F252D4}" dt="2021-05-30T16:37:38.407" v="4477" actId="255"/>
        <pc:sldMkLst>
          <pc:docMk/>
          <pc:sldMk cId="3566903560" sldId="436"/>
        </pc:sldMkLst>
      </pc:sldChg>
      <pc:sldChg chg="modSp add modAnim">
        <pc:chgData name="Long B Nguyen" userId="f59fb8f3-a021-417a-8bc1-65c8d471c621" providerId="ADAL" clId="{9693B0CB-430D-7248-9519-850962F252D4}" dt="2021-05-30T16:34:13.997" v="4367" actId="207"/>
        <pc:sldMkLst>
          <pc:docMk/>
          <pc:sldMk cId="715834956" sldId="437"/>
        </pc:sldMkLst>
      </pc:sldChg>
      <pc:sldChg chg="modSp add del mod">
        <pc:chgData name="Long B Nguyen" userId="f59fb8f3-a021-417a-8bc1-65c8d471c621" providerId="ADAL" clId="{9693B0CB-430D-7248-9519-850962F252D4}" dt="2021-05-30T16:20:54.910" v="3855" actId="2696"/>
        <pc:sldMkLst>
          <pc:docMk/>
          <pc:sldMk cId="3408844006" sldId="437"/>
        </pc:sldMkLst>
      </pc:sldChg>
      <pc:sldChg chg="add del">
        <pc:chgData name="Long B Nguyen" userId="f59fb8f3-a021-417a-8bc1-65c8d471c621" providerId="ADAL" clId="{9693B0CB-430D-7248-9519-850962F252D4}" dt="2021-05-30T16:21:22.113" v="3858" actId="2696"/>
        <pc:sldMkLst>
          <pc:docMk/>
          <pc:sldMk cId="3720265276" sldId="437"/>
        </pc:sldMkLst>
      </pc:sldChg>
      <pc:sldChg chg="add del">
        <pc:chgData name="Long B Nguyen" userId="f59fb8f3-a021-417a-8bc1-65c8d471c621" providerId="ADAL" clId="{9693B0CB-430D-7248-9519-850962F252D4}" dt="2021-05-30T12:27:56.834" v="2851" actId="2696"/>
        <pc:sldMkLst>
          <pc:docMk/>
          <pc:sldMk cId="4122896000" sldId="437"/>
        </pc:sldMkLst>
      </pc:sldChg>
      <pc:sldChg chg="add del">
        <pc:chgData name="Long B Nguyen" userId="f59fb8f3-a021-417a-8bc1-65c8d471c621" providerId="ADAL" clId="{9693B0CB-430D-7248-9519-850962F252D4}" dt="2021-05-30T12:27:56.856" v="2852" actId="2696"/>
        <pc:sldMkLst>
          <pc:docMk/>
          <pc:sldMk cId="1080340283" sldId="438"/>
        </pc:sldMkLst>
      </pc:sldChg>
      <pc:sldChg chg="add del">
        <pc:chgData name="Long B Nguyen" userId="f59fb8f3-a021-417a-8bc1-65c8d471c621" providerId="ADAL" clId="{9693B0CB-430D-7248-9519-850962F252D4}" dt="2021-05-30T16:20:54.928" v="3856" actId="2696"/>
        <pc:sldMkLst>
          <pc:docMk/>
          <pc:sldMk cId="1390784879" sldId="438"/>
        </pc:sldMkLst>
      </pc:sldChg>
      <pc:sldChg chg="add del">
        <pc:chgData name="Long B Nguyen" userId="f59fb8f3-a021-417a-8bc1-65c8d471c621" providerId="ADAL" clId="{9693B0CB-430D-7248-9519-850962F252D4}" dt="2021-05-30T16:21:22.133" v="3859" actId="2696"/>
        <pc:sldMkLst>
          <pc:docMk/>
          <pc:sldMk cId="1915335355" sldId="438"/>
        </pc:sldMkLst>
      </pc:sldChg>
      <pc:sldChg chg="modSp add mod modAnim">
        <pc:chgData name="Long B Nguyen" userId="f59fb8f3-a021-417a-8bc1-65c8d471c621" providerId="ADAL" clId="{9693B0CB-430D-7248-9519-850962F252D4}" dt="2021-05-30T16:35:30.055" v="4465" actId="20577"/>
        <pc:sldMkLst>
          <pc:docMk/>
          <pc:sldMk cId="3884617150" sldId="438"/>
        </pc:sldMkLst>
      </pc:sldChg>
      <pc:sldChg chg="modSp add mod">
        <pc:chgData name="Long B Nguyen" userId="f59fb8f3-a021-417a-8bc1-65c8d471c621" providerId="ADAL" clId="{9693B0CB-430D-7248-9519-850962F252D4}" dt="2021-05-30T16:12:47.295" v="3650" actId="20577"/>
        <pc:sldMkLst>
          <pc:docMk/>
          <pc:sldMk cId="273226657" sldId="551"/>
        </pc:sldMkLst>
      </pc:sldChg>
      <pc:sldChg chg="modSp add del mod">
        <pc:chgData name="Long B Nguyen" userId="f59fb8f3-a021-417a-8bc1-65c8d471c621" providerId="ADAL" clId="{9693B0CB-430D-7248-9519-850962F252D4}" dt="2021-05-30T15:15:44.923" v="3293" actId="2696"/>
        <pc:sldMkLst>
          <pc:docMk/>
          <pc:sldMk cId="399834812" sldId="552"/>
        </pc:sldMkLst>
      </pc:sldChg>
      <pc:sldChg chg="modSp add mod">
        <pc:chgData name="Long B Nguyen" userId="f59fb8f3-a021-417a-8bc1-65c8d471c621" providerId="ADAL" clId="{9693B0CB-430D-7248-9519-850962F252D4}" dt="2021-05-30T16:25:29.887" v="4014" actId="20577"/>
        <pc:sldMkLst>
          <pc:docMk/>
          <pc:sldMk cId="3067820620" sldId="552"/>
        </pc:sldMkLst>
      </pc:sldChg>
      <pc:sldChg chg="add del">
        <pc:chgData name="Long B Nguyen" userId="f59fb8f3-a021-417a-8bc1-65c8d471c621" providerId="ADAL" clId="{9693B0CB-430D-7248-9519-850962F252D4}" dt="2021-05-30T15:15:43.333" v="3292" actId="2696"/>
        <pc:sldMkLst>
          <pc:docMk/>
          <pc:sldMk cId="1016582871" sldId="553"/>
        </pc:sldMkLst>
      </pc:sldChg>
    </pc:docChg>
  </pc:docChgLst>
  <pc:docChgLst>
    <pc:chgData name="Long B Nguyen" userId="f59fb8f3-a021-417a-8bc1-65c8d471c621" providerId="ADAL" clId="{0A2D55A0-81A8-4E44-855B-5488B777D4BD}"/>
    <pc:docChg chg="modSld">
      <pc:chgData name="Long B Nguyen" userId="f59fb8f3-a021-417a-8bc1-65c8d471c621" providerId="ADAL" clId="{0A2D55A0-81A8-4E44-855B-5488B777D4BD}" dt="2020-09-24T11:47:44.276" v="418" actId="20577"/>
      <pc:docMkLst>
        <pc:docMk/>
      </pc:docMkLst>
      <pc:sldChg chg="modSp modAnim">
        <pc:chgData name="Long B Nguyen" userId="f59fb8f3-a021-417a-8bc1-65c8d471c621" providerId="ADAL" clId="{0A2D55A0-81A8-4E44-855B-5488B777D4BD}" dt="2020-09-22T13:34:32.844" v="130" actId="20577"/>
        <pc:sldMkLst>
          <pc:docMk/>
          <pc:sldMk cId="2207246265" sldId="257"/>
        </pc:sldMkLst>
      </pc:sldChg>
      <pc:sldChg chg="modSp">
        <pc:chgData name="Long B Nguyen" userId="f59fb8f3-a021-417a-8bc1-65c8d471c621" providerId="ADAL" clId="{0A2D55A0-81A8-4E44-855B-5488B777D4BD}" dt="2020-09-24T11:45:20.841" v="278" actId="113"/>
        <pc:sldMkLst>
          <pc:docMk/>
          <pc:sldMk cId="3625497833" sldId="265"/>
        </pc:sldMkLst>
      </pc:sldChg>
      <pc:sldChg chg="modSp">
        <pc:chgData name="Long B Nguyen" userId="f59fb8f3-a021-417a-8bc1-65c8d471c621" providerId="ADAL" clId="{0A2D55A0-81A8-4E44-855B-5488B777D4BD}" dt="2020-09-24T11:45:34.022" v="279" actId="113"/>
        <pc:sldMkLst>
          <pc:docMk/>
          <pc:sldMk cId="4224307978" sldId="270"/>
        </pc:sldMkLst>
      </pc:sldChg>
      <pc:sldChg chg="modSp">
        <pc:chgData name="Long B Nguyen" userId="f59fb8f3-a021-417a-8bc1-65c8d471c621" providerId="ADAL" clId="{0A2D55A0-81A8-4E44-855B-5488B777D4BD}" dt="2020-09-24T11:45:51.041" v="280" actId="113"/>
        <pc:sldMkLst>
          <pc:docMk/>
          <pc:sldMk cId="2130507588" sldId="271"/>
        </pc:sldMkLst>
      </pc:sldChg>
      <pc:sldChg chg="modSp">
        <pc:chgData name="Long B Nguyen" userId="f59fb8f3-a021-417a-8bc1-65c8d471c621" providerId="ADAL" clId="{0A2D55A0-81A8-4E44-855B-5488B777D4BD}" dt="2020-09-24T11:24:03.241" v="154" actId="113"/>
        <pc:sldMkLst>
          <pc:docMk/>
          <pc:sldMk cId="587435069" sldId="272"/>
        </pc:sldMkLst>
      </pc:sldChg>
      <pc:sldChg chg="modSp">
        <pc:chgData name="Long B Nguyen" userId="f59fb8f3-a021-417a-8bc1-65c8d471c621" providerId="ADAL" clId="{0A2D55A0-81A8-4E44-855B-5488B777D4BD}" dt="2020-09-22T04:40:52.026" v="101" actId="20577"/>
        <pc:sldMkLst>
          <pc:docMk/>
          <pc:sldMk cId="2925367410" sldId="280"/>
        </pc:sldMkLst>
      </pc:sldChg>
      <pc:sldChg chg="modSp">
        <pc:chgData name="Long B Nguyen" userId="f59fb8f3-a021-417a-8bc1-65c8d471c621" providerId="ADAL" clId="{0A2D55A0-81A8-4E44-855B-5488B777D4BD}" dt="2020-09-24T11:23:44.909" v="153" actId="113"/>
        <pc:sldMkLst>
          <pc:docMk/>
          <pc:sldMk cId="2119170476" sldId="281"/>
        </pc:sldMkLst>
      </pc:sldChg>
      <pc:sldChg chg="modSp">
        <pc:chgData name="Long B Nguyen" userId="f59fb8f3-a021-417a-8bc1-65c8d471c621" providerId="ADAL" clId="{0A2D55A0-81A8-4E44-855B-5488B777D4BD}" dt="2020-09-22T13:32:11.637" v="120" actId="20577"/>
        <pc:sldMkLst>
          <pc:docMk/>
          <pc:sldMk cId="558223950" sldId="285"/>
        </pc:sldMkLst>
      </pc:sldChg>
      <pc:sldChg chg="modSp mod modAnim">
        <pc:chgData name="Long B Nguyen" userId="f59fb8f3-a021-417a-8bc1-65c8d471c621" providerId="ADAL" clId="{0A2D55A0-81A8-4E44-855B-5488B777D4BD}" dt="2020-09-24T11:46:06.195" v="281" actId="113"/>
        <pc:sldMkLst>
          <pc:docMk/>
          <pc:sldMk cId="3711861066" sldId="295"/>
        </pc:sldMkLst>
      </pc:sldChg>
      <pc:sldChg chg="addSp modSp mod modAnim">
        <pc:chgData name="Long B Nguyen" userId="f59fb8f3-a021-417a-8bc1-65c8d471c621" providerId="ADAL" clId="{0A2D55A0-81A8-4E44-855B-5488B777D4BD}" dt="2020-09-22T13:39:28.298" v="138" actId="14100"/>
        <pc:sldMkLst>
          <pc:docMk/>
          <pc:sldMk cId="3705756631" sldId="300"/>
        </pc:sldMkLst>
      </pc:sldChg>
      <pc:sldChg chg="modSp">
        <pc:chgData name="Long B Nguyen" userId="f59fb8f3-a021-417a-8bc1-65c8d471c621" providerId="ADAL" clId="{0A2D55A0-81A8-4E44-855B-5488B777D4BD}" dt="2020-09-24T11:45:02.282" v="277" actId="113"/>
        <pc:sldMkLst>
          <pc:docMk/>
          <pc:sldMk cId="3618694306" sldId="301"/>
        </pc:sldMkLst>
      </pc:sldChg>
      <pc:sldChg chg="modSp mod">
        <pc:chgData name="Long B Nguyen" userId="f59fb8f3-a021-417a-8bc1-65c8d471c621" providerId="ADAL" clId="{0A2D55A0-81A8-4E44-855B-5488B777D4BD}" dt="2020-09-24T11:47:44.276" v="418" actId="20577"/>
        <pc:sldMkLst>
          <pc:docMk/>
          <pc:sldMk cId="2064379448" sldId="302"/>
        </pc:sldMkLst>
      </pc:sldChg>
    </pc:docChg>
  </pc:docChgLst>
  <pc:docChgLst>
    <pc:chgData name="Long B Nguyen" userId="f59fb8f3-a021-417a-8bc1-65c8d471c621" providerId="ADAL" clId="{1AE11430-C232-BB4B-AD26-649DB56977B5}"/>
    <pc:docChg chg="undo redo custSel addSld delSld modSld">
      <pc:chgData name="Long B Nguyen" userId="f59fb8f3-a021-417a-8bc1-65c8d471c621" providerId="ADAL" clId="{1AE11430-C232-BB4B-AD26-649DB56977B5}" dt="2019-09-09T17:47:35.004" v="3847" actId="20577"/>
      <pc:docMkLst>
        <pc:docMk/>
      </pc:docMkLst>
      <pc:sldChg chg="modSp modAnim">
        <pc:chgData name="Long B Nguyen" userId="f59fb8f3-a021-417a-8bc1-65c8d471c621" providerId="ADAL" clId="{1AE11430-C232-BB4B-AD26-649DB56977B5}" dt="2019-09-08T13:43:19.919" v="3758" actId="20577"/>
        <pc:sldMkLst>
          <pc:docMk/>
          <pc:sldMk cId="2207246265" sldId="257"/>
        </pc:sldMkLst>
      </pc:sldChg>
      <pc:sldChg chg="modAnim">
        <pc:chgData name="Long B Nguyen" userId="f59fb8f3-a021-417a-8bc1-65c8d471c621" providerId="ADAL" clId="{1AE11430-C232-BB4B-AD26-649DB56977B5}" dt="2019-09-06T12:00:47.170" v="1759"/>
        <pc:sldMkLst>
          <pc:docMk/>
          <pc:sldMk cId="216453293" sldId="258"/>
        </pc:sldMkLst>
      </pc:sldChg>
      <pc:sldChg chg="modSp modAnim">
        <pc:chgData name="Long B Nguyen" userId="f59fb8f3-a021-417a-8bc1-65c8d471c621" providerId="ADAL" clId="{1AE11430-C232-BB4B-AD26-649DB56977B5}" dt="2019-09-06T12:47:10.593" v="2626" actId="20577"/>
        <pc:sldMkLst>
          <pc:docMk/>
          <pc:sldMk cId="1889908786" sldId="259"/>
        </pc:sldMkLst>
      </pc:sldChg>
      <pc:sldChg chg="modAnim">
        <pc:chgData name="Long B Nguyen" userId="f59fb8f3-a021-417a-8bc1-65c8d471c621" providerId="ADAL" clId="{1AE11430-C232-BB4B-AD26-649DB56977B5}" dt="2019-09-06T12:01:13.835" v="1764"/>
        <pc:sldMkLst>
          <pc:docMk/>
          <pc:sldMk cId="3958537657" sldId="260"/>
        </pc:sldMkLst>
      </pc:sldChg>
      <pc:sldChg chg="modSp modAnim">
        <pc:chgData name="Long B Nguyen" userId="f59fb8f3-a021-417a-8bc1-65c8d471c621" providerId="ADAL" clId="{1AE11430-C232-BB4B-AD26-649DB56977B5}" dt="2019-09-06T12:11:54.554" v="2202"/>
        <pc:sldMkLst>
          <pc:docMk/>
          <pc:sldMk cId="4103067120" sldId="261"/>
        </pc:sldMkLst>
      </pc:sldChg>
      <pc:sldChg chg="modSp modAnim">
        <pc:chgData name="Long B Nguyen" userId="f59fb8f3-a021-417a-8bc1-65c8d471c621" providerId="ADAL" clId="{1AE11430-C232-BB4B-AD26-649DB56977B5}" dt="2019-09-06T12:01:55.113" v="1772"/>
        <pc:sldMkLst>
          <pc:docMk/>
          <pc:sldMk cId="905114398" sldId="264"/>
        </pc:sldMkLst>
      </pc:sldChg>
      <pc:sldChg chg="add modAnim">
        <pc:chgData name="Long B Nguyen" userId="f59fb8f3-a021-417a-8bc1-65c8d471c621" providerId="ADAL" clId="{1AE11430-C232-BB4B-AD26-649DB56977B5}" dt="2019-09-06T12:12:32.620" v="2209"/>
        <pc:sldMkLst>
          <pc:docMk/>
          <pc:sldMk cId="3625497833" sldId="265"/>
        </pc:sldMkLst>
      </pc:sldChg>
      <pc:sldChg chg="modSp modAnim">
        <pc:chgData name="Long B Nguyen" userId="f59fb8f3-a021-417a-8bc1-65c8d471c621" providerId="ADAL" clId="{1AE11430-C232-BB4B-AD26-649DB56977B5}" dt="2019-09-06T12:12:47.303" v="2211"/>
        <pc:sldMkLst>
          <pc:docMk/>
          <pc:sldMk cId="3290810672" sldId="269"/>
        </pc:sldMkLst>
      </pc:sldChg>
      <pc:sldChg chg="modAnim">
        <pc:chgData name="Long B Nguyen" userId="f59fb8f3-a021-417a-8bc1-65c8d471c621" providerId="ADAL" clId="{1AE11430-C232-BB4B-AD26-649DB56977B5}" dt="2019-09-06T12:13:15.473" v="2214"/>
        <pc:sldMkLst>
          <pc:docMk/>
          <pc:sldMk cId="4224307978" sldId="270"/>
        </pc:sldMkLst>
      </pc:sldChg>
      <pc:sldChg chg="modAnim">
        <pc:chgData name="Long B Nguyen" userId="f59fb8f3-a021-417a-8bc1-65c8d471c621" providerId="ADAL" clId="{1AE11430-C232-BB4B-AD26-649DB56977B5}" dt="2019-09-06T12:13:26.729" v="2217"/>
        <pc:sldMkLst>
          <pc:docMk/>
          <pc:sldMk cId="2130507588" sldId="271"/>
        </pc:sldMkLst>
      </pc:sldChg>
      <pc:sldChg chg="modAnim">
        <pc:chgData name="Long B Nguyen" userId="f59fb8f3-a021-417a-8bc1-65c8d471c621" providerId="ADAL" clId="{1AE11430-C232-BB4B-AD26-649DB56977B5}" dt="2019-09-06T12:13:47.554" v="2220"/>
        <pc:sldMkLst>
          <pc:docMk/>
          <pc:sldMk cId="587435069" sldId="272"/>
        </pc:sldMkLst>
      </pc:sldChg>
      <pc:sldChg chg="add modAnim">
        <pc:chgData name="Long B Nguyen" userId="f59fb8f3-a021-417a-8bc1-65c8d471c621" providerId="ADAL" clId="{1AE11430-C232-BB4B-AD26-649DB56977B5}" dt="2019-09-09T14:37:29.949" v="3770"/>
        <pc:sldMkLst>
          <pc:docMk/>
          <pc:sldMk cId="2925367410" sldId="280"/>
        </pc:sldMkLst>
      </pc:sldChg>
      <pc:sldChg chg="addSp modSp add modAnim">
        <pc:chgData name="Long B Nguyen" userId="f59fb8f3-a021-417a-8bc1-65c8d471c621" providerId="ADAL" clId="{1AE11430-C232-BB4B-AD26-649DB56977B5}" dt="2019-09-09T14:37:22.532" v="3768"/>
        <pc:sldMkLst>
          <pc:docMk/>
          <pc:sldMk cId="2119170476" sldId="281"/>
        </pc:sldMkLst>
      </pc:sldChg>
      <pc:sldChg chg="modSp">
        <pc:chgData name="Long B Nguyen" userId="f59fb8f3-a021-417a-8bc1-65c8d471c621" providerId="ADAL" clId="{1AE11430-C232-BB4B-AD26-649DB56977B5}" dt="2019-08-17T12:29:37.843" v="139" actId="20577"/>
        <pc:sldMkLst>
          <pc:docMk/>
          <pc:sldMk cId="1438711869" sldId="284"/>
        </pc:sldMkLst>
      </pc:sldChg>
      <pc:sldChg chg="modAnim">
        <pc:chgData name="Long B Nguyen" userId="f59fb8f3-a021-417a-8bc1-65c8d471c621" providerId="ADAL" clId="{1AE11430-C232-BB4B-AD26-649DB56977B5}" dt="2019-09-06T12:00:34.398" v="1756"/>
        <pc:sldMkLst>
          <pc:docMk/>
          <pc:sldMk cId="558223950" sldId="285"/>
        </pc:sldMkLst>
      </pc:sldChg>
      <pc:sldChg chg="modSp">
        <pc:chgData name="Long B Nguyen" userId="f59fb8f3-a021-417a-8bc1-65c8d471c621" providerId="ADAL" clId="{1AE11430-C232-BB4B-AD26-649DB56977B5}" dt="2019-09-08T13:30:11.346" v="3742" actId="20577"/>
        <pc:sldMkLst>
          <pc:docMk/>
          <pc:sldMk cId="3974060782" sldId="289"/>
        </pc:sldMkLst>
      </pc:sldChg>
      <pc:sldChg chg="modSp modAnim">
        <pc:chgData name="Long B Nguyen" userId="f59fb8f3-a021-417a-8bc1-65c8d471c621" providerId="ADAL" clId="{1AE11430-C232-BB4B-AD26-649DB56977B5}" dt="2019-09-06T12:14:43.144" v="2225"/>
        <pc:sldMkLst>
          <pc:docMk/>
          <pc:sldMk cId="1581961275" sldId="293"/>
        </pc:sldMkLst>
      </pc:sldChg>
      <pc:sldChg chg="add del">
        <pc:chgData name="Long B Nguyen" userId="f59fb8f3-a021-417a-8bc1-65c8d471c621" providerId="ADAL" clId="{1AE11430-C232-BB4B-AD26-649DB56977B5}" dt="2019-09-08T13:30:25.596" v="3744" actId="2696"/>
        <pc:sldMkLst>
          <pc:docMk/>
          <pc:sldMk cId="1406993528" sldId="295"/>
        </pc:sldMkLst>
      </pc:sldChg>
      <pc:sldChg chg="modSp add del">
        <pc:chgData name="Long B Nguyen" userId="f59fb8f3-a021-417a-8bc1-65c8d471c621" providerId="ADAL" clId="{1AE11430-C232-BB4B-AD26-649DB56977B5}" dt="2019-09-08T03:40:41.216" v="3694"/>
        <pc:sldMkLst>
          <pc:docMk/>
          <pc:sldMk cId="3617353163" sldId="295"/>
        </pc:sldMkLst>
      </pc:sldChg>
      <pc:sldChg chg="add modAnim">
        <pc:chgData name="Long B Nguyen" userId="f59fb8f3-a021-417a-8bc1-65c8d471c621" providerId="ADAL" clId="{1AE11430-C232-BB4B-AD26-649DB56977B5}" dt="2019-09-09T14:36:59.230" v="3764"/>
        <pc:sldMkLst>
          <pc:docMk/>
          <pc:sldMk cId="3711861066" sldId="295"/>
        </pc:sldMkLst>
      </pc:sldChg>
      <pc:sldChg chg="addSp modSp">
        <pc:chgData name="Long B Nguyen" userId="f59fb8f3-a021-417a-8bc1-65c8d471c621" providerId="ADAL" clId="{1AE11430-C232-BB4B-AD26-649DB56977B5}" dt="2019-09-06T12:07:28.617" v="1782" actId="1036"/>
        <pc:sldMkLst>
          <pc:docMk/>
          <pc:sldMk cId="2081483973" sldId="296"/>
        </pc:sldMkLst>
      </pc:sldChg>
      <pc:sldChg chg="addSp delSp modSp add modAnim">
        <pc:chgData name="Long B Nguyen" userId="f59fb8f3-a021-417a-8bc1-65c8d471c621" providerId="ADAL" clId="{1AE11430-C232-BB4B-AD26-649DB56977B5}" dt="2019-09-06T12:02:22.263" v="1776"/>
        <pc:sldMkLst>
          <pc:docMk/>
          <pc:sldMk cId="2878025650" sldId="298"/>
        </pc:sldMkLst>
      </pc:sldChg>
      <pc:sldChg chg="modSp add modAnim">
        <pc:chgData name="Long B Nguyen" userId="f59fb8f3-a021-417a-8bc1-65c8d471c621" providerId="ADAL" clId="{1AE11430-C232-BB4B-AD26-649DB56977B5}" dt="2019-09-06T17:29:53.284" v="3526" actId="20577"/>
        <pc:sldMkLst>
          <pc:docMk/>
          <pc:sldMk cId="1822161854" sldId="299"/>
        </pc:sldMkLst>
      </pc:sldChg>
      <pc:sldChg chg="addSp modSp add modAnim">
        <pc:chgData name="Long B Nguyen" userId="f59fb8f3-a021-417a-8bc1-65c8d471c621" providerId="ADAL" clId="{1AE11430-C232-BB4B-AD26-649DB56977B5}" dt="2019-09-06T13:03:18.321" v="3520"/>
        <pc:sldMkLst>
          <pc:docMk/>
          <pc:sldMk cId="3705756631" sldId="300"/>
        </pc:sldMkLst>
      </pc:sldChg>
      <pc:sldChg chg="modSp add modAnim">
        <pc:chgData name="Long B Nguyen" userId="f59fb8f3-a021-417a-8bc1-65c8d471c621" providerId="ADAL" clId="{1AE11430-C232-BB4B-AD26-649DB56977B5}" dt="2019-09-06T12:12:03.011" v="2205"/>
        <pc:sldMkLst>
          <pc:docMk/>
          <pc:sldMk cId="3618694306" sldId="301"/>
        </pc:sldMkLst>
      </pc:sldChg>
      <pc:sldChg chg="delSp modSp add delAnim modAnim">
        <pc:chgData name="Long B Nguyen" userId="f59fb8f3-a021-417a-8bc1-65c8d471c621" providerId="ADAL" clId="{1AE11430-C232-BB4B-AD26-649DB56977B5}" dt="2019-09-09T17:47:35.004" v="3847" actId="20577"/>
        <pc:sldMkLst>
          <pc:docMk/>
          <pc:sldMk cId="2064379448" sldId="302"/>
        </pc:sldMkLst>
      </pc:sldChg>
      <pc:sldChg chg="modSp add">
        <pc:chgData name="Long B Nguyen" userId="f59fb8f3-a021-417a-8bc1-65c8d471c621" providerId="ADAL" clId="{1AE11430-C232-BB4B-AD26-649DB56977B5}" dt="2019-09-08T00:54:16.876" v="3685" actId="20577"/>
        <pc:sldMkLst>
          <pc:docMk/>
          <pc:sldMk cId="3993483693" sldId="303"/>
        </pc:sldMkLst>
      </pc:sldChg>
      <pc:sldChg chg="add del">
        <pc:chgData name="Long B Nguyen" userId="f59fb8f3-a021-417a-8bc1-65c8d471c621" providerId="ADAL" clId="{1AE11430-C232-BB4B-AD26-649DB56977B5}" dt="2019-09-08T03:41:42.114" v="3702" actId="2696"/>
        <pc:sldMkLst>
          <pc:docMk/>
          <pc:sldMk cId="1735411058" sldId="304"/>
        </pc:sldMkLst>
      </pc:sldChg>
    </pc:docChg>
  </pc:docChgLst>
  <pc:docChgLst>
    <pc:chgData name="Long B Nguyen" userId="f59fb8f3-a021-417a-8bc1-65c8d471c621" providerId="ADAL" clId="{ADCACA53-6378-2348-8EBB-E073F42D060D}"/>
    <pc:docChg chg="modSld">
      <pc:chgData name="Long B Nguyen" userId="f59fb8f3-a021-417a-8bc1-65c8d471c621" providerId="ADAL" clId="{ADCACA53-6378-2348-8EBB-E073F42D060D}" dt="2021-06-03T17:20:40.678" v="9" actId="1038"/>
      <pc:docMkLst>
        <pc:docMk/>
      </pc:docMkLst>
      <pc:sldChg chg="modSp mod">
        <pc:chgData name="Long B Nguyen" userId="f59fb8f3-a021-417a-8bc1-65c8d471c621" providerId="ADAL" clId="{ADCACA53-6378-2348-8EBB-E073F42D060D}" dt="2021-06-03T17:20:40.678" v="9" actId="1038"/>
        <pc:sldMkLst>
          <pc:docMk/>
          <pc:sldMk cId="3974060782" sldId="289"/>
        </pc:sldMkLst>
      </pc:sldChg>
    </pc:docChg>
  </pc:docChgLst>
  <pc:docChgLst>
    <pc:chgData name="Long Nguyen" userId="f59fb8f3-a021-417a-8bc1-65c8d471c621" providerId="ADAL" clId="{9288EC4E-59C3-E94F-8AA8-F42749CEE9D6}"/>
    <pc:docChg chg="custSel modSld">
      <pc:chgData name="Long Nguyen" userId="f59fb8f3-a021-417a-8bc1-65c8d471c621" providerId="ADAL" clId="{9288EC4E-59C3-E94F-8AA8-F42749CEE9D6}" dt="2022-09-21T13:47:15.194" v="229" actId="20577"/>
      <pc:docMkLst>
        <pc:docMk/>
      </pc:docMkLst>
      <pc:sldChg chg="modSp mod">
        <pc:chgData name="Long Nguyen" userId="f59fb8f3-a021-417a-8bc1-65c8d471c621" providerId="ADAL" clId="{9288EC4E-59C3-E94F-8AA8-F42749CEE9D6}" dt="2022-09-21T13:21:17.767" v="1" actId="27636"/>
        <pc:sldMkLst>
          <pc:docMk/>
          <pc:sldMk cId="711467850" sldId="434"/>
        </pc:sldMkLst>
      </pc:sldChg>
      <pc:sldChg chg="modSp modAnim">
        <pc:chgData name="Long Nguyen" userId="f59fb8f3-a021-417a-8bc1-65c8d471c621" providerId="ADAL" clId="{9288EC4E-59C3-E94F-8AA8-F42749CEE9D6}" dt="2022-09-21T13:47:15.194" v="229" actId="20577"/>
        <pc:sldMkLst>
          <pc:docMk/>
          <pc:sldMk cId="4041063263" sldId="442"/>
        </pc:sldMkLst>
      </pc:sldChg>
      <pc:sldChg chg="modSp modAnim">
        <pc:chgData name="Long Nguyen" userId="f59fb8f3-a021-417a-8bc1-65c8d471c621" providerId="ADAL" clId="{9288EC4E-59C3-E94F-8AA8-F42749CEE9D6}" dt="2022-09-21T13:46:43.893" v="157" actId="20577"/>
        <pc:sldMkLst>
          <pc:docMk/>
          <pc:sldMk cId="4008236168" sldId="446"/>
        </pc:sldMkLst>
      </pc:sldChg>
    </pc:docChg>
  </pc:docChgLst>
  <pc:docChgLst>
    <pc:chgData name="Long B Nguyen" userId="f59fb8f3-a021-417a-8bc1-65c8d471c621" providerId="ADAL" clId="{A752C5CC-819B-C44B-97C4-90D32712BE07}"/>
    <pc:docChg chg="undo custSel addSld delSld modSld">
      <pc:chgData name="Long B Nguyen" userId="f59fb8f3-a021-417a-8bc1-65c8d471c621" providerId="ADAL" clId="{A752C5CC-819B-C44B-97C4-90D32712BE07}" dt="2021-06-03T12:49:12.177" v="1051" actId="20577"/>
      <pc:docMkLst>
        <pc:docMk/>
      </pc:docMkLst>
      <pc:sldChg chg="modSp mod modAnim">
        <pc:chgData name="Long B Nguyen" userId="f59fb8f3-a021-417a-8bc1-65c8d471c621" providerId="ADAL" clId="{A752C5CC-819B-C44B-97C4-90D32712BE07}" dt="2021-06-03T12:46:41.964" v="908" actId="20577"/>
        <pc:sldMkLst>
          <pc:docMk/>
          <pc:sldMk cId="2207246265" sldId="257"/>
        </pc:sldMkLst>
      </pc:sldChg>
      <pc:sldChg chg="del">
        <pc:chgData name="Long B Nguyen" userId="f59fb8f3-a021-417a-8bc1-65c8d471c621" providerId="ADAL" clId="{A752C5CC-819B-C44B-97C4-90D32712BE07}" dt="2021-05-30T16:43:07.956" v="0" actId="2696"/>
        <pc:sldMkLst>
          <pc:docMk/>
          <pc:sldMk cId="905114398" sldId="264"/>
        </pc:sldMkLst>
      </pc:sldChg>
      <pc:sldChg chg="del">
        <pc:chgData name="Long B Nguyen" userId="f59fb8f3-a021-417a-8bc1-65c8d471c621" providerId="ADAL" clId="{A752C5CC-819B-C44B-97C4-90D32712BE07}" dt="2021-05-30T16:43:07.956" v="0" actId="2696"/>
        <pc:sldMkLst>
          <pc:docMk/>
          <pc:sldMk cId="3625497833" sldId="265"/>
        </pc:sldMkLst>
      </pc:sldChg>
      <pc:sldChg chg="del">
        <pc:chgData name="Long B Nguyen" userId="f59fb8f3-a021-417a-8bc1-65c8d471c621" providerId="ADAL" clId="{A752C5CC-819B-C44B-97C4-90D32712BE07}" dt="2021-05-30T16:43:07.956" v="0" actId="2696"/>
        <pc:sldMkLst>
          <pc:docMk/>
          <pc:sldMk cId="1690910164" sldId="267"/>
        </pc:sldMkLst>
      </pc:sldChg>
      <pc:sldChg chg="del">
        <pc:chgData name="Long B Nguyen" userId="f59fb8f3-a021-417a-8bc1-65c8d471c621" providerId="ADAL" clId="{A752C5CC-819B-C44B-97C4-90D32712BE07}" dt="2021-05-30T16:43:07.956" v="0" actId="2696"/>
        <pc:sldMkLst>
          <pc:docMk/>
          <pc:sldMk cId="4224307978" sldId="270"/>
        </pc:sldMkLst>
      </pc:sldChg>
      <pc:sldChg chg="del">
        <pc:chgData name="Long B Nguyen" userId="f59fb8f3-a021-417a-8bc1-65c8d471c621" providerId="ADAL" clId="{A752C5CC-819B-C44B-97C4-90D32712BE07}" dt="2021-05-30T16:43:07.956" v="0" actId="2696"/>
        <pc:sldMkLst>
          <pc:docMk/>
          <pc:sldMk cId="2778049646" sldId="281"/>
        </pc:sldMkLst>
      </pc:sldChg>
      <pc:sldChg chg="modSp mod">
        <pc:chgData name="Long B Nguyen" userId="f59fb8f3-a021-417a-8bc1-65c8d471c621" providerId="ADAL" clId="{A752C5CC-819B-C44B-97C4-90D32712BE07}" dt="2021-06-02T23:58:33.238" v="887" actId="20577"/>
        <pc:sldMkLst>
          <pc:docMk/>
          <pc:sldMk cId="1438711869" sldId="284"/>
        </pc:sldMkLst>
      </pc:sldChg>
      <pc:sldChg chg="modSp mod">
        <pc:chgData name="Long B Nguyen" userId="f59fb8f3-a021-417a-8bc1-65c8d471c621" providerId="ADAL" clId="{A752C5CC-819B-C44B-97C4-90D32712BE07}" dt="2021-05-30T16:43:34.032" v="30" actId="14100"/>
        <pc:sldMkLst>
          <pc:docMk/>
          <pc:sldMk cId="3974060782" sldId="289"/>
        </pc:sldMkLst>
      </pc:sldChg>
      <pc:sldChg chg="modSp">
        <pc:chgData name="Long B Nguyen" userId="f59fb8f3-a021-417a-8bc1-65c8d471c621" providerId="ADAL" clId="{A752C5CC-819B-C44B-97C4-90D32712BE07}" dt="2021-05-31T00:29:01.860" v="32" actId="207"/>
        <pc:sldMkLst>
          <pc:docMk/>
          <pc:sldMk cId="3124364874" sldId="295"/>
        </pc:sldMkLst>
      </pc:sldChg>
      <pc:sldChg chg="del">
        <pc:chgData name="Long B Nguyen" userId="f59fb8f3-a021-417a-8bc1-65c8d471c621" providerId="ADAL" clId="{A752C5CC-819B-C44B-97C4-90D32712BE07}" dt="2021-05-30T16:43:07.956" v="0" actId="2696"/>
        <pc:sldMkLst>
          <pc:docMk/>
          <pc:sldMk cId="1153001415" sldId="296"/>
        </pc:sldMkLst>
      </pc:sldChg>
      <pc:sldChg chg="del">
        <pc:chgData name="Long B Nguyen" userId="f59fb8f3-a021-417a-8bc1-65c8d471c621" providerId="ADAL" clId="{A752C5CC-819B-C44B-97C4-90D32712BE07}" dt="2021-05-30T16:43:07.956" v="0" actId="2696"/>
        <pc:sldMkLst>
          <pc:docMk/>
          <pc:sldMk cId="2878025650" sldId="298"/>
        </pc:sldMkLst>
      </pc:sldChg>
      <pc:sldChg chg="del">
        <pc:chgData name="Long B Nguyen" userId="f59fb8f3-a021-417a-8bc1-65c8d471c621" providerId="ADAL" clId="{A752C5CC-819B-C44B-97C4-90D32712BE07}" dt="2021-05-30T16:43:07.956" v="0" actId="2696"/>
        <pc:sldMkLst>
          <pc:docMk/>
          <pc:sldMk cId="1072910180" sldId="299"/>
        </pc:sldMkLst>
      </pc:sldChg>
      <pc:sldChg chg="del">
        <pc:chgData name="Long B Nguyen" userId="f59fb8f3-a021-417a-8bc1-65c8d471c621" providerId="ADAL" clId="{A752C5CC-819B-C44B-97C4-90D32712BE07}" dt="2021-05-30T16:43:07.956" v="0" actId="2696"/>
        <pc:sldMkLst>
          <pc:docMk/>
          <pc:sldMk cId="324251968" sldId="300"/>
        </pc:sldMkLst>
      </pc:sldChg>
      <pc:sldChg chg="del">
        <pc:chgData name="Long B Nguyen" userId="f59fb8f3-a021-417a-8bc1-65c8d471c621" providerId="ADAL" clId="{A752C5CC-819B-C44B-97C4-90D32712BE07}" dt="2021-05-30T16:43:07.956" v="0" actId="2696"/>
        <pc:sldMkLst>
          <pc:docMk/>
          <pc:sldMk cId="3618694306" sldId="301"/>
        </pc:sldMkLst>
      </pc:sldChg>
      <pc:sldChg chg="del">
        <pc:chgData name="Long B Nguyen" userId="f59fb8f3-a021-417a-8bc1-65c8d471c621" providerId="ADAL" clId="{A752C5CC-819B-C44B-97C4-90D32712BE07}" dt="2021-06-01T16:36:58.761" v="177" actId="2696"/>
        <pc:sldMkLst>
          <pc:docMk/>
          <pc:sldMk cId="2064379448" sldId="302"/>
        </pc:sldMkLst>
      </pc:sldChg>
      <pc:sldChg chg="modSp mod">
        <pc:chgData name="Long B Nguyen" userId="f59fb8f3-a021-417a-8bc1-65c8d471c621" providerId="ADAL" clId="{A752C5CC-819B-C44B-97C4-90D32712BE07}" dt="2021-06-01T16:41:35.325" v="477"/>
        <pc:sldMkLst>
          <pc:docMk/>
          <pc:sldMk cId="3993483693" sldId="303"/>
        </pc:sldMkLst>
      </pc:sldChg>
      <pc:sldChg chg="del">
        <pc:chgData name="Long B Nguyen" userId="f59fb8f3-a021-417a-8bc1-65c8d471c621" providerId="ADAL" clId="{A752C5CC-819B-C44B-97C4-90D32712BE07}" dt="2021-05-30T16:43:07.956" v="0" actId="2696"/>
        <pc:sldMkLst>
          <pc:docMk/>
          <pc:sldMk cId="4236300541" sldId="304"/>
        </pc:sldMkLst>
      </pc:sldChg>
      <pc:sldChg chg="del">
        <pc:chgData name="Long B Nguyen" userId="f59fb8f3-a021-417a-8bc1-65c8d471c621" providerId="ADAL" clId="{A752C5CC-819B-C44B-97C4-90D32712BE07}" dt="2021-05-30T16:43:07.956" v="0" actId="2696"/>
        <pc:sldMkLst>
          <pc:docMk/>
          <pc:sldMk cId="1754050985" sldId="305"/>
        </pc:sldMkLst>
      </pc:sldChg>
      <pc:sldChg chg="del">
        <pc:chgData name="Long B Nguyen" userId="f59fb8f3-a021-417a-8bc1-65c8d471c621" providerId="ADAL" clId="{A752C5CC-819B-C44B-97C4-90D32712BE07}" dt="2021-05-30T16:43:07.956" v="0" actId="2696"/>
        <pc:sldMkLst>
          <pc:docMk/>
          <pc:sldMk cId="155755559" sldId="306"/>
        </pc:sldMkLst>
      </pc:sldChg>
      <pc:sldChg chg="del">
        <pc:chgData name="Long B Nguyen" userId="f59fb8f3-a021-417a-8bc1-65c8d471c621" providerId="ADAL" clId="{A752C5CC-819B-C44B-97C4-90D32712BE07}" dt="2021-05-30T16:43:07.956" v="0" actId="2696"/>
        <pc:sldMkLst>
          <pc:docMk/>
          <pc:sldMk cId="3016287638" sldId="307"/>
        </pc:sldMkLst>
      </pc:sldChg>
      <pc:sldChg chg="del">
        <pc:chgData name="Long B Nguyen" userId="f59fb8f3-a021-417a-8bc1-65c8d471c621" providerId="ADAL" clId="{A752C5CC-819B-C44B-97C4-90D32712BE07}" dt="2021-05-30T16:43:07.956" v="0" actId="2696"/>
        <pc:sldMkLst>
          <pc:docMk/>
          <pc:sldMk cId="1011619775" sldId="308"/>
        </pc:sldMkLst>
      </pc:sldChg>
      <pc:sldChg chg="del">
        <pc:chgData name="Long B Nguyen" userId="f59fb8f3-a021-417a-8bc1-65c8d471c621" providerId="ADAL" clId="{A752C5CC-819B-C44B-97C4-90D32712BE07}" dt="2021-05-30T16:43:07.956" v="0" actId="2696"/>
        <pc:sldMkLst>
          <pc:docMk/>
          <pc:sldMk cId="2376452645" sldId="309"/>
        </pc:sldMkLst>
      </pc:sldChg>
      <pc:sldChg chg="del">
        <pc:chgData name="Long B Nguyen" userId="f59fb8f3-a021-417a-8bc1-65c8d471c621" providerId="ADAL" clId="{A752C5CC-819B-C44B-97C4-90D32712BE07}" dt="2021-05-30T16:43:07.956" v="0" actId="2696"/>
        <pc:sldMkLst>
          <pc:docMk/>
          <pc:sldMk cId="1408330095" sldId="311"/>
        </pc:sldMkLst>
      </pc:sldChg>
      <pc:sldChg chg="modSp modAnim">
        <pc:chgData name="Long B Nguyen" userId="f59fb8f3-a021-417a-8bc1-65c8d471c621" providerId="ADAL" clId="{A752C5CC-819B-C44B-97C4-90D32712BE07}" dt="2021-06-03T12:48:20.981" v="994" actId="20577"/>
        <pc:sldMkLst>
          <pc:docMk/>
          <pc:sldMk cId="1445414918" sldId="312"/>
        </pc:sldMkLst>
      </pc:sldChg>
      <pc:sldChg chg="modSp mod">
        <pc:chgData name="Long B Nguyen" userId="f59fb8f3-a021-417a-8bc1-65c8d471c621" providerId="ADAL" clId="{A752C5CC-819B-C44B-97C4-90D32712BE07}" dt="2021-06-03T12:49:12.177" v="1051" actId="20577"/>
        <pc:sldMkLst>
          <pc:docMk/>
          <pc:sldMk cId="396545928" sldId="313"/>
        </pc:sldMkLst>
      </pc:sldChg>
      <pc:sldChg chg="modSp modAnim">
        <pc:chgData name="Long B Nguyen" userId="f59fb8f3-a021-417a-8bc1-65c8d471c621" providerId="ADAL" clId="{A752C5CC-819B-C44B-97C4-90D32712BE07}" dt="2021-05-31T00:26:52.798" v="31" actId="20577"/>
        <pc:sldMkLst>
          <pc:docMk/>
          <pc:sldMk cId="1500526858" sldId="435"/>
        </pc:sldMkLst>
      </pc:sldChg>
      <pc:sldChg chg="modSp add mod modAnim">
        <pc:chgData name="Long B Nguyen" userId="f59fb8f3-a021-417a-8bc1-65c8d471c621" providerId="ADAL" clId="{A752C5CC-819B-C44B-97C4-90D32712BE07}" dt="2021-06-02T23:56:14.425" v="875" actId="207"/>
        <pc:sldMkLst>
          <pc:docMk/>
          <pc:sldMk cId="2532139586" sldId="439"/>
        </pc:sldMkLst>
      </pc:sldChg>
      <pc:sldChg chg="del">
        <pc:chgData name="Long B Nguyen" userId="f59fb8f3-a021-417a-8bc1-65c8d471c621" providerId="ADAL" clId="{A752C5CC-819B-C44B-97C4-90D32712BE07}" dt="2021-05-30T16:43:07.956" v="0" actId="2696"/>
        <pc:sldMkLst>
          <pc:docMk/>
          <pc:sldMk cId="273226657" sldId="551"/>
        </pc:sldMkLst>
      </pc:sldChg>
      <pc:sldChg chg="del">
        <pc:chgData name="Long B Nguyen" userId="f59fb8f3-a021-417a-8bc1-65c8d471c621" providerId="ADAL" clId="{A752C5CC-819B-C44B-97C4-90D32712BE07}" dt="2021-05-30T16:43:07.956" v="0" actId="2696"/>
        <pc:sldMkLst>
          <pc:docMk/>
          <pc:sldMk cId="3067820620" sldId="552"/>
        </pc:sldMkLst>
      </pc:sldChg>
    </pc:docChg>
  </pc:docChgLst>
  <pc:docChgLst>
    <pc:chgData name="Long B Nguyen" userId="f59fb8f3-a021-417a-8bc1-65c8d471c621" providerId="ADAL" clId="{982D8422-27A6-2341-A334-6D849435CBA4}"/>
    <pc:docChg chg="modSld">
      <pc:chgData name="Long B Nguyen" userId="f59fb8f3-a021-417a-8bc1-65c8d471c621" providerId="ADAL" clId="{982D8422-27A6-2341-A334-6D849435CBA4}" dt="2021-04-27T16:03:10.998" v="39" actId="20577"/>
      <pc:docMkLst>
        <pc:docMk/>
      </pc:docMkLst>
      <pc:sldChg chg="modSp modAnim">
        <pc:chgData name="Long B Nguyen" userId="f59fb8f3-a021-417a-8bc1-65c8d471c621" providerId="ADAL" clId="{982D8422-27A6-2341-A334-6D849435CBA4}" dt="2021-04-27T16:03:10.998" v="39" actId="20577"/>
        <pc:sldMkLst>
          <pc:docMk/>
          <pc:sldMk cId="3290810672" sldId="269"/>
        </pc:sldMkLst>
      </pc:sldChg>
    </pc:docChg>
  </pc:docChgLst>
  <pc:docChgLst>
    <pc:chgData name="Long B Nguyen" userId="f59fb8f3-a021-417a-8bc1-65c8d471c621" providerId="ADAL" clId="{1DE9BD1C-43F3-3446-A58B-694BDA1160CB}"/>
    <pc:docChg chg="custSel addSld modSld">
      <pc:chgData name="Long B Nguyen" userId="f59fb8f3-a021-417a-8bc1-65c8d471c621" providerId="ADAL" clId="{1DE9BD1C-43F3-3446-A58B-694BDA1160CB}" dt="2023-09-20T15:08:09.531" v="393" actId="20577"/>
      <pc:docMkLst>
        <pc:docMk/>
      </pc:docMkLst>
      <pc:sldChg chg="modSp mod">
        <pc:chgData name="Long B Nguyen" userId="f59fb8f3-a021-417a-8bc1-65c8d471c621" providerId="ADAL" clId="{1DE9BD1C-43F3-3446-A58B-694BDA1160CB}" dt="2023-09-15T11:31:51.067" v="32" actId="27636"/>
        <pc:sldMkLst>
          <pc:docMk/>
          <pc:sldMk cId="1620633654" sldId="292"/>
        </pc:sldMkLst>
      </pc:sldChg>
      <pc:sldChg chg="modSp mod">
        <pc:chgData name="Long B Nguyen" userId="f59fb8f3-a021-417a-8bc1-65c8d471c621" providerId="ADAL" clId="{1DE9BD1C-43F3-3446-A58B-694BDA1160CB}" dt="2023-09-15T11:36:12.730" v="66" actId="20577"/>
        <pc:sldMkLst>
          <pc:docMk/>
          <pc:sldMk cId="3124364874" sldId="295"/>
        </pc:sldMkLst>
      </pc:sldChg>
      <pc:sldChg chg="modSp">
        <pc:chgData name="Long B Nguyen" userId="f59fb8f3-a021-417a-8bc1-65c8d471c621" providerId="ADAL" clId="{1DE9BD1C-43F3-3446-A58B-694BDA1160CB}" dt="2023-09-15T11:31:43.470" v="20" actId="20577"/>
        <pc:sldMkLst>
          <pc:docMk/>
          <pc:sldMk cId="396545928" sldId="313"/>
        </pc:sldMkLst>
      </pc:sldChg>
      <pc:sldChg chg="addSp delSp modSp mod delAnim modAnim">
        <pc:chgData name="Long B Nguyen" userId="f59fb8f3-a021-417a-8bc1-65c8d471c621" providerId="ADAL" clId="{1DE9BD1C-43F3-3446-A58B-694BDA1160CB}" dt="2023-09-18T11:13:17.328" v="267" actId="1038"/>
        <pc:sldMkLst>
          <pc:docMk/>
          <pc:sldMk cId="711467850" sldId="434"/>
        </pc:sldMkLst>
      </pc:sldChg>
      <pc:sldChg chg="modSp mod">
        <pc:chgData name="Long B Nguyen" userId="f59fb8f3-a021-417a-8bc1-65c8d471c621" providerId="ADAL" clId="{1DE9BD1C-43F3-3446-A58B-694BDA1160CB}" dt="2023-09-15T11:36:33.613" v="67" actId="20577"/>
        <pc:sldMkLst>
          <pc:docMk/>
          <pc:sldMk cId="2532139586" sldId="439"/>
        </pc:sldMkLst>
      </pc:sldChg>
      <pc:sldChg chg="addSp delSp modSp add mod">
        <pc:chgData name="Long B Nguyen" userId="f59fb8f3-a021-417a-8bc1-65c8d471c621" providerId="ADAL" clId="{1DE9BD1C-43F3-3446-A58B-694BDA1160CB}" dt="2023-09-20T14:59:30.222" v="273" actId="1076"/>
        <pc:sldMkLst>
          <pc:docMk/>
          <pc:sldMk cId="3344687727" sldId="556"/>
        </pc:sldMkLst>
      </pc:sldChg>
      <pc:sldChg chg="addSp delSp modSp add mod">
        <pc:chgData name="Long B Nguyen" userId="f59fb8f3-a021-417a-8bc1-65c8d471c621" providerId="ADAL" clId="{1DE9BD1C-43F3-3446-A58B-694BDA1160CB}" dt="2023-09-20T15:08:09.531" v="393" actId="20577"/>
        <pc:sldMkLst>
          <pc:docMk/>
          <pc:sldMk cId="914409309" sldId="557"/>
        </pc:sldMkLst>
      </pc:sldChg>
    </pc:docChg>
  </pc:docChgLst>
  <pc:docChgLst>
    <pc:chgData name="Long B Nguyen" userId="f59fb8f3-a021-417a-8bc1-65c8d471c621" providerId="ADAL" clId="{79AC3FB5-31D9-1547-8E88-88FEE7233AFE}"/>
    <pc:docChg chg="undo custSel addSld delSld modSld">
      <pc:chgData name="Long B Nguyen" userId="f59fb8f3-a021-417a-8bc1-65c8d471c621" providerId="ADAL" clId="{79AC3FB5-31D9-1547-8E88-88FEE7233AFE}" dt="2021-09-23T16:45:11.002" v="1062" actId="20577"/>
      <pc:docMkLst>
        <pc:docMk/>
      </pc:docMkLst>
      <pc:sldChg chg="addSp modSp">
        <pc:chgData name="Long B Nguyen" userId="f59fb8f3-a021-417a-8bc1-65c8d471c621" providerId="ADAL" clId="{79AC3FB5-31D9-1547-8E88-88FEE7233AFE}" dt="2021-09-13T17:22:55.206" v="0"/>
        <pc:sldMkLst>
          <pc:docMk/>
          <pc:sldMk cId="2207246265" sldId="257"/>
        </pc:sldMkLst>
      </pc:sldChg>
      <pc:sldChg chg="addSp modSp">
        <pc:chgData name="Long B Nguyen" userId="f59fb8f3-a021-417a-8bc1-65c8d471c621" providerId="ADAL" clId="{79AC3FB5-31D9-1547-8E88-88FEE7233AFE}" dt="2021-09-13T17:22:55.206" v="0"/>
        <pc:sldMkLst>
          <pc:docMk/>
          <pc:sldMk cId="1920510873" sldId="263"/>
        </pc:sldMkLst>
      </pc:sldChg>
      <pc:sldChg chg="addSp modSp">
        <pc:chgData name="Long B Nguyen" userId="f59fb8f3-a021-417a-8bc1-65c8d471c621" providerId="ADAL" clId="{79AC3FB5-31D9-1547-8E88-88FEE7233AFE}" dt="2021-09-13T17:22:55.206" v="0"/>
        <pc:sldMkLst>
          <pc:docMk/>
          <pc:sldMk cId="2858731145" sldId="277"/>
        </pc:sldMkLst>
      </pc:sldChg>
      <pc:sldChg chg="addSp modSp">
        <pc:chgData name="Long B Nguyen" userId="f59fb8f3-a021-417a-8bc1-65c8d471c621" providerId="ADAL" clId="{79AC3FB5-31D9-1547-8E88-88FEE7233AFE}" dt="2021-09-13T17:22:55.206" v="0"/>
        <pc:sldMkLst>
          <pc:docMk/>
          <pc:sldMk cId="1438711869" sldId="284"/>
        </pc:sldMkLst>
      </pc:sldChg>
      <pc:sldChg chg="addSp modSp">
        <pc:chgData name="Long B Nguyen" userId="f59fb8f3-a021-417a-8bc1-65c8d471c621" providerId="ADAL" clId="{79AC3FB5-31D9-1547-8E88-88FEE7233AFE}" dt="2021-09-13T17:22:55.206" v="0"/>
        <pc:sldMkLst>
          <pc:docMk/>
          <pc:sldMk cId="3974060782" sldId="289"/>
        </pc:sldMkLst>
      </pc:sldChg>
      <pc:sldChg chg="addSp modSp modAnim">
        <pc:chgData name="Long B Nguyen" userId="f59fb8f3-a021-417a-8bc1-65c8d471c621" providerId="ADAL" clId="{79AC3FB5-31D9-1547-8E88-88FEE7233AFE}" dt="2021-09-20T12:53:57.772" v="173"/>
        <pc:sldMkLst>
          <pc:docMk/>
          <pc:sldMk cId="2187468341" sldId="291"/>
        </pc:sldMkLst>
      </pc:sldChg>
      <pc:sldChg chg="addSp modSp">
        <pc:chgData name="Long B Nguyen" userId="f59fb8f3-a021-417a-8bc1-65c8d471c621" providerId="ADAL" clId="{79AC3FB5-31D9-1547-8E88-88FEE7233AFE}" dt="2021-09-13T17:22:55.206" v="0"/>
        <pc:sldMkLst>
          <pc:docMk/>
          <pc:sldMk cId="1620633654" sldId="292"/>
        </pc:sldMkLst>
      </pc:sldChg>
      <pc:sldChg chg="addSp modSp">
        <pc:chgData name="Long B Nguyen" userId="f59fb8f3-a021-417a-8bc1-65c8d471c621" providerId="ADAL" clId="{79AC3FB5-31D9-1547-8E88-88FEE7233AFE}" dt="2021-09-17T11:33:21.882" v="48" actId="20577"/>
        <pc:sldMkLst>
          <pc:docMk/>
          <pc:sldMk cId="1605645271" sldId="293"/>
        </pc:sldMkLst>
      </pc:sldChg>
      <pc:sldChg chg="addSp modSp">
        <pc:chgData name="Long B Nguyen" userId="f59fb8f3-a021-417a-8bc1-65c8d471c621" providerId="ADAL" clId="{79AC3FB5-31D9-1547-8E88-88FEE7233AFE}" dt="2021-09-13T17:22:55.206" v="0"/>
        <pc:sldMkLst>
          <pc:docMk/>
          <pc:sldMk cId="3319554452" sldId="294"/>
        </pc:sldMkLst>
      </pc:sldChg>
      <pc:sldChg chg="addSp modSp">
        <pc:chgData name="Long B Nguyen" userId="f59fb8f3-a021-417a-8bc1-65c8d471c621" providerId="ADAL" clId="{79AC3FB5-31D9-1547-8E88-88FEE7233AFE}" dt="2021-09-13T17:22:55.206" v="0"/>
        <pc:sldMkLst>
          <pc:docMk/>
          <pc:sldMk cId="3124364874" sldId="295"/>
        </pc:sldMkLst>
      </pc:sldChg>
      <pc:sldChg chg="addSp modSp mod">
        <pc:chgData name="Long B Nguyen" userId="f59fb8f3-a021-417a-8bc1-65c8d471c621" providerId="ADAL" clId="{79AC3FB5-31D9-1547-8E88-88FEE7233AFE}" dt="2021-09-21T13:00:33.947" v="340" actId="20577"/>
        <pc:sldMkLst>
          <pc:docMk/>
          <pc:sldMk cId="3993483693" sldId="303"/>
        </pc:sldMkLst>
      </pc:sldChg>
      <pc:sldChg chg="addSp modSp">
        <pc:chgData name="Long B Nguyen" userId="f59fb8f3-a021-417a-8bc1-65c8d471c621" providerId="ADAL" clId="{79AC3FB5-31D9-1547-8E88-88FEE7233AFE}" dt="2021-09-13T17:22:55.206" v="0"/>
        <pc:sldMkLst>
          <pc:docMk/>
          <pc:sldMk cId="1445414918" sldId="312"/>
        </pc:sldMkLst>
      </pc:sldChg>
      <pc:sldChg chg="addSp modSp modAnim">
        <pc:chgData name="Long B Nguyen" userId="f59fb8f3-a021-417a-8bc1-65c8d471c621" providerId="ADAL" clId="{79AC3FB5-31D9-1547-8E88-88FEE7233AFE}" dt="2021-09-17T11:33:07.355" v="44" actId="20577"/>
        <pc:sldMkLst>
          <pc:docMk/>
          <pc:sldMk cId="396545928" sldId="313"/>
        </pc:sldMkLst>
      </pc:sldChg>
      <pc:sldChg chg="addSp modSp">
        <pc:chgData name="Long B Nguyen" userId="f59fb8f3-a021-417a-8bc1-65c8d471c621" providerId="ADAL" clId="{79AC3FB5-31D9-1547-8E88-88FEE7233AFE}" dt="2021-09-13T17:22:55.206" v="0"/>
        <pc:sldMkLst>
          <pc:docMk/>
          <pc:sldMk cId="1936805098" sldId="433"/>
        </pc:sldMkLst>
      </pc:sldChg>
      <pc:sldChg chg="addSp modSp">
        <pc:chgData name="Long B Nguyen" userId="f59fb8f3-a021-417a-8bc1-65c8d471c621" providerId="ADAL" clId="{79AC3FB5-31D9-1547-8E88-88FEE7233AFE}" dt="2021-09-13T17:22:55.206" v="0"/>
        <pc:sldMkLst>
          <pc:docMk/>
          <pc:sldMk cId="711467850" sldId="434"/>
        </pc:sldMkLst>
      </pc:sldChg>
      <pc:sldChg chg="addSp modSp">
        <pc:chgData name="Long B Nguyen" userId="f59fb8f3-a021-417a-8bc1-65c8d471c621" providerId="ADAL" clId="{79AC3FB5-31D9-1547-8E88-88FEE7233AFE}" dt="2021-09-13T17:22:55.206" v="0"/>
        <pc:sldMkLst>
          <pc:docMk/>
          <pc:sldMk cId="1500526858" sldId="435"/>
        </pc:sldMkLst>
      </pc:sldChg>
      <pc:sldChg chg="addSp modSp">
        <pc:chgData name="Long B Nguyen" userId="f59fb8f3-a021-417a-8bc1-65c8d471c621" providerId="ADAL" clId="{79AC3FB5-31D9-1547-8E88-88FEE7233AFE}" dt="2021-09-13T17:22:55.206" v="0"/>
        <pc:sldMkLst>
          <pc:docMk/>
          <pc:sldMk cId="3566903560" sldId="436"/>
        </pc:sldMkLst>
      </pc:sldChg>
      <pc:sldChg chg="addSp modSp">
        <pc:chgData name="Long B Nguyen" userId="f59fb8f3-a021-417a-8bc1-65c8d471c621" providerId="ADAL" clId="{79AC3FB5-31D9-1547-8E88-88FEE7233AFE}" dt="2021-09-20T13:30:11.870" v="183" actId="20577"/>
        <pc:sldMkLst>
          <pc:docMk/>
          <pc:sldMk cId="715834956" sldId="437"/>
        </pc:sldMkLst>
      </pc:sldChg>
      <pc:sldChg chg="addSp modSp">
        <pc:chgData name="Long B Nguyen" userId="f59fb8f3-a021-417a-8bc1-65c8d471c621" providerId="ADAL" clId="{79AC3FB5-31D9-1547-8E88-88FEE7233AFE}" dt="2021-09-13T17:22:55.206" v="0"/>
        <pc:sldMkLst>
          <pc:docMk/>
          <pc:sldMk cId="3884617150" sldId="438"/>
        </pc:sldMkLst>
      </pc:sldChg>
      <pc:sldChg chg="addSp modSp mod">
        <pc:chgData name="Long B Nguyen" userId="f59fb8f3-a021-417a-8bc1-65c8d471c621" providerId="ADAL" clId="{79AC3FB5-31D9-1547-8E88-88FEE7233AFE}" dt="2021-09-16T13:18:14.151" v="1" actId="20577"/>
        <pc:sldMkLst>
          <pc:docMk/>
          <pc:sldMk cId="2532139586" sldId="439"/>
        </pc:sldMkLst>
      </pc:sldChg>
      <pc:sldChg chg="modSp add mod modAnim">
        <pc:chgData name="Long B Nguyen" userId="f59fb8f3-a021-417a-8bc1-65c8d471c621" providerId="ADAL" clId="{79AC3FB5-31D9-1547-8E88-88FEE7233AFE}" dt="2021-09-23T14:59:00.023" v="1010" actId="113"/>
        <pc:sldMkLst>
          <pc:docMk/>
          <pc:sldMk cId="1326078068" sldId="440"/>
        </pc:sldMkLst>
      </pc:sldChg>
      <pc:sldChg chg="modSp add mod modAnim">
        <pc:chgData name="Long B Nguyen" userId="f59fb8f3-a021-417a-8bc1-65c8d471c621" providerId="ADAL" clId="{79AC3FB5-31D9-1547-8E88-88FEE7233AFE}" dt="2021-09-23T16:02:24.575" v="1060" actId="20577"/>
        <pc:sldMkLst>
          <pc:docMk/>
          <pc:sldMk cId="3764668936" sldId="441"/>
        </pc:sldMkLst>
      </pc:sldChg>
      <pc:sldChg chg="modSp add mod modAnim">
        <pc:chgData name="Long B Nguyen" userId="f59fb8f3-a021-417a-8bc1-65c8d471c621" providerId="ADAL" clId="{79AC3FB5-31D9-1547-8E88-88FEE7233AFE}" dt="2021-09-23T14:57:02.905" v="999"/>
        <pc:sldMkLst>
          <pc:docMk/>
          <pc:sldMk cId="4041063263" sldId="442"/>
        </pc:sldMkLst>
      </pc:sldChg>
      <pc:sldChg chg="modSp add mod modAnim">
        <pc:chgData name="Long B Nguyen" userId="f59fb8f3-a021-417a-8bc1-65c8d471c621" providerId="ADAL" clId="{79AC3FB5-31D9-1547-8E88-88FEE7233AFE}" dt="2021-09-23T14:57:12.852" v="1001"/>
        <pc:sldMkLst>
          <pc:docMk/>
          <pc:sldMk cId="2335195335" sldId="443"/>
        </pc:sldMkLst>
      </pc:sldChg>
      <pc:sldChg chg="modSp add mod modAnim">
        <pc:chgData name="Long B Nguyen" userId="f59fb8f3-a021-417a-8bc1-65c8d471c621" providerId="ADAL" clId="{79AC3FB5-31D9-1547-8E88-88FEE7233AFE}" dt="2021-09-23T14:57:17.520" v="1002"/>
        <pc:sldMkLst>
          <pc:docMk/>
          <pc:sldMk cId="2046322100" sldId="444"/>
        </pc:sldMkLst>
      </pc:sldChg>
      <pc:sldChg chg="modSp add del mod">
        <pc:chgData name="Long B Nguyen" userId="f59fb8f3-a021-417a-8bc1-65c8d471c621" providerId="ADAL" clId="{79AC3FB5-31D9-1547-8E88-88FEE7233AFE}" dt="2021-09-23T14:27:42.521" v="968" actId="2696"/>
        <pc:sldMkLst>
          <pc:docMk/>
          <pc:sldMk cId="187556392" sldId="445"/>
        </pc:sldMkLst>
      </pc:sldChg>
      <pc:sldChg chg="modSp add mod modAnim">
        <pc:chgData name="Long B Nguyen" userId="f59fb8f3-a021-417a-8bc1-65c8d471c621" providerId="ADAL" clId="{79AC3FB5-31D9-1547-8E88-88FEE7233AFE}" dt="2021-09-23T16:45:11.002" v="1062" actId="20577"/>
        <pc:sldMkLst>
          <pc:docMk/>
          <pc:sldMk cId="2653600559" sldId="445"/>
        </pc:sldMkLst>
      </pc:sldChg>
      <pc:sldChg chg="modSp add mod modAnim">
        <pc:chgData name="Long B Nguyen" userId="f59fb8f3-a021-417a-8bc1-65c8d471c621" providerId="ADAL" clId="{79AC3FB5-31D9-1547-8E88-88FEE7233AFE}" dt="2021-09-23T14:57:24.621" v="1004"/>
        <pc:sldMkLst>
          <pc:docMk/>
          <pc:sldMk cId="4008236168" sldId="446"/>
        </pc:sldMkLst>
      </pc:sldChg>
    </pc:docChg>
  </pc:docChgLst>
  <pc:docChgLst>
    <pc:chgData name="Long B Nguyen" userId="f59fb8f3-a021-417a-8bc1-65c8d471c621" providerId="ADAL" clId="{05A1C5B8-6AA9-824C-B77D-182A36FCC0A3}"/>
    <pc:docChg chg="custSel addSld delSld modSld">
      <pc:chgData name="Long B Nguyen" userId="f59fb8f3-a021-417a-8bc1-65c8d471c621" providerId="ADAL" clId="{05A1C5B8-6AA9-824C-B77D-182A36FCC0A3}" dt="2019-06-14T11:56:44.727" v="163" actId="1036"/>
      <pc:docMkLst>
        <pc:docMk/>
      </pc:docMkLst>
      <pc:sldChg chg="modSp">
        <pc:chgData name="Long B Nguyen" userId="f59fb8f3-a021-417a-8bc1-65c8d471c621" providerId="ADAL" clId="{05A1C5B8-6AA9-824C-B77D-182A36FCC0A3}" dt="2019-06-14T11:54:29.924" v="134" actId="20577"/>
        <pc:sldMkLst>
          <pc:docMk/>
          <pc:sldMk cId="1889908786" sldId="259"/>
        </pc:sldMkLst>
      </pc:sldChg>
      <pc:sldChg chg="modSp">
        <pc:chgData name="Long B Nguyen" userId="f59fb8f3-a021-417a-8bc1-65c8d471c621" providerId="ADAL" clId="{05A1C5B8-6AA9-824C-B77D-182A36FCC0A3}" dt="2019-06-14T11:55:01.845" v="138" actId="313"/>
        <pc:sldMkLst>
          <pc:docMk/>
          <pc:sldMk cId="558223950" sldId="285"/>
        </pc:sldMkLst>
      </pc:sldChg>
      <pc:sldChg chg="modSp">
        <pc:chgData name="Long B Nguyen" userId="f59fb8f3-a021-417a-8bc1-65c8d471c621" providerId="ADAL" clId="{05A1C5B8-6AA9-824C-B77D-182A36FCC0A3}" dt="2019-06-14T02:15:45.959" v="28" actId="20577"/>
        <pc:sldMkLst>
          <pc:docMk/>
          <pc:sldMk cId="3974060782" sldId="289"/>
        </pc:sldMkLst>
      </pc:sldChg>
      <pc:sldChg chg="add">
        <pc:chgData name="Long B Nguyen" userId="f59fb8f3-a021-417a-8bc1-65c8d471c621" providerId="ADAL" clId="{05A1C5B8-6AA9-824C-B77D-182A36FCC0A3}" dt="2019-06-14T01:14:32.822" v="0"/>
        <pc:sldMkLst>
          <pc:docMk/>
          <pc:sldMk cId="1581961275" sldId="29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977C8B-3199-9A4B-9182-F1B54ABD2553}" type="datetimeFigureOut">
              <a:rPr lang="en-US" smtClean="0"/>
              <a:t>9/15/25</a:t>
            </a:fld>
            <a:endParaRPr lang="en-US"/>
          </a:p>
        </p:txBody>
      </p:sp>
      <p:sp>
        <p:nvSpPr>
          <p:cNvPr id="4" name="Slide Image Placeholder 3"/>
          <p:cNvSpPr>
            <a:spLocks noGrp="1" noRot="1" noChangeAspect="1"/>
          </p:cNvSpPr>
          <p:nvPr>
            <p:ph type="sldImg" idx="2"/>
          </p:nvPr>
        </p:nvSpPr>
        <p:spPr>
          <a:xfrm>
            <a:off x="960438" y="1143000"/>
            <a:ext cx="49371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21659F-97C8-DD47-B36C-3AE3AE24A9B8}" type="slidenum">
              <a:rPr lang="en-US" smtClean="0"/>
              <a:t>‹#›</a:t>
            </a:fld>
            <a:endParaRPr lang="en-US"/>
          </a:p>
        </p:txBody>
      </p:sp>
    </p:spTree>
    <p:extLst>
      <p:ext uri="{BB962C8B-B14F-4D97-AF65-F5344CB8AC3E}">
        <p14:creationId xmlns:p14="http://schemas.microsoft.com/office/powerpoint/2010/main" val="4068365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7" name="Rectangle 7">
            <a:extLst>
              <a:ext uri="{FF2B5EF4-FFF2-40B4-BE49-F238E27FC236}">
                <a16:creationId xmlns:a16="http://schemas.microsoft.com/office/drawing/2014/main" id="{4D8C45DE-0EF1-314D-AF20-26F28FF35E25}"/>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spcBef>
                <a:spcPct val="0"/>
              </a:spcBef>
            </a:pPr>
            <a:fld id="{01565FC9-5BCD-8B48-8234-8185107F0E17}" type="slidenum">
              <a:rPr lang="en-US" altLang="en-US"/>
              <a:pPr>
                <a:spcBef>
                  <a:spcPct val="0"/>
                </a:spcBef>
              </a:pPr>
              <a:t>6</a:t>
            </a:fld>
            <a:endParaRPr lang="en-US" altLang="en-US"/>
          </a:p>
        </p:txBody>
      </p:sp>
      <p:sp>
        <p:nvSpPr>
          <p:cNvPr id="9218" name="Rectangle 7">
            <a:extLst>
              <a:ext uri="{FF2B5EF4-FFF2-40B4-BE49-F238E27FC236}">
                <a16:creationId xmlns:a16="http://schemas.microsoft.com/office/drawing/2014/main" id="{85F5F447-F4A1-E449-900B-43AB2BF48FCA}"/>
              </a:ext>
            </a:extLst>
          </p:cNvPr>
          <p:cNvSpPr txBox="1">
            <a:spLocks noGrp="1" noChangeArrowheads="1"/>
          </p:cNvSpPr>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spcBef>
                <a:spcPct val="30000"/>
              </a:spcBef>
              <a:defRPr sz="1200">
                <a:solidFill>
                  <a:schemeClr val="tx1"/>
                </a:solidFill>
                <a:latin typeface="Arial" panose="020B0604020202020204" pitchFamily="34" charset="0"/>
                <a:ea typeface="ＭＳ Ｐゴシック" panose="020B0600070205080204" pitchFamily="34" charset="-128"/>
              </a:defRPr>
            </a:lvl1pPr>
            <a:lvl2pPr marL="742950" indent="-285750">
              <a:spcBef>
                <a:spcPct val="30000"/>
              </a:spcBef>
              <a:defRPr sz="1200">
                <a:solidFill>
                  <a:schemeClr val="tx1"/>
                </a:solidFill>
                <a:latin typeface="Arial" panose="020B0604020202020204" pitchFamily="34" charset="0"/>
                <a:ea typeface="ＭＳ Ｐゴシック" panose="020B0600070205080204" pitchFamily="34" charset="-128"/>
              </a:defRPr>
            </a:lvl2pPr>
            <a:lvl3pPr marL="1143000" indent="-228600">
              <a:spcBef>
                <a:spcPct val="30000"/>
              </a:spcBef>
              <a:defRPr sz="1200">
                <a:solidFill>
                  <a:schemeClr val="tx1"/>
                </a:solidFill>
                <a:latin typeface="Arial" panose="020B0604020202020204" pitchFamily="34" charset="0"/>
                <a:ea typeface="ＭＳ Ｐゴシック" panose="020B0600070205080204" pitchFamily="34" charset="-128"/>
              </a:defRPr>
            </a:lvl3pPr>
            <a:lvl4pPr marL="1600200" indent="-228600">
              <a:spcBef>
                <a:spcPct val="30000"/>
              </a:spcBef>
              <a:defRPr sz="1200">
                <a:solidFill>
                  <a:schemeClr val="tx1"/>
                </a:solidFill>
                <a:latin typeface="Arial" panose="020B0604020202020204" pitchFamily="34" charset="0"/>
                <a:ea typeface="ＭＳ Ｐゴシック" panose="020B0600070205080204" pitchFamily="34" charset="-128"/>
              </a:defRPr>
            </a:lvl4pPr>
            <a:lvl5pPr marL="2057400" indent="-228600">
              <a:spcBef>
                <a:spcPct val="30000"/>
              </a:spcBef>
              <a:defRPr sz="1200">
                <a:solidFill>
                  <a:schemeClr val="tx1"/>
                </a:solidFill>
                <a:latin typeface="Arial" panose="020B0604020202020204" pitchFamily="34" charset="0"/>
                <a:ea typeface="ＭＳ Ｐゴシック" panose="020B0600070205080204" pitchFamily="34" charset="-128"/>
              </a:defRPr>
            </a:lvl5pPr>
            <a:lvl6pPr marL="25146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6pPr>
            <a:lvl7pPr marL="29718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7pPr>
            <a:lvl8pPr marL="34290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8pPr>
            <a:lvl9pPr marL="3886200" indent="-228600" eaLnBrk="0" fontAlgn="base" hangingPunct="0">
              <a:spcBef>
                <a:spcPct val="30000"/>
              </a:spcBef>
              <a:spcAft>
                <a:spcPct val="0"/>
              </a:spcAft>
              <a:defRPr sz="1200">
                <a:solidFill>
                  <a:schemeClr val="tx1"/>
                </a:solidFill>
                <a:latin typeface="Arial" panose="020B0604020202020204" pitchFamily="34" charset="0"/>
                <a:ea typeface="ＭＳ Ｐゴシック" panose="020B0600070205080204" pitchFamily="34" charset="-128"/>
              </a:defRPr>
            </a:lvl9pPr>
          </a:lstStyle>
          <a:p>
            <a:pPr algn="r">
              <a:spcBef>
                <a:spcPct val="0"/>
              </a:spcBef>
            </a:pPr>
            <a:fld id="{384C80F2-5817-7641-8DED-0142FB7A837C}" type="slidenum">
              <a:rPr lang="en-US" altLang="en-US">
                <a:latin typeface="Times New Roman" panose="02020603050405020304" pitchFamily="18" charset="0"/>
              </a:rPr>
              <a:pPr algn="r">
                <a:spcBef>
                  <a:spcPct val="0"/>
                </a:spcBef>
              </a:pPr>
              <a:t>6</a:t>
            </a:fld>
            <a:endParaRPr lang="en-US" altLang="en-US">
              <a:latin typeface="Times New Roman" panose="02020603050405020304" pitchFamily="18" charset="0"/>
            </a:endParaRPr>
          </a:p>
        </p:txBody>
      </p:sp>
      <p:sp>
        <p:nvSpPr>
          <p:cNvPr id="9219" name="Rectangle 2">
            <a:extLst>
              <a:ext uri="{FF2B5EF4-FFF2-40B4-BE49-F238E27FC236}">
                <a16:creationId xmlns:a16="http://schemas.microsoft.com/office/drawing/2014/main" id="{FA42DEA6-6C99-FE44-AC79-60CC485F6D1B}"/>
              </a:ext>
            </a:extLst>
          </p:cNvPr>
          <p:cNvSpPr>
            <a:spLocks noGrp="1" noRot="1" noChangeAspect="1" noChangeArrowheads="1" noTextEdit="1"/>
          </p:cNvSpPr>
          <p:nvPr>
            <p:ph type="sldImg"/>
          </p:nvPr>
        </p:nvSpPr>
        <p:spPr>
          <a:ln/>
        </p:spPr>
      </p:sp>
      <p:sp>
        <p:nvSpPr>
          <p:cNvPr id="86021" name="Rectangle 3">
            <a:extLst>
              <a:ext uri="{FF2B5EF4-FFF2-40B4-BE49-F238E27FC236}">
                <a16:creationId xmlns:a16="http://schemas.microsoft.com/office/drawing/2014/main" id="{0C4962E3-59EE-4641-A7AA-4387F3436B20}"/>
              </a:ext>
            </a:extLst>
          </p:cNvPr>
          <p:cNvSpPr>
            <a:spLocks noGrp="1" noChangeArrowheads="1"/>
          </p:cNvSpPr>
          <p:nvPr>
            <p:ph type="body" idx="1"/>
          </p:nvPr>
        </p:nvSpPr>
        <p:spPr>
          <a:xfrm>
            <a:off x="914400" y="4343400"/>
            <a:ext cx="5029200" cy="4114800"/>
          </a:xfrm>
        </p:spPr>
        <p:txBody>
          <a:bodyPr/>
          <a:lstStyle/>
          <a:p>
            <a:pPr eaLnBrk="1" hangingPunct="1">
              <a:defRPr/>
            </a:pPr>
            <a:r>
              <a:rPr lang="en-US">
                <a:cs typeface="+mn-cs"/>
              </a:rPr>
              <a:t>What is 8 % 20?  It's 8, but students often say 0.</a:t>
            </a:r>
          </a:p>
          <a:p>
            <a:pPr eaLnBrk="1" hangingPunct="1">
              <a:defRPr/>
            </a:pPr>
            <a:endParaRPr lang="en-US">
              <a:cs typeface="+mn-cs"/>
            </a:endParaRPr>
          </a:p>
        </p:txBody>
      </p:sp>
    </p:spTree>
    <p:extLst>
      <p:ext uri="{BB962C8B-B14F-4D97-AF65-F5344CB8AC3E}">
        <p14:creationId xmlns:p14="http://schemas.microsoft.com/office/powerpoint/2010/main" val="16957365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935302"/>
            <a:ext cx="6858000" cy="19896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3001698"/>
            <a:ext cx="6858000" cy="137980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1915A50-C99B-9349-BF36-01C7D4D28808}"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2428963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3BCB0F-CCCC-7E4F-A2D6-8E67CEBBA4E2}"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809770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424782"/>
            <a:ext cx="7886700" cy="2377281"/>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824553"/>
            <a:ext cx="7886700" cy="1250156"/>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F7ECE312-DD02-9A48-BDD5-6A8C409F005C}"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843836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21354"/>
            <a:ext cx="3886200" cy="3626115"/>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22C6363-94EF-2348-B681-CE82D72C7A6B}" type="datetime1">
              <a:rPr lang="en-US" smtClean="0"/>
              <a:t>9/15/25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674480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04271"/>
            <a:ext cx="7886700" cy="1104636"/>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400969"/>
            <a:ext cx="3868340"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2087563"/>
            <a:ext cx="3868340"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400969"/>
            <a:ext cx="3887391" cy="686593"/>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0" y="2087563"/>
            <a:ext cx="3887391" cy="307049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192ECC8-1BC3-7E41-9906-63079AEDF41E}" type="datetime1">
              <a:rPr lang="en-US" smtClean="0"/>
              <a:t>9/15/25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996810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EBBBCC6-5C10-CE4F-809F-94992F219B3E}" type="datetime1">
              <a:rPr lang="en-US" smtClean="0"/>
              <a:t>9/15/25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85434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B3DA62C-1185-2147-AE11-021E73567A8F}" type="datetime1">
              <a:rPr lang="en-US" smtClean="0"/>
              <a:t>9/15/25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42545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822855"/>
            <a:ext cx="4629150" cy="406135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374C39C3-8B44-5541-834F-5442754734F3}" type="datetime1">
              <a:rPr lang="en-US" smtClean="0"/>
              <a:t>9/15/25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33161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81000"/>
            <a:ext cx="2949178" cy="13335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822855"/>
            <a:ext cx="4629150" cy="4061354"/>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714500"/>
            <a:ext cx="2949178" cy="3176323"/>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F08ADA8F-2476-324A-AF58-50EE727C366D}" type="datetime1">
              <a:rPr lang="en-US" smtClean="0"/>
              <a:t>9/15/25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661404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6415AFE-E6C7-104E-9CC9-7BA63354EA62}"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1021947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04271"/>
            <a:ext cx="1971675" cy="48431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04271"/>
            <a:ext cx="5800725" cy="484319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A75CCEF-0AB0-FC4E-9406-B9F6F883CE10}" type="datetime1">
              <a:rPr lang="en-US" smtClean="0"/>
              <a:t>9/15/25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522375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04271"/>
            <a:ext cx="7886700" cy="110463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521354"/>
            <a:ext cx="7886700" cy="362611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5296959"/>
            <a:ext cx="2057400" cy="304271"/>
          </a:xfrm>
          <a:prstGeom prst="rect">
            <a:avLst/>
          </a:prstGeom>
        </p:spPr>
        <p:txBody>
          <a:bodyPr vert="horz" lIns="91440" tIns="45720" rIns="91440" bIns="45720" rtlCol="0" anchor="ctr"/>
          <a:lstStyle>
            <a:lvl1pPr algn="l">
              <a:defRPr sz="900">
                <a:solidFill>
                  <a:schemeClr val="tx1">
                    <a:tint val="75000"/>
                  </a:schemeClr>
                </a:solidFill>
              </a:defRPr>
            </a:lvl1pPr>
          </a:lstStyle>
          <a:p>
            <a:fld id="{0F2C17CF-655F-5845-943D-AA02C3B1B07B}" type="datetime1">
              <a:rPr lang="en-US" smtClean="0"/>
              <a:t>9/15/25</a:t>
            </a:fld>
            <a:endParaRPr lang="en-US" dirty="0"/>
          </a:p>
        </p:txBody>
      </p:sp>
      <p:sp>
        <p:nvSpPr>
          <p:cNvPr id="5" name="Footer Placeholder 4"/>
          <p:cNvSpPr>
            <a:spLocks noGrp="1"/>
          </p:cNvSpPr>
          <p:nvPr>
            <p:ph type="ftr" sz="quarter" idx="3"/>
          </p:nvPr>
        </p:nvSpPr>
        <p:spPr>
          <a:xfrm>
            <a:off x="3028950" y="5296959"/>
            <a:ext cx="3086100" cy="30427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5296959"/>
            <a:ext cx="2057400" cy="304271"/>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2137727167"/>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17A749-B1BA-E24B-8FB0-0604EF651FB3}"/>
              </a:ext>
            </a:extLst>
          </p:cNvPr>
          <p:cNvSpPr>
            <a:spLocks noGrp="1"/>
          </p:cNvSpPr>
          <p:nvPr>
            <p:ph type="ctrTitle"/>
          </p:nvPr>
        </p:nvSpPr>
        <p:spPr>
          <a:xfrm>
            <a:off x="1654562" y="1623354"/>
            <a:ext cx="6619244" cy="734328"/>
          </a:xfrm>
        </p:spPr>
        <p:txBody>
          <a:bodyPr/>
          <a:lstStyle/>
          <a:p>
            <a:pPr algn="l"/>
            <a:r>
              <a:rPr lang="en-US" sz="4050" dirty="0"/>
              <a:t>Introduction to Python</a:t>
            </a:r>
          </a:p>
        </p:txBody>
      </p:sp>
      <p:sp>
        <p:nvSpPr>
          <p:cNvPr id="3" name="Subtitle 2">
            <a:extLst>
              <a:ext uri="{FF2B5EF4-FFF2-40B4-BE49-F238E27FC236}">
                <a16:creationId xmlns:a16="http://schemas.microsoft.com/office/drawing/2014/main" id="{1BDC47C8-6776-7B44-9CD4-95FC91452D62}"/>
              </a:ext>
            </a:extLst>
          </p:cNvPr>
          <p:cNvSpPr>
            <a:spLocks noGrp="1"/>
          </p:cNvSpPr>
          <p:nvPr>
            <p:ph type="subTitle" idx="1"/>
          </p:nvPr>
        </p:nvSpPr>
        <p:spPr>
          <a:xfrm>
            <a:off x="1677544" y="2550187"/>
            <a:ext cx="5834089" cy="542315"/>
          </a:xfrm>
        </p:spPr>
        <p:txBody>
          <a:bodyPr>
            <a:normAutofit/>
          </a:bodyPr>
          <a:lstStyle/>
          <a:p>
            <a:pPr algn="l"/>
            <a:r>
              <a:rPr lang="en-US" sz="2400" b="1" dirty="0"/>
              <a:t>Operations and Variables</a:t>
            </a:r>
          </a:p>
        </p:txBody>
      </p:sp>
      <p:sp>
        <p:nvSpPr>
          <p:cNvPr id="4" name="Subtitle 2">
            <a:extLst>
              <a:ext uri="{FF2B5EF4-FFF2-40B4-BE49-F238E27FC236}">
                <a16:creationId xmlns:a16="http://schemas.microsoft.com/office/drawing/2014/main" id="{C4071586-F58C-CD48-BB49-60F4B2277ED8}"/>
              </a:ext>
            </a:extLst>
          </p:cNvPr>
          <p:cNvSpPr txBox="1">
            <a:spLocks/>
          </p:cNvSpPr>
          <p:nvPr/>
        </p:nvSpPr>
        <p:spPr>
          <a:xfrm>
            <a:off x="2183952" y="3285007"/>
            <a:ext cx="4507445" cy="542315"/>
          </a:xfrm>
          <a:prstGeom prst="rect">
            <a:avLst/>
          </a:prstGeom>
        </p:spPr>
        <p:txBody>
          <a:bodyPr vert="horz" lIns="91440" tIns="45720" rIns="91440" bIns="45720" rtlCol="0">
            <a:normAutofit/>
          </a:bodyPr>
          <a:lstStyle>
            <a:lvl1pPr marL="0" indent="0" algn="ctr" defTabSz="685800" rtl="0" eaLnBrk="1" latinLnBrk="0" hangingPunct="1">
              <a:lnSpc>
                <a:spcPct val="90000"/>
              </a:lnSpc>
              <a:spcBef>
                <a:spcPts val="750"/>
              </a:spcBef>
              <a:buFont typeface="Arial" panose="020B0604020202020204" pitchFamily="34" charset="0"/>
              <a:buNone/>
              <a:defRPr sz="1800" kern="1200">
                <a:solidFill>
                  <a:schemeClr val="tx1"/>
                </a:solidFill>
                <a:latin typeface="+mn-lt"/>
                <a:ea typeface="+mn-ea"/>
                <a:cs typeface="+mn-cs"/>
              </a:defRPr>
            </a:lvl1pPr>
            <a:lvl2pPr marL="342900" indent="0" algn="ctr" defTabSz="685800" rtl="0" eaLnBrk="1" latinLnBrk="0" hangingPunct="1">
              <a:lnSpc>
                <a:spcPct val="90000"/>
              </a:lnSpc>
              <a:spcBef>
                <a:spcPts val="375"/>
              </a:spcBef>
              <a:buFont typeface="Arial" panose="020B0604020202020204" pitchFamily="34" charset="0"/>
              <a:buNone/>
              <a:defRPr sz="1500" kern="1200">
                <a:solidFill>
                  <a:schemeClr val="tx1"/>
                </a:solidFill>
                <a:latin typeface="+mn-lt"/>
                <a:ea typeface="+mn-ea"/>
                <a:cs typeface="+mn-cs"/>
              </a:defRPr>
            </a:lvl2pPr>
            <a:lvl3pPr marL="685800" indent="0" algn="ctr" defTabSz="685800" rtl="0" eaLnBrk="1" latinLnBrk="0" hangingPunct="1">
              <a:lnSpc>
                <a:spcPct val="90000"/>
              </a:lnSpc>
              <a:spcBef>
                <a:spcPts val="375"/>
              </a:spcBef>
              <a:buFont typeface="Arial" panose="020B0604020202020204" pitchFamily="34" charset="0"/>
              <a:buNone/>
              <a:defRPr sz="1350" kern="1200">
                <a:solidFill>
                  <a:schemeClr val="tx1"/>
                </a:solidFill>
                <a:latin typeface="+mn-lt"/>
                <a:ea typeface="+mn-ea"/>
                <a:cs typeface="+mn-cs"/>
              </a:defRPr>
            </a:lvl3pPr>
            <a:lvl4pPr marL="10287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4pPr>
            <a:lvl5pPr marL="13716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5pPr>
            <a:lvl6pPr marL="17145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6pPr>
            <a:lvl7pPr marL="20574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7pPr>
            <a:lvl8pPr marL="24003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8pPr>
            <a:lvl9pPr marL="2743200" indent="0" algn="ctr" defTabSz="685800" rtl="0" eaLnBrk="1" latinLnBrk="0" hangingPunct="1">
              <a:lnSpc>
                <a:spcPct val="90000"/>
              </a:lnSpc>
              <a:spcBef>
                <a:spcPts val="375"/>
              </a:spcBef>
              <a:buFont typeface="Arial" panose="020B0604020202020204" pitchFamily="34" charset="0"/>
              <a:buNone/>
              <a:defRPr sz="1200" kern="1200">
                <a:solidFill>
                  <a:schemeClr val="tx1"/>
                </a:solidFill>
                <a:latin typeface="+mn-lt"/>
                <a:ea typeface="+mn-ea"/>
                <a:cs typeface="+mn-cs"/>
              </a:defRPr>
            </a:lvl9pPr>
          </a:lstStyle>
          <a:p>
            <a:pPr algn="l"/>
            <a:endParaRPr lang="en-US" sz="2400" b="1" dirty="0"/>
          </a:p>
        </p:txBody>
      </p:sp>
      <p:sp>
        <p:nvSpPr>
          <p:cNvPr id="5" name="Slide Number Placeholder 4">
            <a:extLst>
              <a:ext uri="{FF2B5EF4-FFF2-40B4-BE49-F238E27FC236}">
                <a16:creationId xmlns:a16="http://schemas.microsoft.com/office/drawing/2014/main" id="{796CED46-0F0E-6841-ABD0-EB998A88CCC5}"/>
              </a:ext>
            </a:extLst>
          </p:cNvPr>
          <p:cNvSpPr>
            <a:spLocks noGrp="1"/>
          </p:cNvSpPr>
          <p:nvPr>
            <p:ph type="sldNum" sz="quarter" idx="12"/>
          </p:nvPr>
        </p:nvSpPr>
        <p:spPr/>
        <p:txBody>
          <a:bodyPr/>
          <a:lstStyle/>
          <a:p>
            <a:fld id="{D57F1E4F-1CFF-5643-939E-02111984F565}" type="slidenum">
              <a:rPr lang="en-US" smtClean="0"/>
              <a:t>1</a:t>
            </a:fld>
            <a:endParaRPr lang="en-US" dirty="0"/>
          </a:p>
        </p:txBody>
      </p:sp>
    </p:spTree>
    <p:extLst>
      <p:ext uri="{BB962C8B-B14F-4D97-AF65-F5344CB8AC3E}">
        <p14:creationId xmlns:p14="http://schemas.microsoft.com/office/powerpoint/2010/main" val="39740607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483848" y="467027"/>
            <a:ext cx="7053542" cy="683886"/>
          </a:xfrm>
        </p:spPr>
        <p:txBody>
          <a:bodyPr/>
          <a:lstStyle/>
          <a:p>
            <a:r>
              <a:rPr lang="en-US" dirty="0"/>
              <a:t>Topics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483848" y="1019503"/>
            <a:ext cx="8051725" cy="4571999"/>
          </a:xfrm>
        </p:spPr>
        <p:txBody>
          <a:bodyPr/>
          <a:lstStyle/>
          <a:p>
            <a:pPr marL="0" indent="0">
              <a:buNone/>
            </a:pPr>
            <a:endParaRPr lang="en-US" dirty="0">
              <a:latin typeface="Gill Sans MT" panose="020B0502020104020203" pitchFamily="34" charset="77"/>
            </a:endParaRPr>
          </a:p>
          <a:p>
            <a:pPr marL="457200" indent="-457200">
              <a:buAutoNum type="arabicParenR"/>
            </a:pPr>
            <a:r>
              <a:rPr lang="en-US" dirty="0">
                <a:latin typeface="Gill Sans MT" panose="020B0502020104020203" pitchFamily="34" charset="77"/>
              </a:rPr>
              <a:t>Arithmetic Operations</a:t>
            </a:r>
          </a:p>
          <a:p>
            <a:pPr marL="457200" indent="-457200">
              <a:buAutoNum type="arabicParenR"/>
            </a:pPr>
            <a:r>
              <a:rPr lang="en-US" dirty="0">
                <a:latin typeface="Gill Sans MT" panose="020B0502020104020203" pitchFamily="34" charset="77"/>
              </a:rPr>
              <a:t>Floor Division vs True Division</a:t>
            </a:r>
          </a:p>
          <a:p>
            <a:pPr marL="457200" indent="-457200">
              <a:buFont typeface="Arial" panose="020B0604020202020204" pitchFamily="34" charset="0"/>
              <a:buAutoNum type="arabicParenR"/>
            </a:pPr>
            <a:r>
              <a:rPr lang="en-US" dirty="0">
                <a:latin typeface="Gill Sans MT" panose="020B0502020104020203" pitchFamily="34" charset="77"/>
              </a:rPr>
              <a:t>Modulo Operator</a:t>
            </a:r>
          </a:p>
          <a:p>
            <a:pPr marL="457200" indent="-457200">
              <a:buFont typeface="Arial" panose="020B0604020202020204" pitchFamily="34" charset="0"/>
              <a:buAutoNum type="arabicParenR"/>
            </a:pPr>
            <a:r>
              <a:rPr lang="en-US" dirty="0">
                <a:latin typeface="Gill Sans MT" panose="020B0502020104020203" pitchFamily="34" charset="77"/>
              </a:rPr>
              <a:t>Operator Precedence</a:t>
            </a:r>
          </a:p>
          <a:p>
            <a:pPr marL="457200" indent="-457200">
              <a:buFont typeface="Arial" panose="020B0604020202020204" pitchFamily="34" charset="0"/>
              <a:buAutoNum type="arabicParenR"/>
            </a:pPr>
            <a:r>
              <a:rPr lang="en-US" dirty="0">
                <a:latin typeface="Gill Sans MT" panose="020B0502020104020203" pitchFamily="34" charset="77"/>
              </a:rPr>
              <a:t>String Concatenation</a:t>
            </a:r>
          </a:p>
          <a:p>
            <a:pPr marL="457200" indent="-457200">
              <a:buFont typeface="Arial" panose="020B0604020202020204" pitchFamily="34" charset="0"/>
              <a:buAutoNum type="arabicParenR"/>
            </a:pPr>
            <a:r>
              <a:rPr lang="en-US" dirty="0">
                <a:latin typeface="Gill Sans MT" panose="020B0502020104020203" pitchFamily="34" charset="77"/>
              </a:rPr>
              <a:t>Augmented Assignment</a:t>
            </a:r>
          </a:p>
          <a:p>
            <a:pPr marL="457200" indent="-457200">
              <a:buAutoNum type="arabicParenR"/>
            </a:pPr>
            <a:endParaRPr lang="en-US" dirty="0">
              <a:latin typeface="Gill Sans MT" panose="020B0502020104020203" pitchFamily="34" charset="77"/>
            </a:endParaRPr>
          </a:p>
          <a:p>
            <a:pPr marL="800100" lvl="1" indent="-457200">
              <a:buFont typeface="+mj-lt"/>
              <a:buAutoNum type="alphaLcParenR"/>
            </a:pPr>
            <a:endParaRPr lang="en-US" dirty="0">
              <a:latin typeface="Gill Sans MT" panose="020B0502020104020203" pitchFamily="34" charset="77"/>
            </a:endParaRPr>
          </a:p>
          <a:p>
            <a:pPr marL="342900" lvl="1" indent="0">
              <a:buNone/>
            </a:pPr>
            <a:endParaRPr lang="en-US" dirty="0">
              <a:latin typeface="Gill Sans MT" panose="020B0502020104020203" pitchFamily="34" charset="77"/>
            </a:endParaRPr>
          </a:p>
          <a:p>
            <a:pPr marL="457200" indent="-457200">
              <a:buFont typeface="+mj-lt"/>
              <a:buAutoNum type="arabicParenR"/>
            </a:pPr>
            <a:endParaRPr lang="en-US" dirty="0">
              <a:latin typeface="Gill Sans MT" panose="020B0502020104020203" pitchFamily="34" charset="77"/>
            </a:endParaRPr>
          </a:p>
          <a:p>
            <a:pPr marL="457200" indent="-457200">
              <a:buAutoNum type="arabicParenR"/>
            </a:pPr>
            <a:endParaRPr lang="en-US" dirty="0">
              <a:latin typeface="Gill Sans MT" panose="020B0502020104020203" pitchFamily="34" charset="77"/>
            </a:endParaRPr>
          </a:p>
          <a:p>
            <a:pPr marL="457200" indent="-457200">
              <a:buAutoNum type="arabicParenR"/>
            </a:pPr>
            <a:endParaRPr lang="en-US" dirty="0">
              <a:latin typeface="Gill Sans MT" panose="020B0502020104020203" pitchFamily="34" charset="77"/>
            </a:endParaRPr>
          </a:p>
          <a:p>
            <a:pPr marL="0" indent="0">
              <a:buNone/>
            </a:pPr>
            <a:endParaRPr lang="en-US" dirty="0">
              <a:latin typeface="Gill Sans MT" panose="020B0502020104020203" pitchFamily="34" charset="77"/>
            </a:endParaRPr>
          </a:p>
          <a:p>
            <a:pPr marL="0" indent="0">
              <a:buNone/>
            </a:pPr>
            <a:endParaRPr lang="en-US" b="1"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27EF5B8A-56BB-E54B-9FD8-FB2CA69D506D}"/>
              </a:ext>
            </a:extLst>
          </p:cNvPr>
          <p:cNvSpPr>
            <a:spLocks noGrp="1"/>
          </p:cNvSpPr>
          <p:nvPr>
            <p:ph type="sldNum" sz="quarter" idx="12"/>
          </p:nvPr>
        </p:nvSpPr>
        <p:spPr/>
        <p:txBody>
          <a:bodyPr/>
          <a:lstStyle/>
          <a:p>
            <a:fld id="{D57F1E4F-1CFF-5643-939E-02111984F565}" type="slidenum">
              <a:rPr lang="en-US" smtClean="0"/>
              <a:t>2</a:t>
            </a:fld>
            <a:endParaRPr lang="en-US" dirty="0"/>
          </a:p>
        </p:txBody>
      </p:sp>
    </p:spTree>
    <p:extLst>
      <p:ext uri="{BB962C8B-B14F-4D97-AF65-F5344CB8AC3E}">
        <p14:creationId xmlns:p14="http://schemas.microsoft.com/office/powerpoint/2010/main" val="2207246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483848" y="467027"/>
            <a:ext cx="7053542" cy="683886"/>
          </a:xfrm>
        </p:spPr>
        <p:txBody>
          <a:bodyPr/>
          <a:lstStyle/>
          <a:p>
            <a:r>
              <a:rPr lang="en-US" dirty="0"/>
              <a:t>Arithmetic Operations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483848" y="1150913"/>
            <a:ext cx="8051725" cy="4440590"/>
          </a:xfrm>
        </p:spPr>
        <p:txBody>
          <a:bodyPr>
            <a:noAutofit/>
          </a:bodyPr>
          <a:lstStyle/>
          <a:p>
            <a:pPr marL="0" indent="0">
              <a:buNone/>
            </a:pPr>
            <a:endParaRPr lang="en-US" sz="2000" dirty="0"/>
          </a:p>
          <a:p>
            <a:pPr marL="0" indent="0">
              <a:buNone/>
            </a:pPr>
            <a:endParaRPr lang="en-US" sz="2000" b="1" dirty="0">
              <a:latin typeface="Inconsolata" panose="020B0609030003000000" pitchFamily="49" charset="77"/>
            </a:endParaRPr>
          </a:p>
        </p:txBody>
      </p:sp>
      <p:pic>
        <p:nvPicPr>
          <p:cNvPr id="5" name="Picture 4">
            <a:extLst>
              <a:ext uri="{FF2B5EF4-FFF2-40B4-BE49-F238E27FC236}">
                <a16:creationId xmlns:a16="http://schemas.microsoft.com/office/drawing/2014/main" id="{95A91F39-ED3A-DF40-A679-CCDEC730876D}"/>
              </a:ext>
            </a:extLst>
          </p:cNvPr>
          <p:cNvPicPr>
            <a:picLocks noChangeAspect="1"/>
          </p:cNvPicPr>
          <p:nvPr/>
        </p:nvPicPr>
        <p:blipFill>
          <a:blip r:embed="rId2"/>
          <a:stretch>
            <a:fillRect/>
          </a:stretch>
        </p:blipFill>
        <p:spPr>
          <a:xfrm>
            <a:off x="370918" y="1027416"/>
            <a:ext cx="6917576" cy="4564087"/>
          </a:xfrm>
          <a:prstGeom prst="rect">
            <a:avLst/>
          </a:prstGeom>
        </p:spPr>
      </p:pic>
      <p:sp>
        <p:nvSpPr>
          <p:cNvPr id="3" name="Slide Number Placeholder 2">
            <a:extLst>
              <a:ext uri="{FF2B5EF4-FFF2-40B4-BE49-F238E27FC236}">
                <a16:creationId xmlns:a16="http://schemas.microsoft.com/office/drawing/2014/main" id="{11277427-416E-234C-9BB0-C708A18935A9}"/>
              </a:ext>
            </a:extLst>
          </p:cNvPr>
          <p:cNvSpPr>
            <a:spLocks noGrp="1"/>
          </p:cNvSpPr>
          <p:nvPr>
            <p:ph type="sldNum" sz="quarter" idx="12"/>
          </p:nvPr>
        </p:nvSpPr>
        <p:spPr/>
        <p:txBody>
          <a:bodyPr/>
          <a:lstStyle/>
          <a:p>
            <a:fld id="{D57F1E4F-1CFF-5643-939E-02111984F565}" type="slidenum">
              <a:rPr lang="en-US" smtClean="0"/>
              <a:t>3</a:t>
            </a:fld>
            <a:endParaRPr lang="en-US" dirty="0"/>
          </a:p>
        </p:txBody>
      </p:sp>
    </p:spTree>
    <p:extLst>
      <p:ext uri="{BB962C8B-B14F-4D97-AF65-F5344CB8AC3E}">
        <p14:creationId xmlns:p14="http://schemas.microsoft.com/office/powerpoint/2010/main" val="28587311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34526" y="97158"/>
            <a:ext cx="7053542" cy="683886"/>
          </a:xfrm>
        </p:spPr>
        <p:txBody>
          <a:bodyPr/>
          <a:lstStyle/>
          <a:p>
            <a:r>
              <a:rPr lang="en-US" dirty="0"/>
              <a:t>Mixing Types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34526" y="781044"/>
            <a:ext cx="8401047" cy="4933955"/>
          </a:xfrm>
        </p:spPr>
        <p:txBody>
          <a:bodyPr>
            <a:noAutofit/>
          </a:bodyPr>
          <a:lstStyle/>
          <a:p>
            <a:pPr marL="0" indent="0">
              <a:buNone/>
            </a:pPr>
            <a:r>
              <a:rPr lang="en-US" sz="1900" dirty="0">
                <a:latin typeface="Gill Sans MT" panose="020B0502020104020203" pitchFamily="34" charset="77"/>
              </a:rPr>
              <a:t>Any expression that two floats produce a float. </a:t>
            </a:r>
            <a:endParaRPr lang="en-US" sz="1900" b="1" dirty="0">
              <a:latin typeface="Inconsolata" panose="020B0609030003000000" pitchFamily="49" charset="77"/>
            </a:endParaRPr>
          </a:p>
          <a:p>
            <a:pPr marL="0" indent="0">
              <a:buNone/>
            </a:pPr>
            <a:r>
              <a:rPr lang="en-US" sz="2000" b="1" dirty="0">
                <a:latin typeface="Inconsolata" panose="020B0609030003000000" pitchFamily="49" charset="77"/>
              </a:rPr>
              <a:t>x</a:t>
            </a:r>
            <a:r>
              <a:rPr lang="en-US" sz="2000" b="1" dirty="0">
                <a:solidFill>
                  <a:srgbClr val="000087"/>
                </a:solidFill>
                <a:latin typeface="Inconsolata" panose="020B0609030003000000" pitchFamily="49" charset="77"/>
              </a:rPr>
              <a:t> = </a:t>
            </a:r>
            <a:r>
              <a:rPr lang="en-US" sz="2000" b="1" dirty="0">
                <a:solidFill>
                  <a:schemeClr val="accent2"/>
                </a:solidFill>
                <a:latin typeface="Inconsolata" panose="020B0609030003000000" pitchFamily="49" charset="77"/>
              </a:rPr>
              <a:t>17.0 – 10.0 </a:t>
            </a:r>
          </a:p>
          <a:p>
            <a:pPr marL="0" indent="0">
              <a:buNone/>
            </a:pPr>
            <a:r>
              <a:rPr lang="en-US" sz="2000" b="1" dirty="0">
                <a:latin typeface="Inconsolata" panose="020B0609030003000000" pitchFamily="49" charset="77"/>
              </a:rPr>
              <a:t>print(x)		</a:t>
            </a:r>
            <a:r>
              <a:rPr lang="en-US" sz="2000" b="1" dirty="0">
                <a:solidFill>
                  <a:schemeClr val="accent1"/>
                </a:solidFill>
                <a:latin typeface="Inconsolata" panose="020B0609030003000000" pitchFamily="49" charset="77"/>
              </a:rPr>
              <a:t># 7.0</a:t>
            </a:r>
          </a:p>
          <a:p>
            <a:pPr marL="0" indent="0">
              <a:buNone/>
            </a:pPr>
            <a:endParaRPr lang="en-US" sz="2000" dirty="0"/>
          </a:p>
          <a:p>
            <a:pPr marL="0" indent="0">
              <a:buNone/>
            </a:pPr>
            <a:endParaRPr lang="en-US" sz="2000" dirty="0"/>
          </a:p>
          <a:p>
            <a:pPr marL="0" indent="0">
              <a:buNone/>
            </a:pPr>
            <a:r>
              <a:rPr lang="en-US" sz="2000" dirty="0"/>
              <a:t>When an expression’s operands are an int and a float, Python automatically converts the int to a float. </a:t>
            </a:r>
            <a:endParaRPr lang="en-US" sz="19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r>
              <a:rPr lang="en-US" sz="2000" b="1" dirty="0">
                <a:latin typeface="Inconsolata" panose="020B0609030003000000" pitchFamily="49" charset="77"/>
              </a:rPr>
              <a:t>x</a:t>
            </a:r>
            <a:r>
              <a:rPr lang="en-US" sz="2000" b="1" dirty="0">
                <a:solidFill>
                  <a:srgbClr val="000087"/>
                </a:solidFill>
                <a:latin typeface="Inconsolata" panose="020B0609030003000000" pitchFamily="49" charset="77"/>
              </a:rPr>
              <a:t> = </a:t>
            </a:r>
            <a:r>
              <a:rPr lang="en-US" sz="2000" b="1" dirty="0">
                <a:solidFill>
                  <a:schemeClr val="accent2"/>
                </a:solidFill>
                <a:latin typeface="Inconsolata" panose="020B0609030003000000" pitchFamily="49" charset="77"/>
              </a:rPr>
              <a:t>17.0 – 10</a:t>
            </a:r>
          </a:p>
          <a:p>
            <a:pPr marL="0" indent="0">
              <a:buNone/>
            </a:pPr>
            <a:r>
              <a:rPr lang="en-US" sz="2000" b="1" dirty="0">
                <a:latin typeface="Inconsolata" panose="020B0609030003000000" pitchFamily="49" charset="77"/>
              </a:rPr>
              <a:t>print(x)		</a:t>
            </a:r>
            <a:r>
              <a:rPr lang="en-US" sz="2000" b="1" dirty="0">
                <a:solidFill>
                  <a:schemeClr val="accent1"/>
                </a:solidFill>
                <a:latin typeface="Inconsolata" panose="020B0609030003000000" pitchFamily="49" charset="77"/>
              </a:rPr>
              <a:t># 7.0</a:t>
            </a:r>
          </a:p>
          <a:p>
            <a:pPr marL="0" indent="0">
              <a:buNone/>
            </a:pPr>
            <a:r>
              <a:rPr lang="en-US" sz="2000" b="1" dirty="0">
                <a:latin typeface="Inconsolata" panose="020B0609030003000000" pitchFamily="49" charset="77"/>
              </a:rPr>
              <a:t>y</a:t>
            </a:r>
            <a:r>
              <a:rPr lang="en-US" sz="2000" b="1" dirty="0">
                <a:solidFill>
                  <a:srgbClr val="000087"/>
                </a:solidFill>
                <a:latin typeface="Inconsolata" panose="020B0609030003000000" pitchFamily="49" charset="77"/>
              </a:rPr>
              <a:t> = </a:t>
            </a:r>
            <a:r>
              <a:rPr lang="en-US" sz="2000" b="1" dirty="0">
                <a:solidFill>
                  <a:schemeClr val="accent2"/>
                </a:solidFill>
                <a:latin typeface="Inconsolata" panose="020B0609030003000000" pitchFamily="49" charset="77"/>
              </a:rPr>
              <a:t>17 – 10.0 </a:t>
            </a:r>
          </a:p>
          <a:p>
            <a:pPr marL="0" indent="0">
              <a:buNone/>
            </a:pPr>
            <a:r>
              <a:rPr lang="en-US" sz="2000" b="1" dirty="0">
                <a:latin typeface="Inconsolata" panose="020B0609030003000000" pitchFamily="49" charset="77"/>
              </a:rPr>
              <a:t>print(y)		</a:t>
            </a:r>
            <a:r>
              <a:rPr lang="en-US" sz="2000" b="1" dirty="0">
                <a:solidFill>
                  <a:schemeClr val="accent1"/>
                </a:solidFill>
                <a:latin typeface="Inconsolata" panose="020B0609030003000000" pitchFamily="49" charset="77"/>
              </a:rPr>
              <a:t># 7.0</a:t>
            </a:r>
          </a:p>
          <a:p>
            <a:pPr marL="0" indent="0">
              <a:buNone/>
            </a:pPr>
            <a:endParaRPr lang="en-US" sz="20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BE69D01B-A263-524A-B53D-C74EED1B75D5}"/>
              </a:ext>
            </a:extLst>
          </p:cNvPr>
          <p:cNvSpPr>
            <a:spLocks noGrp="1"/>
          </p:cNvSpPr>
          <p:nvPr>
            <p:ph type="sldNum" sz="quarter" idx="12"/>
          </p:nvPr>
        </p:nvSpPr>
        <p:spPr/>
        <p:txBody>
          <a:bodyPr/>
          <a:lstStyle/>
          <a:p>
            <a:fld id="{D57F1E4F-1CFF-5643-939E-02111984F565}" type="slidenum">
              <a:rPr lang="en-US" smtClean="0"/>
              <a:t>4</a:t>
            </a:fld>
            <a:endParaRPr lang="en-US" dirty="0"/>
          </a:p>
        </p:txBody>
      </p:sp>
    </p:spTree>
    <p:extLst>
      <p:ext uri="{BB962C8B-B14F-4D97-AF65-F5344CB8AC3E}">
        <p14:creationId xmlns:p14="http://schemas.microsoft.com/office/powerpoint/2010/main" val="2187468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24253" y="148528"/>
            <a:ext cx="7053542" cy="683886"/>
          </a:xfrm>
        </p:spPr>
        <p:txBody>
          <a:bodyPr/>
          <a:lstStyle/>
          <a:p>
            <a:r>
              <a:rPr lang="en-US" dirty="0"/>
              <a:t>True Division vs Floor Division</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24254" y="750014"/>
            <a:ext cx="8411320" cy="4964986"/>
          </a:xfrm>
        </p:spPr>
        <p:txBody>
          <a:bodyPr>
            <a:noAutofit/>
          </a:bodyPr>
          <a:lstStyle/>
          <a:p>
            <a:pPr marL="0" indent="0">
              <a:buNone/>
            </a:pPr>
            <a:r>
              <a:rPr lang="en-US" sz="2000" dirty="0">
                <a:latin typeface="Gill Sans MT" panose="020B0502020104020203" pitchFamily="34" charset="77"/>
              </a:rPr>
              <a:t>The operator / is true division and the operator // returns floor division(round down to </a:t>
            </a:r>
            <a:r>
              <a:rPr lang="en-US" sz="2000">
                <a:latin typeface="Gill Sans MT" panose="020B0502020104020203" pitchFamily="34" charset="77"/>
              </a:rPr>
              <a:t>nearest integer after </a:t>
            </a:r>
            <a:r>
              <a:rPr lang="en-US" sz="2000" dirty="0">
                <a:latin typeface="Gill Sans MT" panose="020B0502020104020203" pitchFamily="34" charset="77"/>
              </a:rPr>
              <a:t>true divide). True divide / always gives the answer as a float. </a:t>
            </a:r>
            <a:endParaRPr lang="en-US" sz="2000" b="1" dirty="0">
              <a:latin typeface="Inconsolata" panose="020B0609030003000000" pitchFamily="49" charset="77"/>
            </a:endParaRPr>
          </a:p>
          <a:p>
            <a:pPr marL="0" indent="0">
              <a:buNone/>
            </a:pPr>
            <a:endParaRPr lang="en-US" sz="2000" b="1" dirty="0">
              <a:solidFill>
                <a:srgbClr val="000087"/>
              </a:solidFill>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print(</a:t>
            </a:r>
            <a:r>
              <a:rPr lang="en-US" b="1" dirty="0">
                <a:latin typeface="Inconsolata" panose="020B0609030003000000" pitchFamily="49" charset="77"/>
              </a:rPr>
              <a:t>23 // 7)</a:t>
            </a:r>
            <a:r>
              <a:rPr lang="en-US" b="1" dirty="0">
                <a:solidFill>
                  <a:srgbClr val="FF6600"/>
                </a:solidFill>
                <a:latin typeface="Inconsolata" panose="020B0609030003000000" pitchFamily="49" charset="77"/>
              </a:rPr>
              <a:t> 	</a:t>
            </a:r>
            <a:r>
              <a:rPr lang="en-US" b="1" dirty="0">
                <a:solidFill>
                  <a:schemeClr val="accent1"/>
                </a:solidFill>
                <a:latin typeface="Inconsolata" panose="020B0609030003000000" pitchFamily="49" charset="77"/>
              </a:rPr>
              <a:t># 3</a:t>
            </a:r>
          </a:p>
          <a:p>
            <a:pPr marL="0" indent="0">
              <a:buNone/>
            </a:pPr>
            <a:r>
              <a:rPr lang="en-US" b="1" dirty="0">
                <a:solidFill>
                  <a:srgbClr val="000087"/>
                </a:solidFill>
                <a:latin typeface="Inconsolata" panose="020B0609030003000000" pitchFamily="49" charset="77"/>
              </a:rPr>
              <a:t>print(</a:t>
            </a:r>
            <a:r>
              <a:rPr lang="en-US" b="1" dirty="0">
                <a:latin typeface="Inconsolata" panose="020B0609030003000000" pitchFamily="49" charset="77"/>
              </a:rPr>
              <a:t>3 // 9)		</a:t>
            </a:r>
            <a:r>
              <a:rPr lang="en-US" b="1" dirty="0">
                <a:solidFill>
                  <a:schemeClr val="accent1"/>
                </a:solidFill>
                <a:latin typeface="Inconsolata" panose="020B0609030003000000" pitchFamily="49" charset="77"/>
              </a:rPr>
              <a:t># 0</a:t>
            </a:r>
            <a:r>
              <a:rPr lang="en-US" b="1" dirty="0">
                <a:solidFill>
                  <a:srgbClr val="FF6600"/>
                </a:solidFill>
                <a:latin typeface="Inconsolata" panose="020B0609030003000000" pitchFamily="49" charset="77"/>
              </a:rPr>
              <a:t> </a:t>
            </a:r>
            <a:endParaRPr lang="en-US" b="1" dirty="0">
              <a:latin typeface="Inconsolata" panose="020B0609030003000000" pitchFamily="49" charset="77"/>
            </a:endParaRPr>
          </a:p>
          <a:p>
            <a:pPr marL="0" indent="0">
              <a:buNone/>
            </a:pPr>
            <a:r>
              <a:rPr lang="en-US" b="1" dirty="0">
                <a:solidFill>
                  <a:srgbClr val="000087"/>
                </a:solidFill>
                <a:latin typeface="Inconsolata" panose="020B0609030003000000" pitchFamily="49" charset="77"/>
              </a:rPr>
              <a:t>print(</a:t>
            </a:r>
            <a:r>
              <a:rPr lang="en-US" b="1" dirty="0">
                <a:latin typeface="Inconsolata" panose="020B0609030003000000" pitchFamily="49" charset="77"/>
              </a:rPr>
              <a:t>-4 // 3)</a:t>
            </a:r>
            <a:r>
              <a:rPr lang="en-US" b="1" dirty="0">
                <a:solidFill>
                  <a:srgbClr val="FF6600"/>
                </a:solidFill>
                <a:latin typeface="Inconsolata" panose="020B0609030003000000" pitchFamily="49" charset="77"/>
              </a:rPr>
              <a:t> 	</a:t>
            </a:r>
            <a:r>
              <a:rPr lang="en-US" b="1" dirty="0">
                <a:solidFill>
                  <a:schemeClr val="accent1"/>
                </a:solidFill>
                <a:latin typeface="Inconsolata" panose="020B0609030003000000" pitchFamily="49" charset="77"/>
              </a:rPr>
              <a:t># -2</a:t>
            </a:r>
          </a:p>
          <a:p>
            <a:pPr marL="0" indent="0">
              <a:buNone/>
            </a:pPr>
            <a:r>
              <a:rPr lang="en-US" b="1" dirty="0">
                <a:solidFill>
                  <a:srgbClr val="000087"/>
                </a:solidFill>
                <a:latin typeface="Inconsolata" panose="020B0609030003000000" pitchFamily="49" charset="77"/>
              </a:rPr>
              <a:t>print(</a:t>
            </a:r>
            <a:r>
              <a:rPr lang="en-US" b="1" dirty="0">
                <a:latin typeface="Inconsolata" panose="020B0609030003000000" pitchFamily="49" charset="77"/>
              </a:rPr>
              <a:t>6 / 5)</a:t>
            </a:r>
            <a:r>
              <a:rPr lang="en-US" b="1" dirty="0">
                <a:solidFill>
                  <a:srgbClr val="FF6600"/>
                </a:solidFill>
                <a:latin typeface="Inconsolata" panose="020B0609030003000000" pitchFamily="49" charset="77"/>
              </a:rPr>
              <a:t>		</a:t>
            </a:r>
            <a:r>
              <a:rPr lang="en-US" b="1" dirty="0">
                <a:solidFill>
                  <a:schemeClr val="accent1"/>
                </a:solidFill>
                <a:latin typeface="Inconsolata" panose="020B0609030003000000" pitchFamily="49" charset="77"/>
              </a:rPr>
              <a:t># 1.2</a:t>
            </a:r>
          </a:p>
          <a:p>
            <a:pPr marL="0" indent="0">
              <a:buNone/>
            </a:pPr>
            <a:r>
              <a:rPr lang="en-US" b="1" dirty="0">
                <a:solidFill>
                  <a:srgbClr val="000087"/>
                </a:solidFill>
                <a:latin typeface="Inconsolata" panose="020B0609030003000000" pitchFamily="49" charset="77"/>
              </a:rPr>
              <a:t>print(</a:t>
            </a:r>
            <a:r>
              <a:rPr lang="en-US" b="1" dirty="0">
                <a:latin typeface="Inconsolata" panose="020B0609030003000000" pitchFamily="49" charset="77"/>
              </a:rPr>
              <a:t>6 / 3)</a:t>
            </a:r>
            <a:r>
              <a:rPr lang="en-US" b="1" dirty="0">
                <a:solidFill>
                  <a:srgbClr val="FF6600"/>
                </a:solidFill>
                <a:latin typeface="Inconsolata" panose="020B0609030003000000" pitchFamily="49" charset="77"/>
              </a:rPr>
              <a:t>		</a:t>
            </a:r>
            <a:r>
              <a:rPr lang="en-US" b="1" dirty="0">
                <a:solidFill>
                  <a:schemeClr val="accent1"/>
                </a:solidFill>
                <a:latin typeface="Inconsolata" panose="020B0609030003000000" pitchFamily="49" charset="77"/>
              </a:rPr>
              <a:t># 2.0 NOT 2!</a:t>
            </a:r>
          </a:p>
          <a:p>
            <a:pPr marL="0" indent="0">
              <a:buNone/>
            </a:pPr>
            <a:endParaRPr lang="en-US" b="1" dirty="0">
              <a:solidFill>
                <a:schemeClr val="accent1"/>
              </a:solidFill>
              <a:latin typeface="Inconsolata" panose="020B0609030003000000" pitchFamily="49" charset="77"/>
            </a:endParaRPr>
          </a:p>
          <a:p>
            <a:pPr marL="0" indent="0">
              <a:buNone/>
            </a:pPr>
            <a:endParaRPr lang="en-US" b="1" dirty="0">
              <a:latin typeface="Inconsolata" panose="020B0609030003000000" pitchFamily="49" charset="77"/>
            </a:endParaRPr>
          </a:p>
          <a:p>
            <a:pPr marL="0" indent="0">
              <a:buNone/>
            </a:pPr>
            <a:endParaRPr lang="en-US" sz="1800" b="1" dirty="0">
              <a:latin typeface="Inconsolata" panose="020B0609030003000000" pitchFamily="49" charset="77"/>
            </a:endParaRPr>
          </a:p>
          <a:p>
            <a:pPr marL="0" indent="0">
              <a:buNone/>
            </a:pPr>
            <a:endParaRPr lang="en-US" sz="1900" dirty="0">
              <a:latin typeface="Gill Sans MT" panose="020B0502020104020203" pitchFamily="34" charset="77"/>
            </a:endParaRPr>
          </a:p>
          <a:p>
            <a:pPr marL="0" indent="0">
              <a:buNone/>
            </a:pPr>
            <a:endParaRPr lang="en-US" sz="1900" dirty="0">
              <a:latin typeface="Gill Sans MT" panose="020B0502020104020203" pitchFamily="34" charset="77"/>
            </a:endParaRPr>
          </a:p>
          <a:p>
            <a:pPr marL="0" indent="0">
              <a:buNone/>
            </a:pPr>
            <a:endParaRPr lang="en-US" sz="1900"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74DC6BE1-2904-D044-80C3-3D68C1656906}"/>
              </a:ext>
            </a:extLst>
          </p:cNvPr>
          <p:cNvSpPr>
            <a:spLocks noGrp="1"/>
          </p:cNvSpPr>
          <p:nvPr>
            <p:ph type="sldNum" sz="quarter" idx="12"/>
          </p:nvPr>
        </p:nvSpPr>
        <p:spPr/>
        <p:txBody>
          <a:bodyPr/>
          <a:lstStyle/>
          <a:p>
            <a:fld id="{D57F1E4F-1CFF-5643-939E-02111984F565}" type="slidenum">
              <a:rPr lang="en-US" smtClean="0"/>
              <a:t>5</a:t>
            </a:fld>
            <a:endParaRPr lang="en-US" dirty="0"/>
          </a:p>
        </p:txBody>
      </p:sp>
    </p:spTree>
    <p:extLst>
      <p:ext uri="{BB962C8B-B14F-4D97-AF65-F5344CB8AC3E}">
        <p14:creationId xmlns:p14="http://schemas.microsoft.com/office/powerpoint/2010/main" val="1445414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B2A9DB22-9F1D-6246-8ADC-4607FADFA321}"/>
              </a:ext>
            </a:extLst>
          </p:cNvPr>
          <p:cNvSpPr>
            <a:spLocks noGrp="1" noChangeArrowheads="1"/>
          </p:cNvSpPr>
          <p:nvPr>
            <p:ph type="title" idx="4294967295"/>
          </p:nvPr>
        </p:nvSpPr>
        <p:spPr>
          <a:xfrm>
            <a:off x="140552" y="154111"/>
            <a:ext cx="7886701" cy="583579"/>
          </a:xfrm>
        </p:spPr>
        <p:txBody>
          <a:bodyPr vert="horz" lIns="0" tIns="45720" rIns="0" bIns="0" rtlCol="0" anchor="b">
            <a:normAutofit/>
          </a:bodyPr>
          <a:lstStyle/>
          <a:p>
            <a:pPr eaLnBrk="1" hangingPunct="1">
              <a:defRPr/>
            </a:pPr>
            <a:r>
              <a:rPr lang="en-US" dirty="0"/>
              <a:t>R</a:t>
            </a:r>
            <a:r>
              <a:rPr lang="en-US" dirty="0">
                <a:cs typeface="+mj-cs"/>
              </a:rPr>
              <a:t>emainder with </a:t>
            </a:r>
            <a:r>
              <a:rPr lang="en-US" dirty="0">
                <a:latin typeface="Courier New" charset="0"/>
                <a:cs typeface="+mj-cs"/>
              </a:rPr>
              <a:t>%</a:t>
            </a:r>
          </a:p>
        </p:txBody>
      </p:sp>
      <p:sp>
        <p:nvSpPr>
          <p:cNvPr id="379907" name="Rectangle 3">
            <a:extLst>
              <a:ext uri="{FF2B5EF4-FFF2-40B4-BE49-F238E27FC236}">
                <a16:creationId xmlns:a16="http://schemas.microsoft.com/office/drawing/2014/main" id="{DFD80859-C625-5B49-9869-2DFC8F837F0E}"/>
              </a:ext>
            </a:extLst>
          </p:cNvPr>
          <p:cNvSpPr>
            <a:spLocks noGrp="1" noChangeArrowheads="1"/>
          </p:cNvSpPr>
          <p:nvPr>
            <p:ph idx="4294967295"/>
          </p:nvPr>
        </p:nvSpPr>
        <p:spPr>
          <a:xfrm>
            <a:off x="140553" y="737690"/>
            <a:ext cx="8738404" cy="4977310"/>
          </a:xfrm>
        </p:spPr>
        <p:txBody>
          <a:bodyPr/>
          <a:lstStyle/>
          <a:p>
            <a:pPr marL="0" indent="0">
              <a:buNone/>
              <a:tabLst>
                <a:tab pos="1908893" algn="l"/>
                <a:tab pos="3999018" algn="l"/>
              </a:tabLst>
            </a:pPr>
            <a:r>
              <a:rPr lang="en-US" altLang="en-US" sz="1833" dirty="0">
                <a:ea typeface="ＭＳ Ｐゴシック" panose="020B0600070205080204" pitchFamily="34" charset="-128"/>
              </a:rPr>
              <a:t>The </a:t>
            </a:r>
            <a:r>
              <a:rPr lang="en-US" altLang="en-US" sz="1833" dirty="0">
                <a:latin typeface="Courier New" panose="02070309020205020404" pitchFamily="49" charset="0"/>
                <a:ea typeface="ＭＳ Ｐゴシック" panose="020B0600070205080204" pitchFamily="34" charset="-128"/>
              </a:rPr>
              <a:t>%</a:t>
            </a:r>
            <a:r>
              <a:rPr lang="en-US" altLang="en-US" sz="1833" dirty="0">
                <a:ea typeface="ＭＳ Ｐゴシック" panose="020B0600070205080204" pitchFamily="34" charset="-128"/>
              </a:rPr>
              <a:t> operator computes the remainder after floor division.</a:t>
            </a:r>
          </a:p>
          <a:p>
            <a:pPr marL="533115" lvl="1" indent="-205044">
              <a:tabLst>
                <a:tab pos="1908893" algn="l"/>
                <a:tab pos="3999018" algn="l"/>
              </a:tabLst>
            </a:pPr>
            <a:r>
              <a:rPr lang="en-US" altLang="en-US" dirty="0">
                <a:latin typeface="Courier New" panose="02070309020205020404" pitchFamily="49" charset="0"/>
                <a:ea typeface="ＭＳ Ｐゴシック" panose="020B0600070205080204" pitchFamily="34" charset="-128"/>
              </a:rPr>
              <a:t>14 % 4</a:t>
            </a:r>
            <a:r>
              <a:rPr lang="en-US" altLang="en-US" dirty="0">
                <a:ea typeface="ＭＳ Ｐゴシック" panose="020B0600070205080204" pitchFamily="34" charset="-128"/>
              </a:rPr>
              <a:t>	is  </a:t>
            </a:r>
            <a:r>
              <a:rPr lang="en-US" altLang="en-US" dirty="0">
                <a:latin typeface="Courier New" panose="02070309020205020404" pitchFamily="49" charset="0"/>
                <a:ea typeface="ＭＳ Ｐゴシック" panose="020B0600070205080204" pitchFamily="34" charset="-128"/>
              </a:rPr>
              <a:t>2</a:t>
            </a:r>
          </a:p>
          <a:p>
            <a:pPr marL="533115" lvl="1" indent="-205044">
              <a:tabLst>
                <a:tab pos="1908893" algn="l"/>
                <a:tab pos="3999018" algn="l"/>
              </a:tabLst>
            </a:pPr>
            <a:r>
              <a:rPr lang="en-US" altLang="en-US" dirty="0">
                <a:latin typeface="Courier New" panose="02070309020205020404" pitchFamily="49" charset="0"/>
                <a:ea typeface="ＭＳ Ｐゴシック" panose="020B0600070205080204" pitchFamily="34" charset="-128"/>
              </a:rPr>
              <a:t>218 % 5</a:t>
            </a:r>
            <a:r>
              <a:rPr lang="en-US" altLang="en-US" dirty="0">
                <a:ea typeface="ＭＳ Ｐゴシック" panose="020B0600070205080204" pitchFamily="34" charset="-128"/>
              </a:rPr>
              <a:t>	is  </a:t>
            </a:r>
            <a:r>
              <a:rPr lang="en-US" altLang="en-US" dirty="0">
                <a:latin typeface="Courier New" panose="02070309020205020404" pitchFamily="49" charset="0"/>
                <a:ea typeface="ＭＳ Ｐゴシック" panose="020B0600070205080204" pitchFamily="34" charset="-128"/>
              </a:rPr>
              <a:t>3</a:t>
            </a:r>
            <a:br>
              <a:rPr lang="en-US" altLang="en-US" sz="667" dirty="0">
                <a:latin typeface="Courier New" panose="02070309020205020404" pitchFamily="49" charset="0"/>
                <a:ea typeface="ＭＳ Ｐゴシック" panose="020B0600070205080204" pitchFamily="34" charset="-128"/>
              </a:rPr>
            </a:br>
            <a:r>
              <a:rPr lang="en-US" altLang="en-US" sz="667" dirty="0">
                <a:latin typeface="Courier New" panose="02070309020205020404" pitchFamily="49" charset="0"/>
                <a:ea typeface="ＭＳ Ｐゴシック" panose="020B0600070205080204" pitchFamily="34" charset="-128"/>
              </a:rPr>
              <a:t> </a:t>
            </a:r>
            <a:br>
              <a:rPr lang="en-US" altLang="en-US" sz="667" dirty="0">
                <a:latin typeface="Courier New" panose="02070309020205020404" pitchFamily="49" charset="0"/>
                <a:ea typeface="ＭＳ Ｐゴシック" panose="020B0600070205080204" pitchFamily="34" charset="-128"/>
              </a:rPr>
            </a:br>
            <a:r>
              <a:rPr lang="en-US" altLang="en-US" sz="1667" dirty="0">
                <a:latin typeface="Courier New" panose="02070309020205020404" pitchFamily="49" charset="0"/>
                <a:ea typeface="ＭＳ Ｐゴシック" panose="020B0600070205080204" pitchFamily="34" charset="-128"/>
              </a:rPr>
              <a:t>     </a:t>
            </a:r>
            <a:r>
              <a:rPr lang="en-US" altLang="en-US" sz="1667" u="sng" dirty="0">
                <a:latin typeface="Courier New" panose="02070309020205020404" pitchFamily="49" charset="0"/>
                <a:ea typeface="ＭＳ Ｐゴシック" panose="020B0600070205080204" pitchFamily="34" charset="-128"/>
              </a:rPr>
              <a:t>   3</a:t>
            </a:r>
            <a:r>
              <a:rPr lang="en-US" altLang="en-US" sz="1667" dirty="0">
                <a:latin typeface="Courier New" panose="02070309020205020404" pitchFamily="49" charset="0"/>
                <a:ea typeface="ＭＳ Ｐゴシック" panose="020B0600070205080204" pitchFamily="34" charset="-128"/>
              </a:rPr>
              <a:t>                </a:t>
            </a:r>
            <a:r>
              <a:rPr lang="en-US" altLang="en-US" sz="1667" u="sng" dirty="0">
                <a:latin typeface="Courier New" panose="02070309020205020404" pitchFamily="49" charset="0"/>
                <a:ea typeface="ＭＳ Ｐゴシック" panose="020B0600070205080204" pitchFamily="34" charset="-128"/>
              </a:rPr>
              <a:t>   43</a:t>
            </a:r>
            <a:br>
              <a:rPr lang="en-US" altLang="en-US" sz="1667" u="sng" dirty="0">
                <a:latin typeface="Courier New" panose="02070309020205020404" pitchFamily="49" charset="0"/>
                <a:ea typeface="ＭＳ Ｐゴシック" panose="020B0600070205080204" pitchFamily="34" charset="-128"/>
              </a:rPr>
            </a:br>
            <a:r>
              <a:rPr lang="en-US" altLang="en-US" sz="1667" dirty="0">
                <a:latin typeface="Courier New" panose="02070309020205020404" pitchFamily="49" charset="0"/>
                <a:ea typeface="ＭＳ Ｐゴシック" panose="020B0600070205080204" pitchFamily="34" charset="-128"/>
              </a:rPr>
              <a:t>   4 ) 14              5 ) 218</a:t>
            </a:r>
            <a:br>
              <a:rPr lang="en-US" altLang="en-US" sz="1667" dirty="0">
                <a:latin typeface="Courier New" panose="02070309020205020404" pitchFamily="49" charset="0"/>
                <a:ea typeface="ＭＳ Ｐゴシック" panose="020B0600070205080204" pitchFamily="34" charset="-128"/>
              </a:rPr>
            </a:br>
            <a:r>
              <a:rPr lang="en-US" altLang="en-US" sz="1667" dirty="0">
                <a:latin typeface="Courier New" panose="02070309020205020404" pitchFamily="49" charset="0"/>
                <a:ea typeface="ＭＳ Ｐゴシック" panose="020B0600070205080204" pitchFamily="34" charset="-128"/>
              </a:rPr>
              <a:t>       </a:t>
            </a:r>
            <a:r>
              <a:rPr lang="en-US" altLang="en-US" sz="1667" u="sng" dirty="0">
                <a:latin typeface="Courier New" panose="02070309020205020404" pitchFamily="49" charset="0"/>
                <a:ea typeface="ＭＳ Ｐゴシック" panose="020B0600070205080204" pitchFamily="34" charset="-128"/>
              </a:rPr>
              <a:t>12</a:t>
            </a:r>
            <a:r>
              <a:rPr lang="en-US" altLang="en-US" sz="1667" dirty="0">
                <a:latin typeface="Courier New" panose="02070309020205020404" pitchFamily="49" charset="0"/>
                <a:ea typeface="ＭＳ Ｐゴシック" panose="020B0600070205080204" pitchFamily="34" charset="-128"/>
              </a:rPr>
              <a:t>                  </a:t>
            </a:r>
            <a:r>
              <a:rPr lang="en-US" altLang="en-US" sz="1667" u="sng" dirty="0">
                <a:latin typeface="Courier New" panose="02070309020205020404" pitchFamily="49" charset="0"/>
                <a:ea typeface="ＭＳ Ｐゴシック" panose="020B0600070205080204" pitchFamily="34" charset="-128"/>
              </a:rPr>
              <a:t>20</a:t>
            </a:r>
            <a:br>
              <a:rPr lang="en-US" altLang="en-US" sz="1667" dirty="0">
                <a:latin typeface="Courier New" panose="02070309020205020404" pitchFamily="49" charset="0"/>
                <a:ea typeface="ＭＳ Ｐゴシック" panose="020B0600070205080204" pitchFamily="34" charset="-128"/>
              </a:rPr>
            </a:br>
            <a:r>
              <a:rPr lang="en-US" altLang="en-US" sz="1667" dirty="0">
                <a:latin typeface="Courier New" panose="02070309020205020404" pitchFamily="49" charset="0"/>
                <a:ea typeface="ＭＳ Ｐゴシック" panose="020B0600070205080204" pitchFamily="34" charset="-128"/>
              </a:rPr>
              <a:t>        </a:t>
            </a:r>
            <a:r>
              <a:rPr lang="en-US" altLang="en-US" sz="1667" b="1" dirty="0">
                <a:latin typeface="Courier New" panose="02070309020205020404" pitchFamily="49" charset="0"/>
                <a:ea typeface="ＭＳ Ｐゴシック" panose="020B0600070205080204" pitchFamily="34" charset="-128"/>
              </a:rPr>
              <a:t>2</a:t>
            </a:r>
            <a:r>
              <a:rPr lang="en-US" altLang="en-US" sz="1667" dirty="0">
                <a:latin typeface="Courier New" panose="02070309020205020404" pitchFamily="49" charset="0"/>
                <a:ea typeface="ＭＳ Ｐゴシック" panose="020B0600070205080204" pitchFamily="34" charset="-128"/>
              </a:rPr>
              <a:t>                   18</a:t>
            </a:r>
            <a:br>
              <a:rPr lang="en-US" altLang="en-US" sz="1667" dirty="0">
                <a:latin typeface="Courier New" panose="02070309020205020404" pitchFamily="49" charset="0"/>
                <a:ea typeface="ＭＳ Ｐゴシック" panose="020B0600070205080204" pitchFamily="34" charset="-128"/>
              </a:rPr>
            </a:br>
            <a:r>
              <a:rPr lang="en-US" altLang="en-US" sz="1667" dirty="0">
                <a:latin typeface="Courier New" panose="02070309020205020404" pitchFamily="49" charset="0"/>
                <a:ea typeface="ＭＳ Ｐゴシック" panose="020B0600070205080204" pitchFamily="34" charset="-128"/>
              </a:rPr>
              <a:t>                            </a:t>
            </a:r>
            <a:r>
              <a:rPr lang="en-US" altLang="en-US" sz="1667" u="sng" dirty="0">
                <a:latin typeface="Courier New" panose="02070309020205020404" pitchFamily="49" charset="0"/>
                <a:ea typeface="ＭＳ Ｐゴシック" panose="020B0600070205080204" pitchFamily="34" charset="-128"/>
              </a:rPr>
              <a:t>15</a:t>
            </a:r>
            <a:br>
              <a:rPr lang="en-US" altLang="en-US" sz="1667" u="sng" dirty="0">
                <a:latin typeface="Courier New" panose="02070309020205020404" pitchFamily="49" charset="0"/>
                <a:ea typeface="ＭＳ Ｐゴシック" panose="020B0600070205080204" pitchFamily="34" charset="-128"/>
              </a:rPr>
            </a:br>
            <a:r>
              <a:rPr lang="en-US" altLang="en-US" sz="1667" dirty="0">
                <a:latin typeface="Courier New" panose="02070309020205020404" pitchFamily="49" charset="0"/>
                <a:ea typeface="ＭＳ Ｐゴシック" panose="020B0600070205080204" pitchFamily="34" charset="-128"/>
              </a:rPr>
              <a:t>                             </a:t>
            </a:r>
            <a:r>
              <a:rPr lang="en-US" altLang="en-US" sz="1667" b="1" dirty="0">
                <a:latin typeface="Courier New" panose="02070309020205020404" pitchFamily="49" charset="0"/>
                <a:ea typeface="ＭＳ Ｐゴシック" panose="020B0600070205080204" pitchFamily="34" charset="-128"/>
              </a:rPr>
              <a:t>3</a:t>
            </a:r>
          </a:p>
          <a:p>
            <a:pPr marL="227533" indent="-227533">
              <a:buNone/>
              <a:tabLst>
                <a:tab pos="1908893" algn="l"/>
                <a:tab pos="3999018" algn="l"/>
              </a:tabLst>
            </a:pPr>
            <a:endParaRPr lang="en-US" altLang="en-US" sz="667" dirty="0">
              <a:ea typeface="ＭＳ Ｐゴシック" panose="020B0600070205080204" pitchFamily="34" charset="-128"/>
            </a:endParaRPr>
          </a:p>
          <a:p>
            <a:pPr marL="227533" indent="-227533">
              <a:buNone/>
              <a:tabLst>
                <a:tab pos="1908893" algn="l"/>
                <a:tab pos="3999018" algn="l"/>
              </a:tabLst>
            </a:pPr>
            <a:endParaRPr lang="en-US" altLang="en-US" sz="667" dirty="0">
              <a:ea typeface="ＭＳ Ｐゴシック" panose="020B0600070205080204" pitchFamily="34" charset="-128"/>
            </a:endParaRPr>
          </a:p>
          <a:p>
            <a:pPr marL="0" indent="0">
              <a:lnSpc>
                <a:spcPct val="110000"/>
              </a:lnSpc>
              <a:buNone/>
              <a:tabLst>
                <a:tab pos="1908893" algn="l"/>
                <a:tab pos="3999018" algn="l"/>
              </a:tabLst>
            </a:pPr>
            <a:r>
              <a:rPr lang="en-US" altLang="en-US" dirty="0">
                <a:ea typeface="ＭＳ Ｐゴシック" panose="020B0600070205080204" pitchFamily="34" charset="-128"/>
              </a:rPr>
              <a:t>Applications of </a:t>
            </a:r>
            <a:r>
              <a:rPr lang="en-US" altLang="en-US" dirty="0">
                <a:latin typeface="Courier New" panose="02070309020205020404" pitchFamily="49" charset="0"/>
                <a:ea typeface="ＭＳ Ｐゴシック" panose="020B0600070205080204" pitchFamily="34" charset="-128"/>
              </a:rPr>
              <a:t>%</a:t>
            </a:r>
            <a:r>
              <a:rPr lang="en-US" altLang="en-US" dirty="0">
                <a:ea typeface="ＭＳ Ｐゴシック" panose="020B0600070205080204" pitchFamily="34" charset="-128"/>
              </a:rPr>
              <a:t> operator:</a:t>
            </a:r>
          </a:p>
          <a:p>
            <a:pPr marL="533115" lvl="1" indent="-205044">
              <a:lnSpc>
                <a:spcPct val="110000"/>
              </a:lnSpc>
              <a:tabLst>
                <a:tab pos="1908893" algn="l"/>
                <a:tab pos="3999018" algn="l"/>
              </a:tabLst>
            </a:pPr>
            <a:r>
              <a:rPr lang="en-US" altLang="en-US" dirty="0">
                <a:ea typeface="ＭＳ Ｐゴシック" panose="020B0600070205080204" pitchFamily="34" charset="-128"/>
              </a:rPr>
              <a:t>Obtain last digit of a number:</a:t>
            </a:r>
            <a:r>
              <a:rPr lang="en-US" altLang="en-US" i="1" dirty="0">
                <a:ea typeface="ＭＳ Ｐゴシック" panose="020B0600070205080204" pitchFamily="34" charset="-128"/>
              </a:rPr>
              <a:t>	</a:t>
            </a:r>
            <a:r>
              <a:rPr lang="en-US" altLang="en-US" dirty="0">
                <a:latin typeface="Courier New" panose="02070309020205020404" pitchFamily="49" charset="0"/>
                <a:ea typeface="ＭＳ Ｐゴシック" panose="020B0600070205080204" pitchFamily="34" charset="-128"/>
              </a:rPr>
              <a:t>230857 % 10</a:t>
            </a:r>
            <a:r>
              <a:rPr lang="en-US" altLang="en-US" dirty="0">
                <a:ea typeface="ＭＳ Ｐゴシック" panose="020B0600070205080204" pitchFamily="34" charset="-128"/>
              </a:rPr>
              <a:t> is </a:t>
            </a:r>
            <a:r>
              <a:rPr lang="en-US" altLang="en-US" dirty="0">
                <a:latin typeface="Courier New" panose="02070309020205020404" pitchFamily="49" charset="0"/>
                <a:ea typeface="ＭＳ Ｐゴシック" panose="020B0600070205080204" pitchFamily="34" charset="-128"/>
              </a:rPr>
              <a:t>7</a:t>
            </a:r>
          </a:p>
          <a:p>
            <a:pPr marL="533115" lvl="1" indent="-205044">
              <a:lnSpc>
                <a:spcPct val="110000"/>
              </a:lnSpc>
              <a:tabLst>
                <a:tab pos="1908893" algn="l"/>
                <a:tab pos="3999018" algn="l"/>
              </a:tabLst>
            </a:pPr>
            <a:r>
              <a:rPr lang="en-US" altLang="en-US" dirty="0">
                <a:ea typeface="ＭＳ Ｐゴシック" panose="020B0600070205080204" pitchFamily="34" charset="-128"/>
              </a:rPr>
              <a:t>Obtain last 4 digits:	</a:t>
            </a:r>
            <a:r>
              <a:rPr lang="en-US" altLang="en-US" dirty="0">
                <a:latin typeface="Courier New" panose="02070309020205020404" pitchFamily="49" charset="0"/>
                <a:ea typeface="ＭＳ Ｐゴシック" panose="020B0600070205080204" pitchFamily="34" charset="-128"/>
              </a:rPr>
              <a:t>658236489 % 10000</a:t>
            </a:r>
            <a:r>
              <a:rPr lang="en-US" altLang="en-US" dirty="0">
                <a:ea typeface="ＭＳ Ｐゴシック" panose="020B0600070205080204" pitchFamily="34" charset="-128"/>
              </a:rPr>
              <a:t> is </a:t>
            </a:r>
            <a:r>
              <a:rPr lang="en-US" altLang="en-US" dirty="0">
                <a:latin typeface="Courier New" panose="02070309020205020404" pitchFamily="49" charset="0"/>
                <a:ea typeface="ＭＳ Ｐゴシック" panose="020B0600070205080204" pitchFamily="34" charset="-128"/>
              </a:rPr>
              <a:t>6489</a:t>
            </a:r>
          </a:p>
          <a:p>
            <a:pPr marL="533115" lvl="1" indent="-205044">
              <a:lnSpc>
                <a:spcPct val="110000"/>
              </a:lnSpc>
              <a:tabLst>
                <a:tab pos="1908893" algn="l"/>
                <a:tab pos="3999018" algn="l"/>
              </a:tabLst>
            </a:pPr>
            <a:r>
              <a:rPr lang="en-US" altLang="en-US" dirty="0">
                <a:ea typeface="ＭＳ Ｐゴシック" panose="020B0600070205080204" pitchFamily="34" charset="-128"/>
              </a:rPr>
              <a:t>See whether a number is odd:	</a:t>
            </a:r>
            <a:r>
              <a:rPr lang="en-US" altLang="en-US" dirty="0">
                <a:latin typeface="Courier New" panose="02070309020205020404" pitchFamily="49" charset="0"/>
                <a:ea typeface="ＭＳ Ｐゴシック" panose="020B0600070205080204" pitchFamily="34" charset="-128"/>
              </a:rPr>
              <a:t>7 % 2</a:t>
            </a:r>
            <a:r>
              <a:rPr lang="en-US" altLang="en-US" dirty="0">
                <a:ea typeface="ＭＳ Ｐゴシック" panose="020B0600070205080204" pitchFamily="34" charset="-128"/>
              </a:rPr>
              <a:t> is </a:t>
            </a:r>
            <a:r>
              <a:rPr lang="en-US" altLang="en-US" dirty="0">
                <a:latin typeface="Courier New" panose="02070309020205020404" pitchFamily="49" charset="0"/>
                <a:ea typeface="ＭＳ Ｐゴシック" panose="020B0600070205080204" pitchFamily="34" charset="-128"/>
              </a:rPr>
              <a:t>1</a:t>
            </a:r>
            <a:r>
              <a:rPr lang="en-US" altLang="en-US" dirty="0">
                <a:ea typeface="ＭＳ Ｐゴシック" panose="020B0600070205080204" pitchFamily="34" charset="-128"/>
              </a:rPr>
              <a:t>,  </a:t>
            </a:r>
            <a:r>
              <a:rPr lang="en-US" altLang="en-US" dirty="0">
                <a:latin typeface="Courier New" panose="02070309020205020404" pitchFamily="49" charset="0"/>
                <a:ea typeface="ＭＳ Ｐゴシック" panose="020B0600070205080204" pitchFamily="34" charset="-128"/>
              </a:rPr>
              <a:t>42 % 2</a:t>
            </a:r>
            <a:r>
              <a:rPr lang="en-US" altLang="en-US" dirty="0">
                <a:ea typeface="ＭＳ Ｐゴシック" panose="020B0600070205080204" pitchFamily="34" charset="-128"/>
              </a:rPr>
              <a:t> is </a:t>
            </a:r>
            <a:r>
              <a:rPr lang="en-US" altLang="en-US" dirty="0">
                <a:latin typeface="Courier New" panose="02070309020205020404" pitchFamily="49" charset="0"/>
                <a:ea typeface="ＭＳ Ｐゴシック" panose="020B0600070205080204" pitchFamily="34" charset="-128"/>
              </a:rPr>
              <a:t>0</a:t>
            </a:r>
          </a:p>
        </p:txBody>
      </p:sp>
      <p:sp>
        <p:nvSpPr>
          <p:cNvPr id="2" name="Slide Number Placeholder 1">
            <a:extLst>
              <a:ext uri="{FF2B5EF4-FFF2-40B4-BE49-F238E27FC236}">
                <a16:creationId xmlns:a16="http://schemas.microsoft.com/office/drawing/2014/main" id="{F070F285-F7BE-0248-A6EB-B686876A113F}"/>
              </a:ext>
            </a:extLst>
          </p:cNvPr>
          <p:cNvSpPr>
            <a:spLocks noGrp="1"/>
          </p:cNvSpPr>
          <p:nvPr>
            <p:ph type="sldNum" sz="quarter" idx="12"/>
          </p:nvPr>
        </p:nvSpPr>
        <p:spPr/>
        <p:txBody>
          <a:bodyPr/>
          <a:lstStyle/>
          <a:p>
            <a:fld id="{D57F1E4F-1CFF-5643-939E-02111984F565}" type="slidenum">
              <a:rPr lang="en-US" smtClean="0"/>
              <a:t>6</a:t>
            </a:fld>
            <a:endParaRPr lang="en-US" dirty="0"/>
          </a:p>
        </p:txBody>
      </p:sp>
    </p:spTree>
    <p:extLst>
      <p:ext uri="{BB962C8B-B14F-4D97-AF65-F5344CB8AC3E}">
        <p14:creationId xmlns:p14="http://schemas.microsoft.com/office/powerpoint/2010/main" val="1920510873"/>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0" presetClass="entr" presetSubtype="0" fill="hold" nodeType="clickEffect">
                                  <p:stCondLst>
                                    <p:cond delay="0"/>
                                  </p:stCondLst>
                                  <p:childTnLst>
                                    <p:set>
                                      <p:cBhvr>
                                        <p:cTn id="6" dur="1" fill="hold">
                                          <p:stCondLst>
                                            <p:cond delay="0"/>
                                          </p:stCondLst>
                                        </p:cTn>
                                        <p:tgtEl>
                                          <p:spTgt spid="379907">
                                            <p:txEl>
                                              <p:pRg st="5" end="5"/>
                                            </p:txEl>
                                          </p:spTgt>
                                        </p:tgtEl>
                                        <p:attrNameLst>
                                          <p:attrName>style.visibility</p:attrName>
                                        </p:attrNameLst>
                                      </p:cBhvr>
                                      <p:to>
                                        <p:strVal val="visible"/>
                                      </p:to>
                                    </p:set>
                                    <p:animEffect transition="in" filter="fade">
                                      <p:cBhvr>
                                        <p:cTn id="7" dur="1000"/>
                                        <p:tgtEl>
                                          <p:spTgt spid="379907">
                                            <p:txEl>
                                              <p:pRg st="5" end="5"/>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79907">
                                            <p:txEl>
                                              <p:pRg st="6" end="6"/>
                                            </p:txEl>
                                          </p:spTgt>
                                        </p:tgtEl>
                                        <p:attrNameLst>
                                          <p:attrName>style.visibility</p:attrName>
                                        </p:attrNameLst>
                                      </p:cBhvr>
                                      <p:to>
                                        <p:strVal val="visible"/>
                                      </p:to>
                                    </p:set>
                                    <p:animEffect transition="in" filter="fade">
                                      <p:cBhvr>
                                        <p:cTn id="10" dur="1000"/>
                                        <p:tgtEl>
                                          <p:spTgt spid="379907">
                                            <p:txEl>
                                              <p:pRg st="6" end="6"/>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79907">
                                            <p:txEl>
                                              <p:pRg st="7" end="7"/>
                                            </p:txEl>
                                          </p:spTgt>
                                        </p:tgtEl>
                                        <p:attrNameLst>
                                          <p:attrName>style.visibility</p:attrName>
                                        </p:attrNameLst>
                                      </p:cBhvr>
                                      <p:to>
                                        <p:strVal val="visible"/>
                                      </p:to>
                                    </p:set>
                                    <p:animEffect transition="in" filter="fade">
                                      <p:cBhvr>
                                        <p:cTn id="13" dur="1000"/>
                                        <p:tgtEl>
                                          <p:spTgt spid="379907">
                                            <p:txEl>
                                              <p:pRg st="7" end="7"/>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379907">
                                            <p:txEl>
                                              <p:pRg st="8" end="8"/>
                                            </p:txEl>
                                          </p:spTgt>
                                        </p:tgtEl>
                                        <p:attrNameLst>
                                          <p:attrName>style.visibility</p:attrName>
                                        </p:attrNameLst>
                                      </p:cBhvr>
                                      <p:to>
                                        <p:strVal val="visible"/>
                                      </p:to>
                                    </p:set>
                                    <p:animEffect transition="in" filter="fade">
                                      <p:cBhvr>
                                        <p:cTn id="16" dur="1000"/>
                                        <p:tgtEl>
                                          <p:spTgt spid="37990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65349" y="53681"/>
            <a:ext cx="7053542" cy="683886"/>
          </a:xfrm>
        </p:spPr>
        <p:txBody>
          <a:bodyPr/>
          <a:lstStyle/>
          <a:p>
            <a:r>
              <a:rPr lang="en-US" dirty="0"/>
              <a:t>Modulo Operator</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65350" y="737568"/>
            <a:ext cx="8978650" cy="4977432"/>
          </a:xfrm>
        </p:spPr>
        <p:txBody>
          <a:bodyPr>
            <a:noAutofit/>
          </a:bodyPr>
          <a:lstStyle/>
          <a:p>
            <a:pPr marL="0" indent="0">
              <a:buNone/>
            </a:pPr>
            <a:r>
              <a:rPr lang="en-US" sz="2000" dirty="0">
                <a:latin typeface="Gill Sans MT" panose="020B0502020104020203" pitchFamily="34" charset="77"/>
              </a:rPr>
              <a:t>The operator % returns the remainder after floor division.  </a:t>
            </a:r>
            <a:endParaRPr lang="en-US" sz="2000" b="1" dirty="0">
              <a:solidFill>
                <a:srgbClr val="000087"/>
              </a:solidFill>
              <a:latin typeface="Inconsolata" panose="020B0609030003000000" pitchFamily="49" charset="77"/>
            </a:endParaRPr>
          </a:p>
          <a:p>
            <a:pPr marL="0" indent="0">
              <a:buNone/>
            </a:pPr>
            <a:endParaRPr lang="en-US" sz="2000" b="1" dirty="0">
              <a:solidFill>
                <a:srgbClr val="000087"/>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print(</a:t>
            </a:r>
            <a:r>
              <a:rPr lang="en-US" sz="2000" b="1" dirty="0">
                <a:latin typeface="Inconsolata" panose="020B0609030003000000" pitchFamily="49" charset="77"/>
              </a:rPr>
              <a:t>18 % 5)</a:t>
            </a:r>
            <a:r>
              <a:rPr lang="en-US" sz="2000" b="1" dirty="0">
                <a:solidFill>
                  <a:srgbClr val="FF6600"/>
                </a:solidFill>
                <a:latin typeface="Inconsolata" panose="020B0609030003000000" pitchFamily="49" charset="77"/>
              </a:rPr>
              <a:t> 		</a:t>
            </a:r>
            <a:r>
              <a:rPr lang="en-US" sz="2000" b="1" dirty="0">
                <a:solidFill>
                  <a:schemeClr val="accent1"/>
                </a:solidFill>
                <a:latin typeface="Inconsolata" panose="020B0609030003000000" pitchFamily="49" charset="77"/>
              </a:rPr>
              <a:t># 3</a:t>
            </a:r>
          </a:p>
          <a:p>
            <a:pPr marL="0" indent="0">
              <a:buNone/>
            </a:pPr>
            <a:r>
              <a:rPr lang="en-US" sz="2000" b="1" dirty="0">
                <a:solidFill>
                  <a:srgbClr val="000087"/>
                </a:solidFill>
                <a:latin typeface="Inconsolata" panose="020B0609030003000000" pitchFamily="49" charset="77"/>
              </a:rPr>
              <a:t>print(</a:t>
            </a:r>
            <a:r>
              <a:rPr lang="en-US" sz="2000" b="1" dirty="0">
                <a:latin typeface="Inconsolata" panose="020B0609030003000000" pitchFamily="49" charset="77"/>
              </a:rPr>
              <a:t>2 % 9)</a:t>
            </a:r>
            <a:r>
              <a:rPr lang="en-US" sz="2000" b="1" dirty="0">
                <a:solidFill>
                  <a:srgbClr val="FF6600"/>
                </a:solidFill>
                <a:latin typeface="Inconsolata" panose="020B0609030003000000" pitchFamily="49" charset="77"/>
              </a:rPr>
              <a:t> 		</a:t>
            </a:r>
            <a:r>
              <a:rPr lang="en-US" sz="1900" b="1" dirty="0">
                <a:solidFill>
                  <a:schemeClr val="accent1"/>
                </a:solidFill>
                <a:latin typeface="Inconsolata" panose="020B0609030003000000" pitchFamily="49" charset="77"/>
              </a:rPr>
              <a:t># 2, if first number is smaller, it's the answer</a:t>
            </a:r>
          </a:p>
          <a:p>
            <a:pPr marL="0" indent="0">
              <a:buNone/>
            </a:pPr>
            <a:r>
              <a:rPr lang="en-US" sz="2000" b="1" dirty="0">
                <a:solidFill>
                  <a:srgbClr val="000087"/>
                </a:solidFill>
                <a:latin typeface="Inconsolata" panose="020B0609030003000000" pitchFamily="49" charset="77"/>
              </a:rPr>
              <a:t>print(</a:t>
            </a:r>
            <a:r>
              <a:rPr lang="en-US" sz="2000" b="1" dirty="0">
                <a:latin typeface="Inconsolata" panose="020B0609030003000000" pitchFamily="49" charset="77"/>
              </a:rPr>
              <a:t>125 % 10)</a:t>
            </a:r>
            <a:r>
              <a:rPr lang="en-US" sz="2000" b="1" dirty="0">
                <a:solidFill>
                  <a:srgbClr val="FF6600"/>
                </a:solidFill>
                <a:latin typeface="Inconsolata" panose="020B0609030003000000" pitchFamily="49" charset="77"/>
              </a:rPr>
              <a:t> 	</a:t>
            </a:r>
            <a:r>
              <a:rPr lang="en-US" sz="2000" b="1" dirty="0">
                <a:solidFill>
                  <a:schemeClr val="accent1"/>
                </a:solidFill>
                <a:latin typeface="Inconsolata" panose="020B0609030003000000" pitchFamily="49" charset="77"/>
              </a:rPr>
              <a:t># 5</a:t>
            </a:r>
          </a:p>
          <a:p>
            <a:pPr marL="0" indent="0">
              <a:buNone/>
            </a:pPr>
            <a:r>
              <a:rPr lang="en-US" sz="1800" b="1" dirty="0">
                <a:solidFill>
                  <a:srgbClr val="000087"/>
                </a:solidFill>
                <a:latin typeface="Inconsolata" panose="020B0609030003000000" pitchFamily="49" charset="77"/>
              </a:rPr>
              <a:t>print(</a:t>
            </a:r>
            <a:r>
              <a:rPr lang="en-US" sz="1800" b="1" dirty="0">
                <a:latin typeface="Inconsolata" panose="020B0609030003000000" pitchFamily="49" charset="77"/>
              </a:rPr>
              <a:t>0 % 10)</a:t>
            </a:r>
            <a:r>
              <a:rPr lang="en-US" sz="1800" b="1" dirty="0">
                <a:solidFill>
                  <a:srgbClr val="FF6600"/>
                </a:solidFill>
                <a:latin typeface="Inconsolata" panose="020B0609030003000000" pitchFamily="49" charset="77"/>
              </a:rPr>
              <a:t> 		</a:t>
            </a:r>
            <a:r>
              <a:rPr lang="en-US" sz="1800" b="1" dirty="0">
                <a:solidFill>
                  <a:schemeClr val="accent1"/>
                </a:solidFill>
                <a:latin typeface="Inconsolata" panose="020B0609030003000000" pitchFamily="49" charset="77"/>
              </a:rPr>
              <a:t># 0 </a:t>
            </a:r>
          </a:p>
          <a:p>
            <a:pPr marL="0" indent="0">
              <a:buNone/>
            </a:pPr>
            <a:r>
              <a:rPr lang="en-US" sz="1800" b="1" dirty="0">
                <a:solidFill>
                  <a:srgbClr val="000087"/>
                </a:solidFill>
                <a:latin typeface="Inconsolata" panose="020B0609030003000000" pitchFamily="49" charset="77"/>
              </a:rPr>
              <a:t>print(</a:t>
            </a:r>
            <a:r>
              <a:rPr lang="en-US" sz="1800" b="1" dirty="0">
                <a:latin typeface="Inconsolata" panose="020B0609030003000000" pitchFamily="49" charset="77"/>
              </a:rPr>
              <a:t>10 % 0)</a:t>
            </a:r>
            <a:r>
              <a:rPr lang="en-US" sz="1800" b="1" dirty="0">
                <a:solidFill>
                  <a:srgbClr val="FF6600"/>
                </a:solidFill>
                <a:latin typeface="Inconsolata" panose="020B0609030003000000" pitchFamily="49" charset="77"/>
              </a:rPr>
              <a:t> 		</a:t>
            </a:r>
            <a:r>
              <a:rPr lang="en-US" sz="1800" b="1" dirty="0">
                <a:solidFill>
                  <a:schemeClr val="accent1"/>
                </a:solidFill>
                <a:latin typeface="Inconsolata" panose="020B0609030003000000" pitchFamily="49" charset="77"/>
              </a:rPr>
              <a:t># </a:t>
            </a:r>
            <a:r>
              <a:rPr lang="en-US" sz="1800" b="1" dirty="0" err="1">
                <a:solidFill>
                  <a:schemeClr val="accent1"/>
                </a:solidFill>
                <a:latin typeface="Inconsolata" panose="020B0609030003000000" pitchFamily="49" charset="77"/>
              </a:rPr>
              <a:t>ZeroDivisionError</a:t>
            </a:r>
            <a:endParaRPr lang="en-US" sz="1800" b="1" dirty="0">
              <a:solidFill>
                <a:schemeClr val="accent1"/>
              </a:solidFill>
              <a:latin typeface="Inconsolata" panose="020B0609030003000000" pitchFamily="49" charset="77"/>
            </a:endParaRPr>
          </a:p>
          <a:p>
            <a:pPr marL="0" indent="0">
              <a:buNone/>
            </a:pPr>
            <a:endParaRPr lang="en-US" sz="1800" b="1" dirty="0">
              <a:latin typeface="Inconsolata" panose="020B0609030003000000" pitchFamily="49" charset="77"/>
            </a:endParaRPr>
          </a:p>
          <a:p>
            <a:pPr marL="0" indent="0">
              <a:buNone/>
            </a:pPr>
            <a:endParaRPr lang="en-US" sz="1800" b="1" dirty="0">
              <a:latin typeface="Inconsolata" panose="020B0609030003000000" pitchFamily="49" charset="77"/>
            </a:endParaRPr>
          </a:p>
          <a:p>
            <a:pPr marL="0" indent="0">
              <a:buNone/>
            </a:pPr>
            <a:endParaRPr lang="en-US" sz="1900" dirty="0">
              <a:latin typeface="Gill Sans MT" panose="020B0502020104020203" pitchFamily="34" charset="77"/>
            </a:endParaRPr>
          </a:p>
          <a:p>
            <a:pPr marL="0" indent="0">
              <a:buNone/>
            </a:pPr>
            <a:endParaRPr lang="en-US" sz="1900" dirty="0">
              <a:latin typeface="Gill Sans MT" panose="020B0502020104020203" pitchFamily="34" charset="77"/>
            </a:endParaRPr>
          </a:p>
          <a:p>
            <a:pPr marL="0" indent="0">
              <a:buNone/>
            </a:pPr>
            <a:endParaRPr lang="en-US" sz="1900"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BAFC34F3-9669-0D4E-8633-E8846D99ABAE}"/>
              </a:ext>
            </a:extLst>
          </p:cNvPr>
          <p:cNvSpPr>
            <a:spLocks noGrp="1"/>
          </p:cNvSpPr>
          <p:nvPr>
            <p:ph type="sldNum" sz="quarter" idx="12"/>
          </p:nvPr>
        </p:nvSpPr>
        <p:spPr/>
        <p:txBody>
          <a:bodyPr/>
          <a:lstStyle/>
          <a:p>
            <a:fld id="{D57F1E4F-1CFF-5643-939E-02111984F565}" type="slidenum">
              <a:rPr lang="en-US" smtClean="0"/>
              <a:t>7</a:t>
            </a:fld>
            <a:endParaRPr lang="en-US" dirty="0"/>
          </a:p>
        </p:txBody>
      </p:sp>
    </p:spTree>
    <p:extLst>
      <p:ext uri="{BB962C8B-B14F-4D97-AF65-F5344CB8AC3E}">
        <p14:creationId xmlns:p14="http://schemas.microsoft.com/office/powerpoint/2010/main" val="396545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3978" y="138254"/>
            <a:ext cx="7053542" cy="683886"/>
          </a:xfrm>
        </p:spPr>
        <p:txBody>
          <a:bodyPr>
            <a:normAutofit fontScale="90000"/>
          </a:bodyPr>
          <a:lstStyle/>
          <a:p>
            <a:r>
              <a:rPr lang="en-US" dirty="0"/>
              <a:t>Why floor and modulo division are useful</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758" y="822141"/>
            <a:ext cx="8784404" cy="4754606"/>
          </a:xfrm>
        </p:spPr>
        <p:txBody>
          <a:bodyPr>
            <a:noAutofit/>
          </a:bodyPr>
          <a:lstStyle/>
          <a:p>
            <a:pPr marL="0" indent="0">
              <a:buNone/>
            </a:pPr>
            <a:r>
              <a:rPr lang="en-US" sz="2000" dirty="0"/>
              <a:t>Floor division allows us to extract the integer part of the division while the modulo operator extracts the remainder part of the division. Consider the question:</a:t>
            </a:r>
          </a:p>
          <a:p>
            <a:pPr marL="0" indent="0">
              <a:buNone/>
            </a:pPr>
            <a:endParaRPr lang="en-US" sz="2000" dirty="0"/>
          </a:p>
          <a:p>
            <a:pPr marL="0" indent="0">
              <a:buNone/>
            </a:pPr>
            <a:r>
              <a:rPr lang="en-US" sz="2000" dirty="0"/>
              <a:t>How many weeks and days are there in 25 days? </a:t>
            </a:r>
            <a:endParaRPr lang="en-US" sz="2000" dirty="0">
              <a:latin typeface="Gill Sans MT" panose="020B0502020104020203" pitchFamily="34" charset="77"/>
            </a:endParaRPr>
          </a:p>
          <a:p>
            <a:pPr marL="0" indent="0">
              <a:buNone/>
            </a:pPr>
            <a:r>
              <a:rPr lang="en-US" sz="2000" dirty="0">
                <a:latin typeface="Gill Sans MT" panose="020B0502020104020203" pitchFamily="34" charset="77"/>
              </a:rPr>
              <a:t>Answer: 3 weeks plus 4 days. </a:t>
            </a:r>
            <a:endParaRPr lang="en-US" sz="2000" b="1" dirty="0">
              <a:solidFill>
                <a:srgbClr val="000087"/>
              </a:solidFill>
              <a:latin typeface="Inconsolata" panose="020B0609030003000000" pitchFamily="49" charset="77"/>
            </a:endParaRPr>
          </a:p>
          <a:p>
            <a:pPr marL="0" indent="0">
              <a:buNone/>
            </a:pPr>
            <a:endParaRPr lang="en-US" sz="2000" b="1" dirty="0">
              <a:solidFill>
                <a:srgbClr val="000087"/>
              </a:solidFill>
              <a:latin typeface="Inconsolata" panose="020B0609030003000000" pitchFamily="49" charset="77"/>
            </a:endParaRPr>
          </a:p>
          <a:p>
            <a:pPr marL="0" indent="0">
              <a:buNone/>
            </a:pPr>
            <a:r>
              <a:rPr lang="en-US" sz="2000" b="1" dirty="0" err="1">
                <a:solidFill>
                  <a:srgbClr val="000087"/>
                </a:solidFill>
                <a:latin typeface="Inconsolata" panose="020B0609030003000000" pitchFamily="49" charset="77"/>
              </a:rPr>
              <a:t>num_weeks</a:t>
            </a:r>
            <a:r>
              <a:rPr lang="en-US" sz="2000" b="1" dirty="0">
                <a:solidFill>
                  <a:srgbClr val="000087"/>
                </a:solidFill>
                <a:latin typeface="Inconsolata" panose="020B0609030003000000" pitchFamily="49" charset="77"/>
              </a:rPr>
              <a:t> = </a:t>
            </a:r>
            <a:r>
              <a:rPr lang="en-US" sz="2000" b="1" dirty="0">
                <a:latin typeface="Inconsolata" panose="020B0609030003000000" pitchFamily="49" charset="77"/>
              </a:rPr>
              <a:t>25 // 7</a:t>
            </a:r>
            <a:r>
              <a:rPr lang="en-US" sz="2000" b="1" dirty="0">
                <a:solidFill>
                  <a:srgbClr val="FF6600"/>
                </a:solidFill>
                <a:latin typeface="Inconsolata" panose="020B0609030003000000" pitchFamily="49" charset="77"/>
              </a:rPr>
              <a:t> 	</a:t>
            </a:r>
            <a:r>
              <a:rPr lang="en-US" sz="2000" b="1" dirty="0">
                <a:solidFill>
                  <a:schemeClr val="accent1"/>
                </a:solidFill>
                <a:latin typeface="Inconsolata" panose="020B0609030003000000" pitchFamily="49" charset="77"/>
              </a:rPr>
              <a:t># extracting number of weeks</a:t>
            </a:r>
          </a:p>
          <a:p>
            <a:pPr marL="0" indent="0">
              <a:buNone/>
            </a:pPr>
            <a:r>
              <a:rPr lang="en-US" sz="2000" b="1" dirty="0">
                <a:latin typeface="Inconsolata" panose="020B0609030003000000" pitchFamily="49" charset="77"/>
              </a:rPr>
              <a:t>print(</a:t>
            </a:r>
            <a:r>
              <a:rPr lang="en-US" sz="2000" b="1" dirty="0" err="1">
                <a:latin typeface="Inconsolata" panose="020B0609030003000000" pitchFamily="49" charset="77"/>
              </a:rPr>
              <a:t>num_weeks</a:t>
            </a:r>
            <a:r>
              <a:rPr lang="en-US" sz="2000" b="1" dirty="0">
                <a:latin typeface="Inconsolata" panose="020B0609030003000000" pitchFamily="49" charset="77"/>
              </a:rPr>
              <a:t>)	</a:t>
            </a:r>
            <a:r>
              <a:rPr lang="en-US" sz="2000" b="1" dirty="0">
                <a:solidFill>
                  <a:schemeClr val="accent1"/>
                </a:solidFill>
                <a:latin typeface="Inconsolata" panose="020B0609030003000000" pitchFamily="49" charset="77"/>
              </a:rPr>
              <a:t># 3</a:t>
            </a:r>
          </a:p>
          <a:p>
            <a:pPr marL="0" indent="0">
              <a:buNone/>
            </a:pPr>
            <a:endParaRPr lang="en-US" sz="2000" b="1" dirty="0">
              <a:latin typeface="Inconsolata" panose="020B0609030003000000" pitchFamily="49" charset="77"/>
            </a:endParaRPr>
          </a:p>
          <a:p>
            <a:pPr marL="0" indent="0">
              <a:buNone/>
            </a:pPr>
            <a:r>
              <a:rPr lang="en-US" sz="2000" b="1" dirty="0" err="1">
                <a:solidFill>
                  <a:srgbClr val="000087"/>
                </a:solidFill>
                <a:latin typeface="Inconsolata" panose="020B0609030003000000" pitchFamily="49" charset="77"/>
              </a:rPr>
              <a:t>num_days</a:t>
            </a:r>
            <a:r>
              <a:rPr lang="en-US" sz="2000" b="1" dirty="0">
                <a:solidFill>
                  <a:srgbClr val="000087"/>
                </a:solidFill>
                <a:latin typeface="Inconsolata" panose="020B0609030003000000" pitchFamily="49" charset="77"/>
              </a:rPr>
              <a:t> = </a:t>
            </a:r>
            <a:r>
              <a:rPr lang="en-US" sz="2000" b="1" dirty="0">
                <a:latin typeface="Inconsolata" panose="020B0609030003000000" pitchFamily="49" charset="77"/>
              </a:rPr>
              <a:t>25 % 7</a:t>
            </a:r>
            <a:r>
              <a:rPr lang="en-US" sz="2000" b="1" dirty="0">
                <a:solidFill>
                  <a:srgbClr val="FF6600"/>
                </a:solidFill>
                <a:latin typeface="Inconsolata" panose="020B0609030003000000" pitchFamily="49" charset="77"/>
              </a:rPr>
              <a:t> 	</a:t>
            </a:r>
            <a:r>
              <a:rPr lang="en-US" sz="2000" b="1" dirty="0">
                <a:solidFill>
                  <a:schemeClr val="accent1"/>
                </a:solidFill>
                <a:latin typeface="Inconsolata" panose="020B0609030003000000" pitchFamily="49" charset="77"/>
              </a:rPr>
              <a:t># extracting number of days</a:t>
            </a:r>
          </a:p>
          <a:p>
            <a:pPr marL="0" indent="0">
              <a:buNone/>
            </a:pPr>
            <a:r>
              <a:rPr lang="en-US" sz="2000" b="1" dirty="0">
                <a:latin typeface="Inconsolata" panose="020B0609030003000000" pitchFamily="49" charset="77"/>
              </a:rPr>
              <a:t>print(</a:t>
            </a:r>
            <a:r>
              <a:rPr lang="en-US" sz="2000" b="1" dirty="0" err="1">
                <a:latin typeface="Inconsolata" panose="020B0609030003000000" pitchFamily="49" charset="77"/>
              </a:rPr>
              <a:t>num_days</a:t>
            </a:r>
            <a:r>
              <a:rPr lang="en-US" sz="2000" b="1" dirty="0">
                <a:latin typeface="Inconsolata" panose="020B0609030003000000" pitchFamily="49" charset="77"/>
              </a:rPr>
              <a:t>) 	</a:t>
            </a:r>
            <a:r>
              <a:rPr lang="en-US" sz="2000" b="1" dirty="0">
                <a:solidFill>
                  <a:schemeClr val="accent1"/>
                </a:solidFill>
                <a:latin typeface="Inconsolata" panose="020B0609030003000000" pitchFamily="49" charset="77"/>
              </a:rPr>
              <a:t># 4</a:t>
            </a:r>
          </a:p>
          <a:p>
            <a:pPr marL="0" indent="0">
              <a:buNone/>
            </a:pPr>
            <a:endParaRPr lang="en-US" sz="20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1900" dirty="0">
              <a:latin typeface="Gill Sans MT" panose="020B0502020104020203" pitchFamily="34" charset="77"/>
            </a:endParaRPr>
          </a:p>
          <a:p>
            <a:pPr marL="0" indent="0">
              <a:buNone/>
            </a:pPr>
            <a:endParaRPr lang="en-US" sz="1900"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A2CEF152-4123-274B-8778-13899F1E40B7}"/>
              </a:ext>
            </a:extLst>
          </p:cNvPr>
          <p:cNvSpPr>
            <a:spLocks noGrp="1"/>
          </p:cNvSpPr>
          <p:nvPr>
            <p:ph type="sldNum" sz="quarter" idx="12"/>
          </p:nvPr>
        </p:nvSpPr>
        <p:spPr/>
        <p:txBody>
          <a:bodyPr/>
          <a:lstStyle/>
          <a:p>
            <a:fld id="{D57F1E4F-1CFF-5643-939E-02111984F565}" type="slidenum">
              <a:rPr lang="en-US" smtClean="0"/>
              <a:t>8</a:t>
            </a:fld>
            <a:endParaRPr lang="en-US" dirty="0"/>
          </a:p>
        </p:txBody>
      </p:sp>
    </p:spTree>
    <p:extLst>
      <p:ext uri="{BB962C8B-B14F-4D97-AF65-F5344CB8AC3E}">
        <p14:creationId xmlns:p14="http://schemas.microsoft.com/office/powerpoint/2010/main" val="16206336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55075" y="107432"/>
            <a:ext cx="7053542" cy="683886"/>
          </a:xfrm>
        </p:spPr>
        <p:txBody>
          <a:bodyPr/>
          <a:lstStyle/>
          <a:p>
            <a:r>
              <a:rPr lang="en-US" dirty="0"/>
              <a:t>Why the modulo operator is useful</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55076" y="791318"/>
            <a:ext cx="8380498" cy="4923681"/>
          </a:xfrm>
        </p:spPr>
        <p:txBody>
          <a:bodyPr>
            <a:noAutofit/>
          </a:bodyPr>
          <a:lstStyle/>
          <a:p>
            <a:pPr marL="0" indent="0">
              <a:buNone/>
            </a:pPr>
            <a:r>
              <a:rPr lang="en-US" sz="2000" dirty="0"/>
              <a:t>If today is a Tuesday, which day is 43 days from today? </a:t>
            </a:r>
            <a:endParaRPr lang="en-US" sz="2000" b="1" dirty="0">
              <a:latin typeface="Inconsolata" panose="020B0609030003000000" pitchFamily="49" charset="77"/>
            </a:endParaRPr>
          </a:p>
          <a:p>
            <a:pPr marL="0" indent="0">
              <a:buNone/>
            </a:pPr>
            <a:r>
              <a:rPr lang="en-US" sz="2000" dirty="0">
                <a:latin typeface="Gill Sans MT" panose="020B0502020104020203" pitchFamily="34" charset="77"/>
              </a:rPr>
              <a:t>Answer: 43 divided by 7 is 6 with a remainder of 1. Thus, it will be Wednesday. </a:t>
            </a:r>
            <a:endParaRPr lang="en-US" sz="2000" b="1" dirty="0">
              <a:solidFill>
                <a:srgbClr val="000087"/>
              </a:solidFill>
              <a:latin typeface="Inconsolata" panose="020B0609030003000000" pitchFamily="49" charset="77"/>
            </a:endParaRPr>
          </a:p>
          <a:p>
            <a:pPr marL="0" indent="0">
              <a:buNone/>
            </a:pPr>
            <a:endParaRPr lang="en-US" sz="2000" b="1" dirty="0">
              <a:solidFill>
                <a:srgbClr val="000087"/>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print(</a:t>
            </a:r>
            <a:r>
              <a:rPr lang="en-US" sz="2000" b="1" dirty="0">
                <a:latin typeface="Inconsolata" panose="020B0609030003000000" pitchFamily="49" charset="77"/>
              </a:rPr>
              <a:t>43 % 7)</a:t>
            </a:r>
            <a:r>
              <a:rPr lang="en-US" sz="2000" b="1" dirty="0">
                <a:solidFill>
                  <a:srgbClr val="FF6600"/>
                </a:solidFill>
                <a:latin typeface="Inconsolata" panose="020B0609030003000000" pitchFamily="49" charset="77"/>
              </a:rPr>
              <a:t> 	</a:t>
            </a:r>
            <a:r>
              <a:rPr lang="en-US" sz="2000" b="1" dirty="0">
                <a:solidFill>
                  <a:schemeClr val="accent1"/>
                </a:solidFill>
                <a:latin typeface="Inconsolata" panose="020B0609030003000000" pitchFamily="49" charset="77"/>
              </a:rPr>
              <a:t># 1</a:t>
            </a:r>
          </a:p>
          <a:p>
            <a:pPr marL="0" indent="0">
              <a:buNone/>
            </a:pPr>
            <a:endParaRPr lang="en-US" sz="2000" b="1" dirty="0">
              <a:latin typeface="Inconsolata" panose="020B0609030003000000" pitchFamily="49" charset="77"/>
            </a:endParaRPr>
          </a:p>
          <a:p>
            <a:pPr marL="0" indent="0">
              <a:buNone/>
            </a:pPr>
            <a:r>
              <a:rPr lang="en-US" sz="2000" dirty="0">
                <a:latin typeface="Gill Sans MT" panose="020B0502020104020203" pitchFamily="34" charset="77"/>
              </a:rPr>
              <a:t>Even/odd:  A number x is even if x % 2 is 0 and odd if x % 2 is 1.</a:t>
            </a:r>
          </a:p>
          <a:p>
            <a:pPr marL="0" indent="0">
              <a:buNone/>
            </a:pPr>
            <a:endParaRPr lang="en-US" sz="2000" b="1" dirty="0">
              <a:solidFill>
                <a:srgbClr val="000000"/>
              </a:solidFill>
              <a:latin typeface="Inconsolata" panose="020B0609030003000000" pitchFamily="49" charset="77"/>
            </a:endParaRPr>
          </a:p>
          <a:p>
            <a:pPr marL="0" indent="0">
              <a:buNone/>
            </a:pPr>
            <a:r>
              <a:rPr lang="en-US" sz="1900" b="1" dirty="0">
                <a:solidFill>
                  <a:srgbClr val="000000"/>
                </a:solidFill>
                <a:latin typeface="Inconsolata" panose="020B0609030003000000" pitchFamily="49" charset="77"/>
              </a:rPr>
              <a:t>num = </a:t>
            </a:r>
            <a:r>
              <a:rPr lang="en-US" sz="1900" b="1" dirty="0">
                <a:solidFill>
                  <a:srgbClr val="34A327"/>
                </a:solidFill>
                <a:latin typeface="Inconsolata" panose="020B0609030003000000" pitchFamily="49" charset="77"/>
              </a:rPr>
              <a:t>int(input(</a:t>
            </a:r>
            <a:r>
              <a:rPr lang="en-US" sz="1900" b="1" dirty="0">
                <a:solidFill>
                  <a:srgbClr val="CD7923"/>
                </a:solidFill>
                <a:latin typeface="Inconsolata" panose="020B0609030003000000" pitchFamily="49" charset="77"/>
              </a:rPr>
              <a:t>‘Please enter an integer value: ’</a:t>
            </a:r>
            <a:r>
              <a:rPr lang="en-US" sz="1900" b="1" dirty="0">
                <a:solidFill>
                  <a:srgbClr val="34A327"/>
                </a:solidFill>
                <a:latin typeface="Inconsolata" panose="020B0609030003000000" pitchFamily="49" charset="77"/>
              </a:rPr>
              <a:t>))</a:t>
            </a:r>
            <a:r>
              <a:rPr lang="en-US" sz="1900" b="1" dirty="0">
                <a:solidFill>
                  <a:srgbClr val="000000"/>
                </a:solidFill>
                <a:latin typeface="Inconsolata" panose="020B0609030003000000" pitchFamily="49" charset="77"/>
              </a:rPr>
              <a:t> </a:t>
            </a:r>
            <a:endParaRPr lang="en-US" sz="1900" b="1" dirty="0">
              <a:solidFill>
                <a:srgbClr val="CD7923"/>
              </a:solidFill>
              <a:latin typeface="Inconsolata" panose="020B0609030003000000" pitchFamily="49" charset="77"/>
            </a:endParaRPr>
          </a:p>
          <a:p>
            <a:pPr marL="0" indent="0">
              <a:buNone/>
            </a:pPr>
            <a:r>
              <a:rPr lang="en-US" sz="1900" b="1" dirty="0">
                <a:solidFill>
                  <a:srgbClr val="34A327"/>
                </a:solidFill>
                <a:latin typeface="Inconsolata" panose="020B0609030003000000" pitchFamily="49" charset="77"/>
              </a:rPr>
              <a:t>print</a:t>
            </a:r>
            <a:r>
              <a:rPr lang="en-US" sz="1900" b="1" dirty="0">
                <a:solidFill>
                  <a:srgbClr val="000000"/>
                </a:solidFill>
                <a:latin typeface="Inconsolata" panose="020B0609030003000000" pitchFamily="49" charset="77"/>
              </a:rPr>
              <a:t>(num, </a:t>
            </a:r>
            <a:r>
              <a:rPr lang="en-US" sz="1900" b="1" dirty="0">
                <a:solidFill>
                  <a:srgbClr val="CD7923"/>
                </a:solidFill>
                <a:latin typeface="Inconsolata" panose="020B0609030003000000" pitchFamily="49" charset="77"/>
              </a:rPr>
              <a:t>'is even:'</a:t>
            </a:r>
            <a:r>
              <a:rPr lang="en-US" sz="1900" b="1" dirty="0">
                <a:solidFill>
                  <a:srgbClr val="000000"/>
                </a:solidFill>
                <a:latin typeface="Inconsolata" panose="020B0609030003000000" pitchFamily="49" charset="77"/>
              </a:rPr>
              <a:t>, num % 2 == 0)  </a:t>
            </a:r>
          </a:p>
          <a:p>
            <a:pPr marL="0" indent="0">
              <a:buNone/>
            </a:pPr>
            <a:r>
              <a:rPr lang="en-US" sz="2400" dirty="0">
                <a:solidFill>
                  <a:srgbClr val="000000"/>
                </a:solidFill>
                <a:latin typeface="Inconsolata" panose="020B0609030003000000" pitchFamily="49" charset="77"/>
              </a:rPr>
              <a:t>   </a:t>
            </a:r>
          </a:p>
          <a:p>
            <a:pPr marL="0" indent="0">
              <a:buNone/>
            </a:pPr>
            <a:endParaRPr lang="en-US" sz="2000" dirty="0">
              <a:latin typeface="Gill Sans MT" panose="020B0502020104020203" pitchFamily="34" charset="77"/>
            </a:endParaRPr>
          </a:p>
          <a:p>
            <a:pPr marL="0" indent="0">
              <a:buNone/>
            </a:pPr>
            <a:endParaRPr lang="en-US" sz="2000" dirty="0">
              <a:latin typeface="Gill Sans MT" panose="020B0502020104020203" pitchFamily="34" charset="77"/>
            </a:endParaRPr>
          </a:p>
          <a:p>
            <a:pPr marL="0" indent="0">
              <a:buNone/>
            </a:pPr>
            <a:endParaRPr lang="en-US" sz="2000" dirty="0">
              <a:latin typeface="Gill Sans MT" panose="020B0502020104020203" pitchFamily="34" charset="77"/>
            </a:endParaRPr>
          </a:p>
          <a:p>
            <a:pPr marL="0" indent="0">
              <a:buNone/>
            </a:pPr>
            <a:endParaRPr lang="en-US" sz="1900" dirty="0">
              <a:latin typeface="Gill Sans MT" panose="020B0502020104020203" pitchFamily="34" charset="77"/>
            </a:endParaRPr>
          </a:p>
          <a:p>
            <a:pPr marL="0" indent="0">
              <a:buNone/>
            </a:pPr>
            <a:endParaRPr lang="en-US" sz="1900" dirty="0">
              <a:latin typeface="Gill Sans MT" panose="020B0502020104020203" pitchFamily="34" charset="77"/>
            </a:endParaRPr>
          </a:p>
        </p:txBody>
      </p:sp>
      <p:sp>
        <p:nvSpPr>
          <p:cNvPr id="4" name="TextBox 3">
            <a:extLst>
              <a:ext uri="{FF2B5EF4-FFF2-40B4-BE49-F238E27FC236}">
                <a16:creationId xmlns:a16="http://schemas.microsoft.com/office/drawing/2014/main" id="{66A8319D-156C-EE43-BECD-589D5CA615A3}"/>
              </a:ext>
            </a:extLst>
          </p:cNvPr>
          <p:cNvSpPr txBox="1"/>
          <p:nvPr/>
        </p:nvSpPr>
        <p:spPr>
          <a:xfrm>
            <a:off x="351947" y="4307808"/>
            <a:ext cx="3692928" cy="1231747"/>
          </a:xfrm>
          <a:prstGeom prst="rect">
            <a:avLst/>
          </a:prstGeom>
          <a:noFill/>
        </p:spPr>
        <p:txBody>
          <a:bodyPr wrap="square" rtlCol="0">
            <a:spAutoFit/>
          </a:bodyPr>
          <a:lstStyle/>
          <a:p>
            <a:r>
              <a:rPr lang="en-US" sz="2000" dirty="0">
                <a:solidFill>
                  <a:srgbClr val="000000"/>
                </a:solidFill>
                <a:latin typeface="Inconsolata" panose="020B0609030003000000" pitchFamily="49" charset="77"/>
              </a:rPr>
              <a:t>Output 1:</a:t>
            </a:r>
          </a:p>
          <a:p>
            <a:r>
              <a:rPr lang="en-US" sz="2000" dirty="0">
                <a:solidFill>
                  <a:srgbClr val="000000"/>
                </a:solidFill>
                <a:latin typeface="Gill Sans MT" panose="020B0502020104020203" pitchFamily="34" charset="77"/>
              </a:rPr>
              <a:t>Please enter an integer value: </a:t>
            </a:r>
            <a:r>
              <a:rPr lang="en-US" sz="2000" u="sng" dirty="0">
                <a:solidFill>
                  <a:srgbClr val="000000"/>
                </a:solidFill>
                <a:latin typeface="Gill Sans MT" panose="020B0502020104020203" pitchFamily="34" charset="77"/>
              </a:rPr>
              <a:t>4</a:t>
            </a:r>
          </a:p>
          <a:p>
            <a:r>
              <a:rPr lang="en-US" sz="2000" dirty="0">
                <a:solidFill>
                  <a:srgbClr val="000000"/>
                </a:solidFill>
                <a:latin typeface="Gill Sans MT" panose="020B0502020104020203" pitchFamily="34" charset="77"/>
              </a:rPr>
              <a:t>4 is even: True</a:t>
            </a:r>
          </a:p>
          <a:p>
            <a:endParaRPr lang="en-US" dirty="0"/>
          </a:p>
        </p:txBody>
      </p:sp>
      <p:sp>
        <p:nvSpPr>
          <p:cNvPr id="6" name="TextBox 5">
            <a:extLst>
              <a:ext uri="{FF2B5EF4-FFF2-40B4-BE49-F238E27FC236}">
                <a16:creationId xmlns:a16="http://schemas.microsoft.com/office/drawing/2014/main" id="{C4DFE0E8-006D-464E-8844-50AB7E317D17}"/>
              </a:ext>
            </a:extLst>
          </p:cNvPr>
          <p:cNvSpPr txBox="1"/>
          <p:nvPr/>
        </p:nvSpPr>
        <p:spPr>
          <a:xfrm>
            <a:off x="4539726" y="4277630"/>
            <a:ext cx="4416924" cy="1231747"/>
          </a:xfrm>
          <a:prstGeom prst="rect">
            <a:avLst/>
          </a:prstGeom>
          <a:noFill/>
        </p:spPr>
        <p:txBody>
          <a:bodyPr wrap="square" rtlCol="0">
            <a:spAutoFit/>
          </a:bodyPr>
          <a:lstStyle/>
          <a:p>
            <a:r>
              <a:rPr lang="en-US" sz="2000" dirty="0">
                <a:solidFill>
                  <a:srgbClr val="000000"/>
                </a:solidFill>
                <a:latin typeface="Inconsolata" panose="020B0609030003000000" pitchFamily="49" charset="77"/>
              </a:rPr>
              <a:t>Output 2:</a:t>
            </a:r>
          </a:p>
          <a:p>
            <a:r>
              <a:rPr lang="en-US" sz="2000" dirty="0">
                <a:solidFill>
                  <a:srgbClr val="000000"/>
                </a:solidFill>
                <a:latin typeface="Gill Sans MT" panose="020B0502020104020203" pitchFamily="34" charset="77"/>
              </a:rPr>
              <a:t>Please enter an integer value: </a:t>
            </a:r>
            <a:r>
              <a:rPr lang="en-US" sz="2000" u="sng" dirty="0">
                <a:solidFill>
                  <a:srgbClr val="000000"/>
                </a:solidFill>
                <a:latin typeface="Gill Sans MT" panose="020B0502020104020203" pitchFamily="34" charset="77"/>
              </a:rPr>
              <a:t>13</a:t>
            </a:r>
          </a:p>
          <a:p>
            <a:r>
              <a:rPr lang="en-US" sz="2000" dirty="0">
                <a:solidFill>
                  <a:srgbClr val="000000"/>
                </a:solidFill>
                <a:latin typeface="Gill Sans MT" panose="020B0502020104020203" pitchFamily="34" charset="77"/>
              </a:rPr>
              <a:t>13 is even: False</a:t>
            </a:r>
          </a:p>
          <a:p>
            <a:endParaRPr lang="en-US" dirty="0"/>
          </a:p>
        </p:txBody>
      </p:sp>
      <p:sp>
        <p:nvSpPr>
          <p:cNvPr id="3" name="Slide Number Placeholder 2">
            <a:extLst>
              <a:ext uri="{FF2B5EF4-FFF2-40B4-BE49-F238E27FC236}">
                <a16:creationId xmlns:a16="http://schemas.microsoft.com/office/drawing/2014/main" id="{C31714EB-8122-D349-B38F-B3EEEE3BE521}"/>
              </a:ext>
            </a:extLst>
          </p:cNvPr>
          <p:cNvSpPr>
            <a:spLocks noGrp="1"/>
          </p:cNvSpPr>
          <p:nvPr>
            <p:ph type="sldNum" sz="quarter" idx="12"/>
          </p:nvPr>
        </p:nvSpPr>
        <p:spPr/>
        <p:txBody>
          <a:bodyPr/>
          <a:lstStyle/>
          <a:p>
            <a:fld id="{D57F1E4F-1CFF-5643-939E-02111984F565}" type="slidenum">
              <a:rPr lang="en-US" smtClean="0"/>
              <a:t>9</a:t>
            </a:fld>
            <a:endParaRPr lang="en-US" dirty="0"/>
          </a:p>
        </p:txBody>
      </p:sp>
    </p:spTree>
    <p:extLst>
      <p:ext uri="{BB962C8B-B14F-4D97-AF65-F5344CB8AC3E}">
        <p14:creationId xmlns:p14="http://schemas.microsoft.com/office/powerpoint/2010/main" val="1605645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5853A8E3-2F89-8B46-BE50-89DDA81236A6}"/>
              </a:ext>
            </a:extLst>
          </p:cNvPr>
          <p:cNvSpPr>
            <a:spLocks noGrp="1" noChangeArrowheads="1"/>
          </p:cNvSpPr>
          <p:nvPr>
            <p:ph type="title" idx="4294967295"/>
          </p:nvPr>
        </p:nvSpPr>
        <p:spPr>
          <a:xfrm>
            <a:off x="107576" y="66187"/>
            <a:ext cx="7880649" cy="510410"/>
          </a:xfrm>
        </p:spPr>
        <p:txBody>
          <a:bodyPr vert="horz" lIns="0" tIns="45720" rIns="0" bIns="0" rtlCol="0" anchor="b">
            <a:normAutofit/>
          </a:bodyPr>
          <a:lstStyle/>
          <a:p>
            <a:pPr eaLnBrk="1" hangingPunct="1">
              <a:defRPr/>
            </a:pPr>
            <a:r>
              <a:rPr lang="en-US" dirty="0">
                <a:cs typeface="+mj-cs"/>
              </a:rPr>
              <a:t>Expressions</a:t>
            </a:r>
          </a:p>
        </p:txBody>
      </p:sp>
      <p:sp>
        <p:nvSpPr>
          <p:cNvPr id="6147" name="Rectangle 4">
            <a:extLst>
              <a:ext uri="{FF2B5EF4-FFF2-40B4-BE49-F238E27FC236}">
                <a16:creationId xmlns:a16="http://schemas.microsoft.com/office/drawing/2014/main" id="{B9719AA9-1210-AD44-92F4-7B8E508762A1}"/>
              </a:ext>
            </a:extLst>
          </p:cNvPr>
          <p:cNvSpPr>
            <a:spLocks noGrp="1" noChangeArrowheads="1"/>
          </p:cNvSpPr>
          <p:nvPr>
            <p:ph idx="4294967295"/>
          </p:nvPr>
        </p:nvSpPr>
        <p:spPr>
          <a:xfrm>
            <a:off x="107576" y="693290"/>
            <a:ext cx="8928847" cy="4700318"/>
          </a:xfrm>
        </p:spPr>
        <p:txBody>
          <a:bodyPr/>
          <a:lstStyle/>
          <a:p>
            <a:pPr lvl="1">
              <a:lnSpc>
                <a:spcPct val="90000"/>
              </a:lnSpc>
              <a:spcBef>
                <a:spcPct val="0"/>
              </a:spcBef>
              <a:buClr>
                <a:schemeClr val="bg1"/>
              </a:buClr>
              <a:buFontTx/>
              <a:buNone/>
            </a:pPr>
            <a:r>
              <a:rPr lang="en-US" altLang="en-US" dirty="0">
                <a:ea typeface="ＭＳ Ｐゴシック" panose="020B0600070205080204" pitchFamily="34" charset="-128"/>
              </a:rPr>
              <a:t>Find the exact change for 137 cents using quarters, dimes, nickels and cents. Use the least</a:t>
            </a:r>
          </a:p>
          <a:p>
            <a:pPr lvl="1">
              <a:lnSpc>
                <a:spcPct val="90000"/>
              </a:lnSpc>
              <a:spcBef>
                <a:spcPct val="0"/>
              </a:spcBef>
              <a:buClr>
                <a:schemeClr val="bg1"/>
              </a:buClr>
              <a:buFontTx/>
              <a:buNone/>
            </a:pPr>
            <a:r>
              <a:rPr lang="en-US" altLang="en-US" dirty="0">
                <a:ea typeface="ＭＳ Ｐゴシック" panose="020B0600070205080204" pitchFamily="34" charset="-128"/>
              </a:rPr>
              <a:t>number of coins. </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r>
              <a:rPr lang="en-US" altLang="en-US" dirty="0">
                <a:ea typeface="ＭＳ Ｐゴシック" panose="020B0600070205080204" pitchFamily="34" charset="-128"/>
              </a:rPr>
              <a:t>How many quarters? 137 // 25 = 5 quarters (Floor Division!)</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r>
              <a:rPr lang="en-US" altLang="en-US" dirty="0">
                <a:ea typeface="ＭＳ Ｐゴシック" panose="020B0600070205080204" pitchFamily="34" charset="-128"/>
              </a:rPr>
              <a:t>What’s leftover? 137 % 25 = 12 cents</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r>
              <a:rPr lang="en-US" altLang="en-US" dirty="0">
                <a:ea typeface="ＭＳ Ｐゴシック" panose="020B0600070205080204" pitchFamily="34" charset="-128"/>
              </a:rPr>
              <a:t>How many dimes? 12 // 10 = 1 dime</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r>
              <a:rPr lang="en-US" altLang="en-US" dirty="0">
                <a:ea typeface="ＭＳ Ｐゴシック" panose="020B0600070205080204" pitchFamily="34" charset="-128"/>
              </a:rPr>
              <a:t>What’s leftover? 12 % 10 = 2 cents</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r>
              <a:rPr lang="en-US" altLang="en-US" dirty="0">
                <a:ea typeface="ＭＳ Ｐゴシック" panose="020B0600070205080204" pitchFamily="34" charset="-128"/>
              </a:rPr>
              <a:t>How many nickels? 2 // 5 = 0 nickels. </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r>
              <a:rPr lang="en-US" altLang="en-US" dirty="0">
                <a:ea typeface="ＭＳ Ｐゴシック" panose="020B0600070205080204" pitchFamily="34" charset="-128"/>
              </a:rPr>
              <a:t>What’s leftover? 2 % 5 = 2 cents.   </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r>
              <a:rPr lang="en-US" altLang="en-US" dirty="0">
                <a:ea typeface="ＭＳ Ｐゴシック" panose="020B0600070205080204" pitchFamily="34" charset="-128"/>
              </a:rPr>
              <a:t>How many pennies? 2 // 1 = 2 pennies</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spcBef>
                <a:spcPct val="0"/>
              </a:spcBef>
              <a:buClr>
                <a:schemeClr val="bg1"/>
              </a:buClr>
              <a:buNone/>
            </a:pPr>
            <a:r>
              <a:rPr lang="en-US" altLang="en-US" dirty="0">
                <a:ea typeface="ＭＳ Ｐゴシック" panose="020B0600070205080204" pitchFamily="34" charset="-128"/>
              </a:rPr>
              <a:t>What’s leftover? 2 % 1= 0 cents.   Done!</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endParaRPr lang="en-US" altLang="en-US" dirty="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9AD8905F-0EA8-D041-B580-8F32959301A7}"/>
              </a:ext>
            </a:extLst>
          </p:cNvPr>
          <p:cNvSpPr>
            <a:spLocks noGrp="1"/>
          </p:cNvSpPr>
          <p:nvPr>
            <p:ph type="sldNum" sz="quarter" idx="12"/>
          </p:nvPr>
        </p:nvSpPr>
        <p:spPr/>
        <p:txBody>
          <a:bodyPr/>
          <a:lstStyle/>
          <a:p>
            <a:fld id="{D57F1E4F-1CFF-5643-939E-02111984F565}" type="slidenum">
              <a:rPr lang="en-US" smtClean="0"/>
              <a:t>10</a:t>
            </a:fld>
            <a:endParaRPr lang="en-US" dirty="0"/>
          </a:p>
        </p:txBody>
      </p:sp>
    </p:spTree>
    <p:extLst>
      <p:ext uri="{BB962C8B-B14F-4D97-AF65-F5344CB8AC3E}">
        <p14:creationId xmlns:p14="http://schemas.microsoft.com/office/powerpoint/2010/main" val="193680509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6147">
                                            <p:txEl>
                                              <p:pRg st="7" end="7"/>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6147">
                                            <p:txEl>
                                              <p:pRg st="9" end="9"/>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6147">
                                            <p:txEl>
                                              <p:pRg st="11" end="11"/>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6147">
                                            <p:txEl>
                                              <p:pRg st="13" end="13"/>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6147">
                                            <p:txEl>
                                              <p:pRg st="15" end="1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147">
                                            <p:txEl>
                                              <p:pRg st="17" end="1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5853A8E3-2F89-8B46-BE50-89DDA81236A6}"/>
              </a:ext>
            </a:extLst>
          </p:cNvPr>
          <p:cNvSpPr>
            <a:spLocks noGrp="1" noChangeArrowheads="1"/>
          </p:cNvSpPr>
          <p:nvPr>
            <p:ph type="title" idx="4294967295"/>
          </p:nvPr>
        </p:nvSpPr>
        <p:spPr>
          <a:xfrm>
            <a:off x="129091" y="21515"/>
            <a:ext cx="7886700" cy="693290"/>
          </a:xfrm>
        </p:spPr>
        <p:txBody>
          <a:bodyPr vert="horz" lIns="0" tIns="45720" rIns="0" bIns="0" rtlCol="0" anchor="b">
            <a:normAutofit/>
          </a:bodyPr>
          <a:lstStyle/>
          <a:p>
            <a:pPr eaLnBrk="1" hangingPunct="1">
              <a:defRPr/>
            </a:pPr>
            <a:r>
              <a:rPr lang="en-US" dirty="0">
                <a:cs typeface="+mj-cs"/>
              </a:rPr>
              <a:t>Extracting Digits</a:t>
            </a:r>
          </a:p>
        </p:txBody>
      </p:sp>
      <p:sp>
        <p:nvSpPr>
          <p:cNvPr id="6147" name="Rectangle 4">
            <a:extLst>
              <a:ext uri="{FF2B5EF4-FFF2-40B4-BE49-F238E27FC236}">
                <a16:creationId xmlns:a16="http://schemas.microsoft.com/office/drawing/2014/main" id="{B9719AA9-1210-AD44-92F4-7B8E508762A1}"/>
              </a:ext>
            </a:extLst>
          </p:cNvPr>
          <p:cNvSpPr>
            <a:spLocks noGrp="1" noChangeArrowheads="1"/>
          </p:cNvSpPr>
          <p:nvPr>
            <p:ph idx="4294967295"/>
          </p:nvPr>
        </p:nvSpPr>
        <p:spPr>
          <a:xfrm>
            <a:off x="1" y="828339"/>
            <a:ext cx="9144000" cy="4678804"/>
          </a:xfrm>
        </p:spPr>
        <p:txBody>
          <a:bodyPr>
            <a:normAutofit lnSpcReduction="10000"/>
          </a:bodyPr>
          <a:lstStyle/>
          <a:p>
            <a:pPr lvl="1">
              <a:lnSpc>
                <a:spcPct val="90000"/>
              </a:lnSpc>
              <a:spcBef>
                <a:spcPct val="0"/>
              </a:spcBef>
              <a:buClr>
                <a:schemeClr val="bg1"/>
              </a:buClr>
              <a:buFontTx/>
              <a:buNone/>
            </a:pPr>
            <a:r>
              <a:rPr lang="en-US" altLang="en-US" sz="2000" dirty="0">
                <a:ea typeface="ＭＳ Ｐゴシック" panose="020B0600070205080204" pitchFamily="34" charset="-128"/>
              </a:rPr>
              <a:t>Given a three-digit integer. Extract its the ones, tens and hundreds digits. </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r>
              <a:rPr lang="en-US" altLang="en-US" sz="2000" dirty="0">
                <a:ea typeface="ＭＳ Ｐゴシック" panose="020B0600070205080204" pitchFamily="34" charset="-128"/>
              </a:rPr>
              <a:t>For example, if the integer is 352. Its ones digit is the 2, its tens digit is the 5 and </a:t>
            </a:r>
          </a:p>
          <a:p>
            <a:pPr lvl="1">
              <a:lnSpc>
                <a:spcPct val="90000"/>
              </a:lnSpc>
              <a:spcBef>
                <a:spcPct val="0"/>
              </a:spcBef>
              <a:buClr>
                <a:schemeClr val="bg1"/>
              </a:buClr>
              <a:buFontTx/>
              <a:buNone/>
            </a:pPr>
            <a:r>
              <a:rPr lang="en-US" altLang="en-US" sz="2000" dirty="0">
                <a:ea typeface="ＭＳ Ｐゴシック" panose="020B0600070205080204" pitchFamily="34" charset="-128"/>
              </a:rPr>
              <a:t>its hundreds digit is the 3. </a:t>
            </a:r>
          </a:p>
          <a:p>
            <a:pPr lvl="1">
              <a:lnSpc>
                <a:spcPct val="90000"/>
              </a:lnSpc>
              <a:spcBef>
                <a:spcPct val="0"/>
              </a:spcBef>
              <a:buClr>
                <a:schemeClr val="bg1"/>
              </a:buClr>
              <a:buFontTx/>
              <a:buNone/>
            </a:pPr>
            <a:endParaRPr lang="en-US" altLang="en-US" sz="2000" b="1" dirty="0">
              <a:latin typeface="Inconsolata" panose="020B0609030003000000" pitchFamily="49" charset="77"/>
              <a:ea typeface="ＭＳ Ｐゴシック" panose="020B0600070205080204" pitchFamily="34" charset="-128"/>
            </a:endParaRP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number = 352</a:t>
            </a: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print("ones:", number % 10) </a:t>
            </a: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number = number // 10</a:t>
            </a: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print("tens:", number % 10)</a:t>
            </a: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number = number // 10</a:t>
            </a:r>
          </a:p>
          <a:p>
            <a:pPr lvl="1">
              <a:spcBef>
                <a:spcPct val="0"/>
              </a:spcBef>
              <a:buClr>
                <a:schemeClr val="bg1"/>
              </a:buClr>
              <a:buNone/>
            </a:pPr>
            <a:r>
              <a:rPr lang="en-US" altLang="en-US" sz="2000" b="1" dirty="0">
                <a:latin typeface="Inconsolata" panose="020B0609030003000000" pitchFamily="49" charset="77"/>
                <a:ea typeface="ＭＳ Ｐゴシック" panose="020B0600070205080204" pitchFamily="34" charset="-128"/>
              </a:rPr>
              <a:t>print("hundreds:", number % 10)</a:t>
            </a:r>
          </a:p>
          <a:p>
            <a:pPr lvl="1">
              <a:lnSpc>
                <a:spcPct val="90000"/>
              </a:lnSpc>
              <a:spcBef>
                <a:spcPct val="0"/>
              </a:spcBef>
              <a:buClr>
                <a:schemeClr val="bg1"/>
              </a:buClr>
              <a:buFontTx/>
              <a:buNone/>
            </a:pPr>
            <a:endParaRPr lang="en-US" altLang="en-US" sz="2000" dirty="0">
              <a:ea typeface="ＭＳ Ｐゴシック" panose="020B0600070205080204" pitchFamily="34" charset="-128"/>
            </a:endParaRPr>
          </a:p>
          <a:p>
            <a:pPr lvl="1">
              <a:lnSpc>
                <a:spcPct val="90000"/>
              </a:lnSpc>
              <a:spcBef>
                <a:spcPct val="0"/>
              </a:spcBef>
              <a:buClr>
                <a:schemeClr val="bg1"/>
              </a:buClr>
              <a:buFontTx/>
              <a:buNone/>
            </a:pPr>
            <a:endParaRPr lang="en-US" altLang="en-US" sz="2000" dirty="0">
              <a:ea typeface="ＭＳ Ｐゴシック" panose="020B0600070205080204" pitchFamily="34" charset="-128"/>
            </a:endParaRPr>
          </a:p>
          <a:p>
            <a:pPr lvl="1">
              <a:lnSpc>
                <a:spcPct val="90000"/>
              </a:lnSpc>
              <a:spcBef>
                <a:spcPct val="0"/>
              </a:spcBef>
              <a:buClr>
                <a:schemeClr val="bg1"/>
              </a:buClr>
              <a:buFontTx/>
              <a:buNone/>
            </a:pPr>
            <a:endParaRPr lang="en-US" altLang="en-US" sz="2000" dirty="0">
              <a:ea typeface="ＭＳ Ｐゴシック" panose="020B0600070205080204" pitchFamily="34" charset="-128"/>
            </a:endParaRPr>
          </a:p>
          <a:p>
            <a:pPr lvl="1">
              <a:spcBef>
                <a:spcPct val="0"/>
              </a:spcBef>
              <a:buClr>
                <a:schemeClr val="bg1"/>
              </a:buClr>
              <a:buNone/>
            </a:pPr>
            <a:r>
              <a:rPr lang="en-US" altLang="en-US" sz="2000" dirty="0">
                <a:ea typeface="ＭＳ Ｐゴシック" panose="020B0600070205080204" pitchFamily="34" charset="-128"/>
              </a:rPr>
              <a:t>Note:  Modulo 10 (% 10) extracts the last digit. Floor division (// 10) discards the </a:t>
            </a:r>
          </a:p>
          <a:p>
            <a:pPr lvl="1">
              <a:spcBef>
                <a:spcPct val="0"/>
              </a:spcBef>
              <a:buClr>
                <a:schemeClr val="bg1"/>
              </a:buClr>
              <a:buNone/>
            </a:pPr>
            <a:r>
              <a:rPr lang="en-US" altLang="en-US" sz="2000" dirty="0">
                <a:ea typeface="ＭＳ Ｐゴシック" panose="020B0600070205080204" pitchFamily="34" charset="-128"/>
              </a:rPr>
              <a:t>last digit. Later in another lecture, we will see how to generalize this to</a:t>
            </a:r>
          </a:p>
          <a:p>
            <a:pPr lvl="1">
              <a:spcBef>
                <a:spcPct val="0"/>
              </a:spcBef>
              <a:buClr>
                <a:schemeClr val="bg1"/>
              </a:buClr>
              <a:buNone/>
            </a:pPr>
            <a:r>
              <a:rPr lang="en-US" altLang="en-US" sz="2000" dirty="0">
                <a:ea typeface="ＭＳ Ｐゴシック" panose="020B0600070205080204" pitchFamily="34" charset="-128"/>
              </a:rPr>
              <a:t>any number of digits.</a:t>
            </a: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endParaRPr lang="en-US" altLang="en-US" dirty="0">
              <a:ea typeface="ＭＳ Ｐゴシック" panose="020B0600070205080204" pitchFamily="34" charset="-128"/>
            </a:endParaRPr>
          </a:p>
        </p:txBody>
      </p:sp>
      <p:sp>
        <p:nvSpPr>
          <p:cNvPr id="2" name="TextBox 1">
            <a:extLst>
              <a:ext uri="{FF2B5EF4-FFF2-40B4-BE49-F238E27FC236}">
                <a16:creationId xmlns:a16="http://schemas.microsoft.com/office/drawing/2014/main" id="{600D5CB3-625D-E342-9D51-0EE03B50A663}"/>
              </a:ext>
            </a:extLst>
          </p:cNvPr>
          <p:cNvSpPr txBox="1"/>
          <p:nvPr/>
        </p:nvSpPr>
        <p:spPr>
          <a:xfrm>
            <a:off x="4602822" y="2177661"/>
            <a:ext cx="3101009" cy="616194"/>
          </a:xfrm>
          <a:prstGeom prst="rect">
            <a:avLst/>
          </a:prstGeom>
          <a:noFill/>
        </p:spPr>
        <p:txBody>
          <a:bodyPr wrap="square" rtlCol="0">
            <a:spAutoFit/>
          </a:bodyPr>
          <a:lstStyle/>
          <a:p>
            <a:r>
              <a:rPr lang="en-US" sz="2000" dirty="0">
                <a:solidFill>
                  <a:srgbClr val="00B050"/>
                </a:solidFill>
                <a:latin typeface="Gill Sans MT" panose="020B0502020104020203" pitchFamily="34" charset="77"/>
              </a:rPr>
              <a:t># ones: 2 </a:t>
            </a:r>
          </a:p>
          <a:p>
            <a:endParaRPr lang="en-US" dirty="0"/>
          </a:p>
        </p:txBody>
      </p:sp>
      <p:sp>
        <p:nvSpPr>
          <p:cNvPr id="5" name="TextBox 4">
            <a:extLst>
              <a:ext uri="{FF2B5EF4-FFF2-40B4-BE49-F238E27FC236}">
                <a16:creationId xmlns:a16="http://schemas.microsoft.com/office/drawing/2014/main" id="{0E173567-B84C-454D-BAF9-EF1407796310}"/>
              </a:ext>
            </a:extLst>
          </p:cNvPr>
          <p:cNvSpPr txBox="1"/>
          <p:nvPr/>
        </p:nvSpPr>
        <p:spPr>
          <a:xfrm>
            <a:off x="4592547" y="2445182"/>
            <a:ext cx="3723862" cy="616194"/>
          </a:xfrm>
          <a:prstGeom prst="rect">
            <a:avLst/>
          </a:prstGeom>
          <a:noFill/>
        </p:spPr>
        <p:txBody>
          <a:bodyPr wrap="square" rtlCol="0">
            <a:spAutoFit/>
          </a:bodyPr>
          <a:lstStyle/>
          <a:p>
            <a:r>
              <a:rPr lang="en-US" sz="2000" dirty="0">
                <a:solidFill>
                  <a:srgbClr val="00B050"/>
                </a:solidFill>
                <a:latin typeface="Gill Sans MT" panose="020B0502020104020203" pitchFamily="34" charset="77"/>
              </a:rPr>
              <a:t># number = 35 (discards last digit) </a:t>
            </a:r>
          </a:p>
          <a:p>
            <a:endParaRPr lang="en-US" dirty="0"/>
          </a:p>
        </p:txBody>
      </p:sp>
      <p:sp>
        <p:nvSpPr>
          <p:cNvPr id="7" name="TextBox 6">
            <a:extLst>
              <a:ext uri="{FF2B5EF4-FFF2-40B4-BE49-F238E27FC236}">
                <a16:creationId xmlns:a16="http://schemas.microsoft.com/office/drawing/2014/main" id="{C3540662-C43E-CF41-97AB-6AE0B3E757AD}"/>
              </a:ext>
            </a:extLst>
          </p:cNvPr>
          <p:cNvSpPr txBox="1"/>
          <p:nvPr/>
        </p:nvSpPr>
        <p:spPr>
          <a:xfrm>
            <a:off x="4582274" y="2742673"/>
            <a:ext cx="3723862" cy="616194"/>
          </a:xfrm>
          <a:prstGeom prst="rect">
            <a:avLst/>
          </a:prstGeom>
          <a:noFill/>
        </p:spPr>
        <p:txBody>
          <a:bodyPr wrap="square" rtlCol="0">
            <a:spAutoFit/>
          </a:bodyPr>
          <a:lstStyle/>
          <a:p>
            <a:r>
              <a:rPr lang="en-US" sz="2000" dirty="0">
                <a:solidFill>
                  <a:srgbClr val="00B050"/>
                </a:solidFill>
                <a:latin typeface="Gill Sans MT" panose="020B0502020104020203" pitchFamily="34" charset="77"/>
              </a:rPr>
              <a:t># tens: 5 </a:t>
            </a:r>
          </a:p>
          <a:p>
            <a:endParaRPr lang="en-US" dirty="0"/>
          </a:p>
        </p:txBody>
      </p:sp>
      <p:sp>
        <p:nvSpPr>
          <p:cNvPr id="9" name="TextBox 8">
            <a:extLst>
              <a:ext uri="{FF2B5EF4-FFF2-40B4-BE49-F238E27FC236}">
                <a16:creationId xmlns:a16="http://schemas.microsoft.com/office/drawing/2014/main" id="{95934F45-DC5A-0544-9C2F-A9E2BDC9C68F}"/>
              </a:ext>
            </a:extLst>
          </p:cNvPr>
          <p:cNvSpPr txBox="1"/>
          <p:nvPr/>
        </p:nvSpPr>
        <p:spPr>
          <a:xfrm>
            <a:off x="4602822" y="3208837"/>
            <a:ext cx="3723862" cy="616194"/>
          </a:xfrm>
          <a:prstGeom prst="rect">
            <a:avLst/>
          </a:prstGeom>
          <a:noFill/>
        </p:spPr>
        <p:txBody>
          <a:bodyPr wrap="square" rtlCol="0">
            <a:spAutoFit/>
          </a:bodyPr>
          <a:lstStyle/>
          <a:p>
            <a:r>
              <a:rPr lang="en-US" sz="2000" dirty="0">
                <a:solidFill>
                  <a:srgbClr val="00B050"/>
                </a:solidFill>
                <a:latin typeface="Gill Sans MT" panose="020B0502020104020203" pitchFamily="34" charset="77"/>
              </a:rPr>
              <a:t># hundreds:3 </a:t>
            </a:r>
          </a:p>
          <a:p>
            <a:endParaRPr lang="en-US" dirty="0"/>
          </a:p>
        </p:txBody>
      </p:sp>
      <p:sp>
        <p:nvSpPr>
          <p:cNvPr id="3" name="Slide Number Placeholder 2">
            <a:extLst>
              <a:ext uri="{FF2B5EF4-FFF2-40B4-BE49-F238E27FC236}">
                <a16:creationId xmlns:a16="http://schemas.microsoft.com/office/drawing/2014/main" id="{D066EDD7-2470-6E42-857F-D7BD0FA2B658}"/>
              </a:ext>
            </a:extLst>
          </p:cNvPr>
          <p:cNvSpPr>
            <a:spLocks noGrp="1"/>
          </p:cNvSpPr>
          <p:nvPr>
            <p:ph type="sldNum" sz="quarter" idx="12"/>
          </p:nvPr>
        </p:nvSpPr>
        <p:spPr/>
        <p:txBody>
          <a:bodyPr/>
          <a:lstStyle/>
          <a:p>
            <a:fld id="{D57F1E4F-1CFF-5643-939E-02111984F565}" type="slidenum">
              <a:rPr lang="en-US" smtClean="0"/>
              <a:t>11</a:t>
            </a:fld>
            <a:endParaRPr lang="en-US" dirty="0"/>
          </a:p>
        </p:txBody>
      </p:sp>
      <p:sp>
        <p:nvSpPr>
          <p:cNvPr id="4" name="TextBox 3">
            <a:extLst>
              <a:ext uri="{FF2B5EF4-FFF2-40B4-BE49-F238E27FC236}">
                <a16:creationId xmlns:a16="http://schemas.microsoft.com/office/drawing/2014/main" id="{56EB2860-1E9D-BE39-0E5F-A27D9820A841}"/>
              </a:ext>
            </a:extLst>
          </p:cNvPr>
          <p:cNvSpPr txBox="1"/>
          <p:nvPr/>
        </p:nvSpPr>
        <p:spPr>
          <a:xfrm>
            <a:off x="4579063" y="2989771"/>
            <a:ext cx="3723862" cy="832279"/>
          </a:xfrm>
          <a:prstGeom prst="rect">
            <a:avLst/>
          </a:prstGeom>
          <a:noFill/>
        </p:spPr>
        <p:txBody>
          <a:bodyPr wrap="square" rtlCol="0">
            <a:spAutoFit/>
          </a:bodyPr>
          <a:lstStyle/>
          <a:p>
            <a:r>
              <a:rPr lang="en-US" sz="2000" dirty="0">
                <a:solidFill>
                  <a:srgbClr val="00B050"/>
                </a:solidFill>
                <a:latin typeface="Gill Sans MT" panose="020B0502020104020203" pitchFamily="34" charset="77"/>
              </a:rPr>
              <a:t># number = 3 (discards last digit) </a:t>
            </a:r>
          </a:p>
          <a:p>
            <a:endParaRPr lang="en-US" dirty="0"/>
          </a:p>
          <a:p>
            <a:endParaRPr lang="en-US" dirty="0"/>
          </a:p>
        </p:txBody>
      </p:sp>
    </p:spTree>
    <p:extLst>
      <p:ext uri="{BB962C8B-B14F-4D97-AF65-F5344CB8AC3E}">
        <p14:creationId xmlns:p14="http://schemas.microsoft.com/office/powerpoint/2010/main" val="71146785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7">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14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147">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6147">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6147">
                                            <p:txEl>
                                              <p:pRg st="14" end="14"/>
                                            </p:txEl>
                                          </p:spTgt>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6147">
                                            <p:txEl>
                                              <p:pRg st="15" end="15"/>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147">
                                            <p:txEl>
                                              <p:pRg st="16" end="16"/>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5853A8E3-2F89-8B46-BE50-89DDA81236A6}"/>
              </a:ext>
            </a:extLst>
          </p:cNvPr>
          <p:cNvSpPr>
            <a:spLocks noGrp="1" noChangeArrowheads="1"/>
          </p:cNvSpPr>
          <p:nvPr>
            <p:ph type="title" idx="4294967295"/>
          </p:nvPr>
        </p:nvSpPr>
        <p:spPr>
          <a:xfrm>
            <a:off x="121200" y="0"/>
            <a:ext cx="7886700" cy="693290"/>
          </a:xfrm>
        </p:spPr>
        <p:txBody>
          <a:bodyPr vert="horz" lIns="0" tIns="45720" rIns="0" bIns="0" rtlCol="0" anchor="b">
            <a:normAutofit/>
          </a:bodyPr>
          <a:lstStyle/>
          <a:p>
            <a:pPr eaLnBrk="1" hangingPunct="1">
              <a:defRPr/>
            </a:pPr>
            <a:r>
              <a:rPr lang="en-US" dirty="0">
                <a:cs typeface="+mj-cs"/>
              </a:rPr>
              <a:t>Extracting Digits</a:t>
            </a:r>
          </a:p>
        </p:txBody>
      </p:sp>
      <p:sp>
        <p:nvSpPr>
          <p:cNvPr id="6147" name="Rectangle 4">
            <a:extLst>
              <a:ext uri="{FF2B5EF4-FFF2-40B4-BE49-F238E27FC236}">
                <a16:creationId xmlns:a16="http://schemas.microsoft.com/office/drawing/2014/main" id="{B9719AA9-1210-AD44-92F4-7B8E508762A1}"/>
              </a:ext>
            </a:extLst>
          </p:cNvPr>
          <p:cNvSpPr>
            <a:spLocks noGrp="1" noChangeArrowheads="1"/>
          </p:cNvSpPr>
          <p:nvPr>
            <p:ph idx="4294967295"/>
          </p:nvPr>
        </p:nvSpPr>
        <p:spPr>
          <a:xfrm>
            <a:off x="121201" y="774551"/>
            <a:ext cx="9022800" cy="4732592"/>
          </a:xfrm>
        </p:spPr>
        <p:txBody>
          <a:bodyPr/>
          <a:lstStyle/>
          <a:p>
            <a:pPr lvl="1">
              <a:lnSpc>
                <a:spcPct val="90000"/>
              </a:lnSpc>
              <a:spcBef>
                <a:spcPct val="0"/>
              </a:spcBef>
              <a:buClr>
                <a:schemeClr val="bg1"/>
              </a:buClr>
              <a:buFontTx/>
              <a:buNone/>
            </a:pPr>
            <a:endParaRPr lang="en-US" altLang="en-US" sz="2000" b="1" dirty="0">
              <a:latin typeface="Inconsolata" panose="020B0609030003000000" pitchFamily="49" charset="77"/>
              <a:ea typeface="ＭＳ Ｐゴシック" panose="020B0600070205080204" pitchFamily="34" charset="-128"/>
            </a:endParaRPr>
          </a:p>
          <a:p>
            <a:pPr lvl="1">
              <a:lnSpc>
                <a:spcPct val="90000"/>
              </a:lnSpc>
              <a:spcBef>
                <a:spcPct val="0"/>
              </a:spcBef>
              <a:buClr>
                <a:schemeClr val="bg1"/>
              </a:buClr>
              <a:buFontTx/>
              <a:buNone/>
            </a:pPr>
            <a:r>
              <a:rPr lang="en-US" altLang="en-US" sz="2000" dirty="0">
                <a:latin typeface="Gill Sans MT" panose="020B0502020104020203" pitchFamily="34" charset="77"/>
                <a:ea typeface="ＭＳ Ｐゴシック" panose="020B0600070205080204" pitchFamily="34" charset="-128"/>
              </a:rPr>
              <a:t>Alternatively:</a:t>
            </a:r>
          </a:p>
          <a:p>
            <a:pPr lvl="1">
              <a:lnSpc>
                <a:spcPct val="90000"/>
              </a:lnSpc>
              <a:spcBef>
                <a:spcPct val="0"/>
              </a:spcBef>
              <a:buClr>
                <a:schemeClr val="bg1"/>
              </a:buClr>
              <a:buFontTx/>
              <a:buNone/>
            </a:pPr>
            <a:endParaRPr lang="en-US" altLang="en-US" sz="2000" b="1" dirty="0">
              <a:latin typeface="Inconsolata" panose="020B0609030003000000" pitchFamily="49" charset="77"/>
              <a:ea typeface="ＭＳ Ｐゴシック" panose="020B0600070205080204" pitchFamily="34" charset="-128"/>
            </a:endParaRP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number = 352</a:t>
            </a: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ones = number % 10</a:t>
            </a: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tens = (number // 10) % 10</a:t>
            </a: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hundreds = number // 100</a:t>
            </a:r>
          </a:p>
          <a:p>
            <a:pPr lvl="1">
              <a:lnSpc>
                <a:spcPct val="90000"/>
              </a:lnSpc>
              <a:spcBef>
                <a:spcPct val="0"/>
              </a:spcBef>
              <a:buClr>
                <a:schemeClr val="bg1"/>
              </a:buClr>
              <a:buFontTx/>
              <a:buNone/>
            </a:pPr>
            <a:r>
              <a:rPr lang="en-US" altLang="en-US" sz="2000" b="1" dirty="0">
                <a:latin typeface="Inconsolata" panose="020B0609030003000000" pitchFamily="49" charset="77"/>
                <a:ea typeface="ＭＳ Ｐゴシック" panose="020B0600070205080204" pitchFamily="34" charset="-128"/>
              </a:rPr>
              <a:t>print("ones:", ones, "tens", tens, "hundreds:", hundreds)</a:t>
            </a:r>
          </a:p>
          <a:p>
            <a:pPr lvl="1">
              <a:lnSpc>
                <a:spcPct val="90000"/>
              </a:lnSpc>
              <a:spcBef>
                <a:spcPct val="0"/>
              </a:spcBef>
              <a:buClr>
                <a:schemeClr val="bg1"/>
              </a:buClr>
              <a:buFontTx/>
              <a:buNone/>
            </a:pPr>
            <a:endParaRPr lang="en-US" altLang="en-US" sz="2000" dirty="0">
              <a:ea typeface="ＭＳ Ｐゴシック" panose="020B0600070205080204" pitchFamily="34" charset="-128"/>
            </a:endParaRPr>
          </a:p>
          <a:p>
            <a:pPr lvl="1">
              <a:lnSpc>
                <a:spcPct val="90000"/>
              </a:lnSpc>
              <a:spcBef>
                <a:spcPct val="0"/>
              </a:spcBef>
              <a:buClr>
                <a:schemeClr val="bg1"/>
              </a:buClr>
              <a:buFontTx/>
              <a:buNone/>
            </a:pPr>
            <a:endParaRPr lang="en-US" altLang="en-US" sz="2000" dirty="0">
              <a:ea typeface="ＭＳ Ｐゴシック" panose="020B0600070205080204" pitchFamily="34" charset="-128"/>
            </a:endParaRPr>
          </a:p>
          <a:p>
            <a:pPr lvl="1">
              <a:lnSpc>
                <a:spcPct val="90000"/>
              </a:lnSpc>
              <a:spcBef>
                <a:spcPct val="0"/>
              </a:spcBef>
              <a:buClr>
                <a:schemeClr val="bg1"/>
              </a:buClr>
              <a:buFontTx/>
              <a:buNone/>
            </a:pPr>
            <a:r>
              <a:rPr lang="en-US" altLang="en-US" sz="2000" dirty="0">
                <a:ea typeface="ＭＳ Ｐゴシック" panose="020B0600070205080204" pitchFamily="34" charset="-128"/>
              </a:rPr>
              <a:t>Output:</a:t>
            </a:r>
          </a:p>
          <a:p>
            <a:pPr lvl="1">
              <a:lnSpc>
                <a:spcPct val="90000"/>
              </a:lnSpc>
              <a:spcBef>
                <a:spcPct val="0"/>
              </a:spcBef>
              <a:buClr>
                <a:schemeClr val="bg1"/>
              </a:buClr>
              <a:buFontTx/>
              <a:buNone/>
            </a:pPr>
            <a:endParaRPr lang="en-US" altLang="en-US" sz="2000" dirty="0">
              <a:ea typeface="ＭＳ Ｐゴシック" panose="020B0600070205080204" pitchFamily="34" charset="-128"/>
            </a:endParaRPr>
          </a:p>
          <a:p>
            <a:pPr lvl="1">
              <a:lnSpc>
                <a:spcPct val="90000"/>
              </a:lnSpc>
              <a:spcBef>
                <a:spcPct val="0"/>
              </a:spcBef>
              <a:buClr>
                <a:schemeClr val="bg1"/>
              </a:buClr>
              <a:buFontTx/>
              <a:buNone/>
            </a:pPr>
            <a:r>
              <a:rPr lang="en-US" altLang="en-US" sz="2000" dirty="0">
                <a:ea typeface="ＭＳ Ｐゴシック" panose="020B0600070205080204" pitchFamily="34" charset="-128"/>
              </a:rPr>
              <a:t>ones: 2 tens: 5 hundreds: 3</a:t>
            </a:r>
          </a:p>
          <a:p>
            <a:pPr lvl="1">
              <a:lnSpc>
                <a:spcPct val="90000"/>
              </a:lnSpc>
              <a:spcBef>
                <a:spcPct val="0"/>
              </a:spcBef>
              <a:buClr>
                <a:schemeClr val="bg1"/>
              </a:buClr>
              <a:buFontTx/>
              <a:buNone/>
            </a:pPr>
            <a:endParaRPr lang="en-US" altLang="en-US" sz="2000" dirty="0">
              <a:ea typeface="ＭＳ Ｐゴシック" panose="020B0600070205080204" pitchFamily="34" charset="-128"/>
            </a:endParaRPr>
          </a:p>
          <a:p>
            <a:pPr lvl="1">
              <a:lnSpc>
                <a:spcPct val="90000"/>
              </a:lnSpc>
              <a:spcBef>
                <a:spcPct val="0"/>
              </a:spcBef>
              <a:buClr>
                <a:schemeClr val="bg1"/>
              </a:buClr>
              <a:buFontTx/>
              <a:buNone/>
            </a:pPr>
            <a:endParaRPr lang="en-US" altLang="en-US" dirty="0">
              <a:ea typeface="ＭＳ Ｐゴシック" panose="020B0600070205080204" pitchFamily="34" charset="-128"/>
            </a:endParaRPr>
          </a:p>
          <a:p>
            <a:pPr lvl="1">
              <a:lnSpc>
                <a:spcPct val="90000"/>
              </a:lnSpc>
              <a:spcBef>
                <a:spcPct val="0"/>
              </a:spcBef>
              <a:buClr>
                <a:schemeClr val="bg1"/>
              </a:buClr>
              <a:buFontTx/>
              <a:buNone/>
            </a:pPr>
            <a:endParaRPr lang="en-US" altLang="en-US" dirty="0">
              <a:ea typeface="ＭＳ Ｐゴシック" panose="020B0600070205080204" pitchFamily="34" charset="-128"/>
            </a:endParaRPr>
          </a:p>
        </p:txBody>
      </p:sp>
      <p:sp>
        <p:nvSpPr>
          <p:cNvPr id="2" name="Slide Number Placeholder 1">
            <a:extLst>
              <a:ext uri="{FF2B5EF4-FFF2-40B4-BE49-F238E27FC236}">
                <a16:creationId xmlns:a16="http://schemas.microsoft.com/office/drawing/2014/main" id="{DF9CF5D0-36E8-B244-BC95-E21A3515C335}"/>
              </a:ext>
            </a:extLst>
          </p:cNvPr>
          <p:cNvSpPr>
            <a:spLocks noGrp="1"/>
          </p:cNvSpPr>
          <p:nvPr>
            <p:ph type="sldNum" sz="quarter" idx="12"/>
          </p:nvPr>
        </p:nvSpPr>
        <p:spPr/>
        <p:txBody>
          <a:bodyPr/>
          <a:lstStyle/>
          <a:p>
            <a:fld id="{D57F1E4F-1CFF-5643-939E-02111984F565}" type="slidenum">
              <a:rPr lang="en-US" smtClean="0"/>
              <a:t>12</a:t>
            </a:fld>
            <a:endParaRPr lang="en-US" dirty="0"/>
          </a:p>
        </p:txBody>
      </p:sp>
    </p:spTree>
    <p:extLst>
      <p:ext uri="{BB962C8B-B14F-4D97-AF65-F5344CB8AC3E}">
        <p14:creationId xmlns:p14="http://schemas.microsoft.com/office/powerpoint/2010/main" val="150052685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7">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7">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14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96572" y="101267"/>
            <a:ext cx="7053542" cy="683886"/>
          </a:xfrm>
        </p:spPr>
        <p:txBody>
          <a:bodyPr/>
          <a:lstStyle/>
          <a:p>
            <a:r>
              <a:rPr lang="en-US" dirty="0"/>
              <a:t>Exponentiation and Negation</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82880" y="785154"/>
            <a:ext cx="8724452" cy="4733519"/>
          </a:xfrm>
        </p:spPr>
        <p:txBody>
          <a:bodyPr>
            <a:noAutofit/>
          </a:bodyPr>
          <a:lstStyle/>
          <a:p>
            <a:pPr marL="0" indent="0">
              <a:buNone/>
            </a:pPr>
            <a:endParaRPr lang="en-US" sz="2000" b="1" dirty="0">
              <a:solidFill>
                <a:srgbClr val="000087"/>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x = </a:t>
            </a:r>
            <a:r>
              <a:rPr lang="en-US" sz="2000" b="1" dirty="0">
                <a:latin typeface="Inconsolata" panose="020B0609030003000000" pitchFamily="49" charset="77"/>
              </a:rPr>
              <a:t>2 ** 3</a:t>
            </a:r>
            <a:r>
              <a:rPr lang="en-US" sz="2000" b="1" dirty="0">
                <a:solidFill>
                  <a:srgbClr val="FF6600"/>
                </a:solidFill>
                <a:latin typeface="Inconsolata" panose="020B0609030003000000" pitchFamily="49" charset="77"/>
              </a:rPr>
              <a:t> </a:t>
            </a:r>
          </a:p>
          <a:p>
            <a:pPr marL="0" indent="0">
              <a:buNone/>
            </a:pPr>
            <a:r>
              <a:rPr lang="en-US" sz="2000" b="1" dirty="0">
                <a:latin typeface="Inconsolata" panose="020B0609030003000000" pitchFamily="49" charset="77"/>
              </a:rPr>
              <a:t>print(x) 		</a:t>
            </a:r>
            <a:r>
              <a:rPr lang="en-US" sz="2000" b="1" dirty="0">
                <a:solidFill>
                  <a:schemeClr val="accent1"/>
                </a:solidFill>
                <a:latin typeface="Inconsolata" panose="020B0609030003000000" pitchFamily="49" charset="77"/>
              </a:rPr>
              <a:t># 8</a:t>
            </a:r>
          </a:p>
          <a:p>
            <a:pPr marL="0" indent="0">
              <a:buNone/>
            </a:pPr>
            <a:endParaRPr lang="en-US" sz="1900" dirty="0">
              <a:latin typeface="Gill Sans MT" panose="020B0502020104020203" pitchFamily="34" charset="77"/>
            </a:endParaRPr>
          </a:p>
          <a:p>
            <a:pPr marL="0" indent="0">
              <a:buNone/>
            </a:pPr>
            <a:r>
              <a:rPr lang="en-US" sz="1900" dirty="0">
                <a:latin typeface="Gill Sans MT" panose="020B0502020104020203" pitchFamily="34" charset="77"/>
              </a:rPr>
              <a:t>Negation is a </a:t>
            </a:r>
            <a:r>
              <a:rPr lang="en-US" sz="1900" b="1" dirty="0">
                <a:latin typeface="Gill Sans MT" panose="020B0502020104020203" pitchFamily="34" charset="77"/>
              </a:rPr>
              <a:t>unary operator</a:t>
            </a:r>
            <a:r>
              <a:rPr lang="en-US" sz="1900" dirty="0">
                <a:latin typeface="Gill Sans MT" panose="020B0502020104020203" pitchFamily="34" charset="77"/>
              </a:rPr>
              <a:t>. It applies to only one operand. Other operations such as +, -, *, /, //, % are </a:t>
            </a:r>
            <a:r>
              <a:rPr lang="en-US" sz="1900" b="1" dirty="0">
                <a:latin typeface="Gill Sans MT" panose="020B0502020104020203" pitchFamily="34" charset="77"/>
              </a:rPr>
              <a:t>binary operators</a:t>
            </a:r>
            <a:r>
              <a:rPr lang="en-US" sz="1900" dirty="0">
                <a:latin typeface="Gill Sans MT" panose="020B0502020104020203" pitchFamily="34" charset="77"/>
              </a:rPr>
              <a:t>, they apply to two operands. </a:t>
            </a:r>
          </a:p>
          <a:p>
            <a:pPr marL="0" indent="0">
              <a:buNone/>
            </a:pPr>
            <a:endParaRPr lang="en-US" sz="1900" dirty="0">
              <a:latin typeface="Gill Sans MT" panose="020B0502020104020203" pitchFamily="34" charset="77"/>
            </a:endParaRPr>
          </a:p>
          <a:p>
            <a:pPr marL="0" indent="0">
              <a:buNone/>
            </a:pPr>
            <a:r>
              <a:rPr lang="en-US" sz="1800" b="1" dirty="0">
                <a:solidFill>
                  <a:srgbClr val="000087"/>
                </a:solidFill>
                <a:latin typeface="Inconsolata" panose="020B0609030003000000" pitchFamily="49" charset="77"/>
              </a:rPr>
              <a:t>x = </a:t>
            </a:r>
            <a:r>
              <a:rPr lang="en-US" sz="1800" b="1" dirty="0">
                <a:latin typeface="Inconsolata" panose="020B0609030003000000" pitchFamily="49" charset="77"/>
              </a:rPr>
              <a:t>-5</a:t>
            </a:r>
            <a:r>
              <a:rPr lang="en-US" sz="1800" b="1" dirty="0">
                <a:solidFill>
                  <a:srgbClr val="FF6600"/>
                </a:solidFill>
                <a:latin typeface="Inconsolata" panose="020B0609030003000000" pitchFamily="49" charset="77"/>
              </a:rPr>
              <a:t> </a:t>
            </a:r>
          </a:p>
          <a:p>
            <a:pPr marL="0" indent="0">
              <a:buNone/>
            </a:pPr>
            <a:r>
              <a:rPr lang="en-US" sz="1800" b="1" dirty="0">
                <a:solidFill>
                  <a:srgbClr val="000087"/>
                </a:solidFill>
                <a:latin typeface="Inconsolata" panose="020B0609030003000000" pitchFamily="49" charset="77"/>
              </a:rPr>
              <a:t>y =</a:t>
            </a:r>
            <a:r>
              <a:rPr lang="en-US" sz="1800" b="1" dirty="0">
                <a:latin typeface="Inconsolata" panose="020B0609030003000000" pitchFamily="49" charset="77"/>
              </a:rPr>
              <a:t> --5</a:t>
            </a:r>
            <a:r>
              <a:rPr lang="en-US" sz="1800" b="1" dirty="0">
                <a:solidFill>
                  <a:srgbClr val="FF6600"/>
                </a:solidFill>
                <a:latin typeface="Inconsolata" panose="020B0609030003000000" pitchFamily="49" charset="77"/>
              </a:rPr>
              <a:t> </a:t>
            </a:r>
          </a:p>
          <a:p>
            <a:pPr marL="0" indent="0">
              <a:buNone/>
            </a:pPr>
            <a:r>
              <a:rPr lang="en-US" sz="1800" b="1" dirty="0">
                <a:latin typeface="Inconsolata" panose="020B0609030003000000" pitchFamily="49" charset="77"/>
              </a:rPr>
              <a:t>print(x)	</a:t>
            </a:r>
            <a:r>
              <a:rPr lang="en-US" sz="1800" b="1" dirty="0">
                <a:solidFill>
                  <a:schemeClr val="accent1"/>
                </a:solidFill>
                <a:latin typeface="Inconsolata" panose="020B0609030003000000" pitchFamily="49" charset="77"/>
              </a:rPr>
              <a:t># -5</a:t>
            </a:r>
          </a:p>
          <a:p>
            <a:pPr marL="0" indent="0">
              <a:buNone/>
            </a:pPr>
            <a:r>
              <a:rPr lang="en-US" sz="1800" b="1" dirty="0">
                <a:latin typeface="Inconsolata" panose="020B0609030003000000" pitchFamily="49" charset="77"/>
              </a:rPr>
              <a:t>print(y)	</a:t>
            </a:r>
            <a:r>
              <a:rPr lang="en-US" sz="1800" b="1" dirty="0">
                <a:solidFill>
                  <a:schemeClr val="accent1"/>
                </a:solidFill>
                <a:latin typeface="Inconsolata" panose="020B0609030003000000" pitchFamily="49" charset="77"/>
              </a:rPr>
              <a:t># 5</a:t>
            </a:r>
          </a:p>
          <a:p>
            <a:pPr marL="0" indent="0">
              <a:buNone/>
            </a:pPr>
            <a:endParaRPr lang="en-US" sz="1900" dirty="0">
              <a:latin typeface="Gill Sans MT" panose="020B0502020104020203" pitchFamily="34" charset="77"/>
            </a:endParaRPr>
          </a:p>
          <a:p>
            <a:pPr marL="0" indent="0">
              <a:buNone/>
            </a:pPr>
            <a:endParaRPr lang="en-US" sz="1900" dirty="0">
              <a:latin typeface="Gill Sans MT" panose="020B0502020104020203" pitchFamily="34" charset="77"/>
            </a:endParaRPr>
          </a:p>
          <a:p>
            <a:pPr marL="0" indent="0">
              <a:buNone/>
            </a:pPr>
            <a:endParaRPr lang="en-US" sz="1900"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93CFFFA1-E611-A94B-9D55-367CD1B4541A}"/>
              </a:ext>
            </a:extLst>
          </p:cNvPr>
          <p:cNvSpPr>
            <a:spLocks noGrp="1"/>
          </p:cNvSpPr>
          <p:nvPr>
            <p:ph type="sldNum" sz="quarter" idx="12"/>
          </p:nvPr>
        </p:nvSpPr>
        <p:spPr/>
        <p:txBody>
          <a:bodyPr/>
          <a:lstStyle/>
          <a:p>
            <a:fld id="{D57F1E4F-1CFF-5643-939E-02111984F565}" type="slidenum">
              <a:rPr lang="en-US" smtClean="0"/>
              <a:t>13</a:t>
            </a:fld>
            <a:endParaRPr lang="en-US" dirty="0"/>
          </a:p>
        </p:txBody>
      </p:sp>
    </p:spTree>
    <p:extLst>
      <p:ext uri="{BB962C8B-B14F-4D97-AF65-F5344CB8AC3E}">
        <p14:creationId xmlns:p14="http://schemas.microsoft.com/office/powerpoint/2010/main" val="331955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Content Placeholder 2">
            <a:extLst>
              <a:ext uri="{FF2B5EF4-FFF2-40B4-BE49-F238E27FC236}">
                <a16:creationId xmlns:a16="http://schemas.microsoft.com/office/drawing/2014/main" id="{391B73BC-5A44-AA4B-8594-7E55B590EF7F}"/>
              </a:ext>
            </a:extLst>
          </p:cNvPr>
          <p:cNvGraphicFramePr>
            <a:graphicFrameLocks noGrp="1"/>
          </p:cNvGraphicFramePr>
          <p:nvPr>
            <p:ph idx="1"/>
            <p:extLst>
              <p:ext uri="{D42A27DB-BD31-4B8C-83A1-F6EECF244321}">
                <p14:modId xmlns:p14="http://schemas.microsoft.com/office/powerpoint/2010/main" val="476158320"/>
              </p:ext>
            </p:extLst>
          </p:nvPr>
        </p:nvGraphicFramePr>
        <p:xfrm>
          <a:off x="666471" y="974148"/>
          <a:ext cx="7509340" cy="2608148"/>
        </p:xfrm>
        <a:graphic>
          <a:graphicData uri="http://schemas.openxmlformats.org/drawingml/2006/table">
            <a:tbl>
              <a:tblPr firstRow="1" bandRow="1">
                <a:tableStyleId>{5940675A-B579-460E-94D1-54222C63F5DA}</a:tableStyleId>
              </a:tblPr>
              <a:tblGrid>
                <a:gridCol w="1470583">
                  <a:extLst>
                    <a:ext uri="{9D8B030D-6E8A-4147-A177-3AD203B41FA5}">
                      <a16:colId xmlns:a16="http://schemas.microsoft.com/office/drawing/2014/main" val="2797331459"/>
                    </a:ext>
                  </a:extLst>
                </a:gridCol>
                <a:gridCol w="1598198">
                  <a:extLst>
                    <a:ext uri="{9D8B030D-6E8A-4147-A177-3AD203B41FA5}">
                      <a16:colId xmlns:a16="http://schemas.microsoft.com/office/drawing/2014/main" val="643804973"/>
                    </a:ext>
                  </a:extLst>
                </a:gridCol>
                <a:gridCol w="4440559">
                  <a:extLst>
                    <a:ext uri="{9D8B030D-6E8A-4147-A177-3AD203B41FA5}">
                      <a16:colId xmlns:a16="http://schemas.microsoft.com/office/drawing/2014/main" val="2390598104"/>
                    </a:ext>
                  </a:extLst>
                </a:gridCol>
              </a:tblGrid>
              <a:tr h="383314">
                <a:tc>
                  <a:txBody>
                    <a:bodyPr/>
                    <a:lstStyle/>
                    <a:p>
                      <a:r>
                        <a:rPr lang="en-US" b="1" dirty="0"/>
                        <a:t>Precedence</a:t>
                      </a:r>
                    </a:p>
                  </a:txBody>
                  <a:tcPr/>
                </a:tc>
                <a:tc>
                  <a:txBody>
                    <a:bodyPr/>
                    <a:lstStyle/>
                    <a:p>
                      <a:r>
                        <a:rPr lang="en-US" b="1" dirty="0"/>
                        <a:t>Operator</a:t>
                      </a:r>
                    </a:p>
                  </a:txBody>
                  <a:tcPr/>
                </a:tc>
                <a:tc>
                  <a:txBody>
                    <a:bodyPr/>
                    <a:lstStyle/>
                    <a:p>
                      <a:r>
                        <a:rPr lang="en-US" b="1" dirty="0"/>
                        <a:t>Operation</a:t>
                      </a:r>
                    </a:p>
                  </a:txBody>
                  <a:tcPr/>
                </a:tc>
                <a:extLst>
                  <a:ext uri="{0D108BD9-81ED-4DB2-BD59-A6C34878D82A}">
                    <a16:rowId xmlns:a16="http://schemas.microsoft.com/office/drawing/2014/main" val="1310382839"/>
                  </a:ext>
                </a:extLst>
              </a:tr>
              <a:tr h="478324">
                <a:tc>
                  <a:txBody>
                    <a:bodyPr/>
                    <a:lstStyle/>
                    <a:p>
                      <a:r>
                        <a:rPr lang="en-US" sz="1600" dirty="0"/>
                        <a:t>highest</a:t>
                      </a:r>
                    </a:p>
                  </a:txBody>
                  <a:tcPr/>
                </a:tc>
                <a:tc>
                  <a:txBody>
                    <a:bodyPr/>
                    <a:lstStyle/>
                    <a:p>
                      <a:r>
                        <a:rPr lang="en-US" sz="1600" dirty="0"/>
                        <a:t>**</a:t>
                      </a:r>
                    </a:p>
                  </a:txBody>
                  <a:tcPr/>
                </a:tc>
                <a:tc>
                  <a:txBody>
                    <a:bodyPr/>
                    <a:lstStyle/>
                    <a:p>
                      <a:r>
                        <a:rPr lang="en-US" sz="1600" dirty="0"/>
                        <a:t>exponentiation</a:t>
                      </a:r>
                    </a:p>
                  </a:txBody>
                  <a:tcPr/>
                </a:tc>
                <a:extLst>
                  <a:ext uri="{0D108BD9-81ED-4DB2-BD59-A6C34878D82A}">
                    <a16:rowId xmlns:a16="http://schemas.microsoft.com/office/drawing/2014/main" val="1996550485"/>
                  </a:ext>
                </a:extLst>
              </a:tr>
              <a:tr h="478324">
                <a:tc>
                  <a:txBody>
                    <a:bodyPr/>
                    <a:lstStyle/>
                    <a:p>
                      <a:endParaRPr lang="en-US" sz="1600" dirty="0"/>
                    </a:p>
                  </a:txBody>
                  <a:tcPr/>
                </a:tc>
                <a:tc>
                  <a:txBody>
                    <a:bodyPr/>
                    <a:lstStyle/>
                    <a:p>
                      <a:r>
                        <a:rPr lang="en-US" sz="1600" dirty="0"/>
                        <a:t>-</a:t>
                      </a:r>
                    </a:p>
                  </a:txBody>
                  <a:tcPr/>
                </a:tc>
                <a:tc>
                  <a:txBody>
                    <a:bodyPr/>
                    <a:lstStyle/>
                    <a:p>
                      <a:r>
                        <a:rPr lang="en-US" sz="1600" dirty="0"/>
                        <a:t>negation</a:t>
                      </a:r>
                    </a:p>
                  </a:txBody>
                  <a:tcPr/>
                </a:tc>
                <a:extLst>
                  <a:ext uri="{0D108BD9-81ED-4DB2-BD59-A6C34878D82A}">
                    <a16:rowId xmlns:a16="http://schemas.microsoft.com/office/drawing/2014/main" val="3709973102"/>
                  </a:ext>
                </a:extLst>
              </a:tr>
              <a:tr h="746971">
                <a:tc>
                  <a:txBody>
                    <a:bodyPr/>
                    <a:lstStyle/>
                    <a:p>
                      <a:endParaRPr lang="en-US" sz="1600" dirty="0"/>
                    </a:p>
                  </a:txBody>
                  <a:tcPr/>
                </a:tc>
                <a:tc>
                  <a:txBody>
                    <a:bodyPr/>
                    <a:lstStyle/>
                    <a:p>
                      <a:r>
                        <a:rPr lang="en-US" sz="1600" dirty="0"/>
                        <a:t>*, /, //, %</a:t>
                      </a:r>
                    </a:p>
                  </a:txBody>
                  <a:tcPr/>
                </a:tc>
                <a:tc>
                  <a:txBody>
                    <a:bodyPr/>
                    <a:lstStyle/>
                    <a:p>
                      <a:r>
                        <a:rPr lang="en-US" sz="1600" dirty="0"/>
                        <a:t>multiplication, division, floor division, modulus</a:t>
                      </a:r>
                    </a:p>
                    <a:p>
                      <a:r>
                        <a:rPr lang="en-US" sz="1600" dirty="0"/>
                        <a:t>(left to right)</a:t>
                      </a:r>
                    </a:p>
                  </a:txBody>
                  <a:tcPr/>
                </a:tc>
                <a:extLst>
                  <a:ext uri="{0D108BD9-81ED-4DB2-BD59-A6C34878D82A}">
                    <a16:rowId xmlns:a16="http://schemas.microsoft.com/office/drawing/2014/main" val="1095184765"/>
                  </a:ext>
                </a:extLst>
              </a:tr>
              <a:tr h="521215">
                <a:tc>
                  <a:txBody>
                    <a:bodyPr/>
                    <a:lstStyle/>
                    <a:p>
                      <a:r>
                        <a:rPr lang="en-US" sz="1600" dirty="0"/>
                        <a:t>lowest</a:t>
                      </a:r>
                    </a:p>
                  </a:txBody>
                  <a:tcPr/>
                </a:tc>
                <a:tc>
                  <a:txBody>
                    <a:bodyPr/>
                    <a:lstStyle/>
                    <a:p>
                      <a:r>
                        <a:rPr lang="en-US" sz="1600" dirty="0"/>
                        <a:t>+, -</a:t>
                      </a:r>
                    </a:p>
                  </a:txBody>
                  <a:tcPr/>
                </a:tc>
                <a:tc>
                  <a:txBody>
                    <a:bodyPr/>
                    <a:lstStyle/>
                    <a:p>
                      <a:r>
                        <a:rPr lang="en-US" sz="1600" dirty="0"/>
                        <a:t>adding, subtraction(left to right)</a:t>
                      </a:r>
                    </a:p>
                  </a:txBody>
                  <a:tcPr/>
                </a:tc>
                <a:extLst>
                  <a:ext uri="{0D108BD9-81ED-4DB2-BD59-A6C34878D82A}">
                    <a16:rowId xmlns:a16="http://schemas.microsoft.com/office/drawing/2014/main" val="1499592130"/>
                  </a:ext>
                </a:extLst>
              </a:tr>
            </a:tbl>
          </a:graphicData>
        </a:graphic>
      </p:graphicFrame>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214907" y="101267"/>
            <a:ext cx="7053542" cy="683886"/>
          </a:xfrm>
        </p:spPr>
        <p:txBody>
          <a:bodyPr/>
          <a:lstStyle/>
          <a:p>
            <a:r>
              <a:rPr lang="en-US" dirty="0"/>
              <a:t>Operator Precedence</a:t>
            </a:r>
          </a:p>
        </p:txBody>
      </p:sp>
      <p:sp>
        <p:nvSpPr>
          <p:cNvPr id="5" name="TextBox 4">
            <a:extLst>
              <a:ext uri="{FF2B5EF4-FFF2-40B4-BE49-F238E27FC236}">
                <a16:creationId xmlns:a16="http://schemas.microsoft.com/office/drawing/2014/main" id="{F46FDA34-E2B9-0847-B9D0-D4D6C167AC45}"/>
              </a:ext>
            </a:extLst>
          </p:cNvPr>
          <p:cNvSpPr txBox="1"/>
          <p:nvPr/>
        </p:nvSpPr>
        <p:spPr>
          <a:xfrm>
            <a:off x="107330" y="4094521"/>
            <a:ext cx="8474783" cy="646331"/>
          </a:xfrm>
          <a:prstGeom prst="rect">
            <a:avLst/>
          </a:prstGeom>
          <a:noFill/>
        </p:spPr>
        <p:txBody>
          <a:bodyPr wrap="square" rtlCol="0">
            <a:spAutoFit/>
          </a:bodyPr>
          <a:lstStyle/>
          <a:p>
            <a:r>
              <a:rPr lang="en-US" sz="1800" dirty="0">
                <a:solidFill>
                  <a:srgbClr val="FF0000"/>
                </a:solidFill>
              </a:rPr>
              <a:t>Operators on the same row are applied left to right</a:t>
            </a:r>
            <a:r>
              <a:rPr lang="en-US" sz="1800" dirty="0"/>
              <a:t>. Exponentiation, however, is </a:t>
            </a:r>
          </a:p>
          <a:p>
            <a:r>
              <a:rPr lang="en-US" sz="1800" dirty="0"/>
              <a:t>applied right to left. Expressions in parenthesis are evaluated first(PEMDAS). </a:t>
            </a:r>
          </a:p>
        </p:txBody>
      </p:sp>
      <p:sp>
        <p:nvSpPr>
          <p:cNvPr id="4" name="Slide Number Placeholder 3">
            <a:extLst>
              <a:ext uri="{FF2B5EF4-FFF2-40B4-BE49-F238E27FC236}">
                <a16:creationId xmlns:a16="http://schemas.microsoft.com/office/drawing/2014/main" id="{A89AF26A-AEB3-E642-91C5-17A799FD4011}"/>
              </a:ext>
            </a:extLst>
          </p:cNvPr>
          <p:cNvSpPr>
            <a:spLocks noGrp="1"/>
          </p:cNvSpPr>
          <p:nvPr>
            <p:ph type="sldNum" sz="quarter" idx="12"/>
          </p:nvPr>
        </p:nvSpPr>
        <p:spPr/>
        <p:txBody>
          <a:bodyPr/>
          <a:lstStyle/>
          <a:p>
            <a:fld id="{D57F1E4F-1CFF-5643-939E-02111984F565}" type="slidenum">
              <a:rPr lang="en-US" smtClean="0"/>
              <a:t>14</a:t>
            </a:fld>
            <a:endParaRPr lang="en-US" dirty="0"/>
          </a:p>
        </p:txBody>
      </p:sp>
    </p:spTree>
    <p:extLst>
      <p:ext uri="{BB962C8B-B14F-4D97-AF65-F5344CB8AC3E}">
        <p14:creationId xmlns:p14="http://schemas.microsoft.com/office/powerpoint/2010/main" val="3124364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50361" y="122782"/>
            <a:ext cx="7053542" cy="683886"/>
          </a:xfrm>
        </p:spPr>
        <p:txBody>
          <a:bodyPr/>
          <a:lstStyle/>
          <a:p>
            <a:r>
              <a:rPr lang="en-US" dirty="0"/>
              <a:t>Operator Precedence</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50362" y="806668"/>
            <a:ext cx="8385212" cy="4908331"/>
          </a:xfrm>
        </p:spPr>
        <p:txBody>
          <a:bodyPr>
            <a:noAutofit/>
          </a:bodyPr>
          <a:lstStyle/>
          <a:p>
            <a:pPr marL="0" indent="0">
              <a:buNone/>
            </a:pPr>
            <a:endParaRPr lang="en-US" sz="2000" b="1" dirty="0">
              <a:solidFill>
                <a:srgbClr val="000087"/>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x =</a:t>
            </a:r>
            <a:r>
              <a:rPr lang="en-US" sz="2000" b="1" dirty="0">
                <a:latin typeface="Inconsolata" panose="020B0609030003000000" pitchFamily="49" charset="77"/>
              </a:rPr>
              <a:t> -2 ** 4</a:t>
            </a:r>
            <a:r>
              <a:rPr lang="en-US" sz="2000" b="1" dirty="0">
                <a:solidFill>
                  <a:srgbClr val="FF6600"/>
                </a:solidFill>
                <a:latin typeface="Inconsolata" panose="020B0609030003000000" pitchFamily="49" charset="77"/>
              </a:rPr>
              <a:t> </a:t>
            </a:r>
          </a:p>
          <a:p>
            <a:pPr marL="0" indent="0">
              <a:buNone/>
            </a:pPr>
            <a:r>
              <a:rPr lang="en-US" sz="2000" b="1" dirty="0">
                <a:latin typeface="Inconsolata" panose="020B0609030003000000" pitchFamily="49" charset="77"/>
              </a:rPr>
              <a:t>print(x)	</a:t>
            </a:r>
            <a:r>
              <a:rPr lang="en-US" sz="2000" b="1" dirty="0">
                <a:solidFill>
                  <a:schemeClr val="accent1"/>
                </a:solidFill>
                <a:latin typeface="Inconsolata" panose="020B0609030003000000" pitchFamily="49" charset="77"/>
              </a:rPr>
              <a:t># -16</a:t>
            </a:r>
          </a:p>
          <a:p>
            <a:pPr marL="0" indent="0">
              <a:buNone/>
            </a:pPr>
            <a:endParaRPr lang="en-US" sz="1900" dirty="0">
              <a:latin typeface="Gill Sans MT" panose="020B0502020104020203" pitchFamily="34" charset="77"/>
            </a:endParaRPr>
          </a:p>
          <a:p>
            <a:pPr marL="0" indent="0">
              <a:buNone/>
            </a:pPr>
            <a:r>
              <a:rPr lang="en-US" sz="1800" b="1" dirty="0">
                <a:solidFill>
                  <a:srgbClr val="000087"/>
                </a:solidFill>
                <a:latin typeface="Inconsolata" panose="020B0609030003000000" pitchFamily="49" charset="77"/>
              </a:rPr>
              <a:t>y =</a:t>
            </a:r>
            <a:r>
              <a:rPr lang="en-US" sz="1800" b="1" dirty="0">
                <a:latin typeface="Inconsolata" panose="020B0609030003000000" pitchFamily="49" charset="77"/>
              </a:rPr>
              <a:t> 7 – 4 * 5 % (1 + 2)</a:t>
            </a:r>
            <a:endParaRPr lang="en-US" sz="1800" b="1" dirty="0">
              <a:solidFill>
                <a:srgbClr val="FF6600"/>
              </a:solidFill>
              <a:latin typeface="Inconsolata" panose="020B0609030003000000" pitchFamily="49" charset="77"/>
            </a:endParaRPr>
          </a:p>
          <a:p>
            <a:pPr marL="0" indent="0">
              <a:buNone/>
            </a:pPr>
            <a:r>
              <a:rPr lang="en-US" sz="1800" b="1" dirty="0">
                <a:latin typeface="Inconsolata" panose="020B0609030003000000" pitchFamily="49" charset="77"/>
              </a:rPr>
              <a:t>print(y) 	</a:t>
            </a:r>
            <a:r>
              <a:rPr lang="en-US" sz="1800" b="1" dirty="0">
                <a:solidFill>
                  <a:schemeClr val="accent1"/>
                </a:solidFill>
                <a:latin typeface="Inconsolata" panose="020B0609030003000000" pitchFamily="49" charset="77"/>
              </a:rPr>
              <a:t># 5</a:t>
            </a:r>
            <a:r>
              <a:rPr lang="en-US" sz="1800" b="1" dirty="0">
                <a:latin typeface="Inconsolata" panose="020B0609030003000000" pitchFamily="49" charset="77"/>
              </a:rPr>
              <a:t> </a:t>
            </a:r>
          </a:p>
          <a:p>
            <a:pPr marL="0" indent="0" algn="ctr">
              <a:buNone/>
            </a:pPr>
            <a:endParaRPr lang="en-US" sz="1900" dirty="0">
              <a:latin typeface="Gill Sans MT" panose="020B0502020104020203" pitchFamily="34" charset="77"/>
            </a:endParaRPr>
          </a:p>
          <a:p>
            <a:pPr marL="0" indent="0" algn="ctr">
              <a:buNone/>
            </a:pPr>
            <a:r>
              <a:rPr lang="en-US" sz="2000" b="1" dirty="0">
                <a:latin typeface="Inconsolata" panose="020B0609030003000000" pitchFamily="49" charset="77"/>
              </a:rPr>
              <a:t>7 - 4 * 5 % </a:t>
            </a:r>
            <a:r>
              <a:rPr lang="en-US" sz="2000" b="1" dirty="0">
                <a:solidFill>
                  <a:schemeClr val="accent2"/>
                </a:solidFill>
                <a:latin typeface="Inconsolata" panose="020B0609030003000000" pitchFamily="49" charset="77"/>
              </a:rPr>
              <a:t>(1 + 2)</a:t>
            </a:r>
            <a:endParaRPr lang="en-US" sz="2000" dirty="0">
              <a:solidFill>
                <a:schemeClr val="accent2"/>
              </a:solidFill>
              <a:latin typeface="Gill Sans MT" panose="020B0502020104020203" pitchFamily="34" charset="77"/>
            </a:endParaRPr>
          </a:p>
          <a:p>
            <a:pPr marL="0" indent="0" algn="ctr">
              <a:buNone/>
            </a:pPr>
            <a:r>
              <a:rPr lang="en-US" sz="2000" b="1" dirty="0">
                <a:latin typeface="Inconsolata" panose="020B0609030003000000" pitchFamily="49" charset="77"/>
              </a:rPr>
              <a:t>7 – </a:t>
            </a:r>
            <a:r>
              <a:rPr lang="en-US" sz="2000" b="1" dirty="0">
                <a:solidFill>
                  <a:schemeClr val="accent2"/>
                </a:solidFill>
                <a:latin typeface="Inconsolata" panose="020B0609030003000000" pitchFamily="49" charset="77"/>
              </a:rPr>
              <a:t>4 * 5 </a:t>
            </a:r>
            <a:r>
              <a:rPr lang="en-US" sz="2000" b="1" dirty="0">
                <a:latin typeface="Inconsolata" panose="020B0609030003000000" pitchFamily="49" charset="77"/>
              </a:rPr>
              <a:t>% 3</a:t>
            </a:r>
          </a:p>
          <a:p>
            <a:pPr marL="0" indent="0" algn="ctr">
              <a:buNone/>
            </a:pPr>
            <a:r>
              <a:rPr lang="en-US" sz="2000" b="1" dirty="0">
                <a:latin typeface="Inconsolata" panose="020B0609030003000000" pitchFamily="49" charset="77"/>
              </a:rPr>
              <a:t>7 – </a:t>
            </a:r>
            <a:r>
              <a:rPr lang="en-US" sz="2000" b="1" dirty="0">
                <a:solidFill>
                  <a:schemeClr val="accent2"/>
                </a:solidFill>
                <a:latin typeface="Inconsolata" panose="020B0609030003000000" pitchFamily="49" charset="77"/>
              </a:rPr>
              <a:t>20 % 3</a:t>
            </a:r>
          </a:p>
          <a:p>
            <a:pPr marL="0" indent="0" algn="ctr">
              <a:buNone/>
            </a:pPr>
            <a:r>
              <a:rPr lang="en-US" sz="2000" b="1" dirty="0">
                <a:solidFill>
                  <a:schemeClr val="accent2"/>
                </a:solidFill>
                <a:latin typeface="Inconsolata" panose="020B0609030003000000" pitchFamily="49" charset="77"/>
              </a:rPr>
              <a:t>7 – 2</a:t>
            </a:r>
          </a:p>
          <a:p>
            <a:pPr marL="0" indent="0" algn="ctr">
              <a:buNone/>
            </a:pPr>
            <a:r>
              <a:rPr lang="en-US" sz="2000" b="1" dirty="0">
                <a:latin typeface="Inconsolata" panose="020B0609030003000000" pitchFamily="49" charset="77"/>
              </a:rPr>
              <a:t>5</a:t>
            </a:r>
          </a:p>
          <a:p>
            <a:pPr marL="0" indent="0">
              <a:buNone/>
            </a:pPr>
            <a:endParaRPr lang="en-US" sz="1900" dirty="0">
              <a:latin typeface="Gill Sans MT" panose="020B0502020104020203" pitchFamily="34" charset="77"/>
            </a:endParaRPr>
          </a:p>
        </p:txBody>
      </p:sp>
      <p:sp>
        <p:nvSpPr>
          <p:cNvPr id="3" name="Slide Number Placeholder 2">
            <a:extLst>
              <a:ext uri="{FF2B5EF4-FFF2-40B4-BE49-F238E27FC236}">
                <a16:creationId xmlns:a16="http://schemas.microsoft.com/office/drawing/2014/main" id="{C1D74296-407A-6241-931A-BDF13B9B791F}"/>
              </a:ext>
            </a:extLst>
          </p:cNvPr>
          <p:cNvSpPr>
            <a:spLocks noGrp="1"/>
          </p:cNvSpPr>
          <p:nvPr>
            <p:ph type="sldNum" sz="quarter" idx="12"/>
          </p:nvPr>
        </p:nvSpPr>
        <p:spPr/>
        <p:txBody>
          <a:bodyPr/>
          <a:lstStyle/>
          <a:p>
            <a:fld id="{D57F1E4F-1CFF-5643-939E-02111984F565}" type="slidenum">
              <a:rPr lang="en-US" smtClean="0"/>
              <a:t>15</a:t>
            </a:fld>
            <a:endParaRPr lang="en-US" dirty="0"/>
          </a:p>
        </p:txBody>
      </p:sp>
    </p:spTree>
    <p:extLst>
      <p:ext uri="{BB962C8B-B14F-4D97-AF65-F5344CB8AC3E}">
        <p14:creationId xmlns:p14="http://schemas.microsoft.com/office/powerpoint/2010/main" val="3566903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50361" y="79752"/>
            <a:ext cx="7053542" cy="683886"/>
          </a:xfrm>
        </p:spPr>
        <p:txBody>
          <a:bodyPr/>
          <a:lstStyle/>
          <a:p>
            <a:r>
              <a:rPr lang="en-US" dirty="0"/>
              <a:t>Augmented Assignment</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50362" y="763638"/>
            <a:ext cx="8385212" cy="4951362"/>
          </a:xfrm>
        </p:spPr>
        <p:txBody>
          <a:bodyPr>
            <a:noAutofit/>
          </a:bodyPr>
          <a:lstStyle/>
          <a:p>
            <a:pPr marL="0" indent="0">
              <a:buNone/>
            </a:pPr>
            <a:r>
              <a:rPr lang="en-US" sz="2000" dirty="0"/>
              <a:t>An </a:t>
            </a:r>
            <a:r>
              <a:rPr lang="en-US" sz="2000" b="1" dirty="0"/>
              <a:t>augmented assignment </a:t>
            </a:r>
            <a:r>
              <a:rPr lang="en-US" sz="2000" dirty="0"/>
              <a:t>combines an assignment statement with an operator to make the statement more concise. </a:t>
            </a:r>
          </a:p>
          <a:p>
            <a:pPr marL="0" indent="0">
              <a:buNone/>
            </a:pPr>
            <a:r>
              <a:rPr lang="en-US" sz="1900" b="1" dirty="0">
                <a:solidFill>
                  <a:srgbClr val="FF0000"/>
                </a:solidFill>
                <a:latin typeface="Inconsolata" panose="020B0609030003000000" pitchFamily="49" charset="77"/>
              </a:rPr>
              <a:t>    Shorthand				Equivalent version</a:t>
            </a:r>
            <a:endParaRPr lang="en-US" b="1" dirty="0"/>
          </a:p>
          <a:p>
            <a:pPr marL="742950" lvl="1" indent="-285750">
              <a:buNone/>
              <a:tabLst>
                <a:tab pos="4113213" algn="l"/>
              </a:tabLst>
              <a:defRPr/>
            </a:pPr>
            <a:r>
              <a:rPr lang="en-US" b="1" dirty="0"/>
              <a:t>variable</a:t>
            </a:r>
            <a:r>
              <a:rPr lang="en-US" dirty="0">
                <a:latin typeface="Courier New" charset="0"/>
              </a:rPr>
              <a:t> += </a:t>
            </a:r>
            <a:r>
              <a:rPr lang="en-US" b="1" dirty="0"/>
              <a:t>value</a:t>
            </a:r>
            <a:r>
              <a:rPr lang="en-US" dirty="0">
                <a:latin typeface="Courier New" charset="0"/>
              </a:rPr>
              <a:t>	</a:t>
            </a:r>
            <a:r>
              <a:rPr lang="en-US" b="1" dirty="0"/>
              <a:t>variable</a:t>
            </a:r>
            <a:r>
              <a:rPr lang="en-US" dirty="0">
                <a:latin typeface="Courier New" charset="0"/>
              </a:rPr>
              <a:t> = </a:t>
            </a:r>
            <a:r>
              <a:rPr lang="en-US" b="1" dirty="0"/>
              <a:t>variable</a:t>
            </a:r>
            <a:r>
              <a:rPr lang="en-US" dirty="0">
                <a:latin typeface="Courier New" charset="0"/>
              </a:rPr>
              <a:t> + </a:t>
            </a:r>
            <a:r>
              <a:rPr lang="en-US" b="1" dirty="0"/>
              <a:t>value</a:t>
            </a:r>
            <a:endParaRPr lang="en-US" dirty="0">
              <a:latin typeface="Courier New" charset="0"/>
            </a:endParaRPr>
          </a:p>
          <a:p>
            <a:pPr marL="742950" lvl="1" indent="-285750">
              <a:buNone/>
              <a:tabLst>
                <a:tab pos="4113213" algn="l"/>
              </a:tabLst>
              <a:defRPr/>
            </a:pPr>
            <a:r>
              <a:rPr lang="en-US" b="1" dirty="0"/>
              <a:t>variable</a:t>
            </a:r>
            <a:r>
              <a:rPr lang="en-US" dirty="0">
                <a:latin typeface="Courier New" charset="0"/>
              </a:rPr>
              <a:t> -= </a:t>
            </a:r>
            <a:r>
              <a:rPr lang="en-US" b="1" dirty="0"/>
              <a:t>value</a:t>
            </a:r>
            <a:r>
              <a:rPr lang="en-US" dirty="0">
                <a:latin typeface="Courier New" charset="0"/>
              </a:rPr>
              <a:t>	</a:t>
            </a:r>
            <a:r>
              <a:rPr lang="en-US" b="1" dirty="0"/>
              <a:t>variable</a:t>
            </a:r>
            <a:r>
              <a:rPr lang="en-US" dirty="0">
                <a:latin typeface="Courier New" charset="0"/>
              </a:rPr>
              <a:t> = </a:t>
            </a:r>
            <a:r>
              <a:rPr lang="en-US" b="1" dirty="0"/>
              <a:t>variable</a:t>
            </a:r>
            <a:r>
              <a:rPr lang="en-US" dirty="0">
                <a:latin typeface="Courier New" charset="0"/>
              </a:rPr>
              <a:t> - </a:t>
            </a:r>
            <a:r>
              <a:rPr lang="en-US" b="1" dirty="0"/>
              <a:t>value</a:t>
            </a:r>
            <a:endParaRPr lang="en-US" dirty="0">
              <a:latin typeface="Courier New" charset="0"/>
            </a:endParaRPr>
          </a:p>
          <a:p>
            <a:pPr marL="742950" lvl="1" indent="-285750">
              <a:buNone/>
              <a:tabLst>
                <a:tab pos="4113213" algn="l"/>
              </a:tabLst>
              <a:defRPr/>
            </a:pPr>
            <a:r>
              <a:rPr lang="en-US" b="1" dirty="0"/>
              <a:t>variable</a:t>
            </a:r>
            <a:r>
              <a:rPr lang="en-US" dirty="0">
                <a:latin typeface="Courier New" charset="0"/>
              </a:rPr>
              <a:t> *= </a:t>
            </a:r>
            <a:r>
              <a:rPr lang="en-US" b="1" dirty="0"/>
              <a:t>value</a:t>
            </a:r>
            <a:r>
              <a:rPr lang="en-US" dirty="0">
                <a:latin typeface="Courier New" charset="0"/>
              </a:rPr>
              <a:t>	</a:t>
            </a:r>
            <a:r>
              <a:rPr lang="en-US" b="1" dirty="0"/>
              <a:t>variable</a:t>
            </a:r>
            <a:r>
              <a:rPr lang="en-US" dirty="0">
                <a:latin typeface="Courier New" charset="0"/>
              </a:rPr>
              <a:t> = </a:t>
            </a:r>
            <a:r>
              <a:rPr lang="en-US" b="1" dirty="0"/>
              <a:t>variable</a:t>
            </a:r>
            <a:r>
              <a:rPr lang="en-US" dirty="0">
                <a:latin typeface="Courier New" charset="0"/>
              </a:rPr>
              <a:t> * </a:t>
            </a:r>
            <a:r>
              <a:rPr lang="en-US" b="1" dirty="0"/>
              <a:t>value</a:t>
            </a:r>
            <a:endParaRPr lang="en-US" dirty="0">
              <a:latin typeface="Courier New" charset="0"/>
            </a:endParaRPr>
          </a:p>
          <a:p>
            <a:pPr marL="742950" lvl="1" indent="-285750">
              <a:buNone/>
              <a:tabLst>
                <a:tab pos="4113213" algn="l"/>
              </a:tabLst>
              <a:defRPr/>
            </a:pPr>
            <a:r>
              <a:rPr lang="en-US" b="1" dirty="0"/>
              <a:t>variable</a:t>
            </a:r>
            <a:r>
              <a:rPr lang="en-US" dirty="0">
                <a:latin typeface="Courier New" charset="0"/>
              </a:rPr>
              <a:t> /= </a:t>
            </a:r>
            <a:r>
              <a:rPr lang="en-US" b="1" dirty="0"/>
              <a:t>value</a:t>
            </a:r>
            <a:r>
              <a:rPr lang="en-US" dirty="0">
                <a:latin typeface="Courier New" charset="0"/>
              </a:rPr>
              <a:t>	</a:t>
            </a:r>
            <a:r>
              <a:rPr lang="en-US" b="1" dirty="0"/>
              <a:t>variable</a:t>
            </a:r>
            <a:r>
              <a:rPr lang="en-US" dirty="0">
                <a:latin typeface="Courier New" charset="0"/>
              </a:rPr>
              <a:t> = </a:t>
            </a:r>
            <a:r>
              <a:rPr lang="en-US" b="1" dirty="0"/>
              <a:t>variable</a:t>
            </a:r>
            <a:r>
              <a:rPr lang="en-US" dirty="0">
                <a:latin typeface="Courier New" charset="0"/>
              </a:rPr>
              <a:t> / </a:t>
            </a:r>
            <a:r>
              <a:rPr lang="en-US" b="1" dirty="0"/>
              <a:t>value</a:t>
            </a:r>
            <a:endParaRPr lang="en-US" dirty="0">
              <a:latin typeface="Courier New" charset="0"/>
            </a:endParaRPr>
          </a:p>
          <a:p>
            <a:pPr marL="742950" lvl="1" indent="-285750">
              <a:buNone/>
              <a:tabLst>
                <a:tab pos="4113213" algn="l"/>
              </a:tabLst>
              <a:defRPr/>
            </a:pPr>
            <a:r>
              <a:rPr lang="en-US" b="1" dirty="0"/>
              <a:t>variable</a:t>
            </a:r>
            <a:r>
              <a:rPr lang="en-US" dirty="0">
                <a:latin typeface="Courier New" charset="0"/>
              </a:rPr>
              <a:t> %= </a:t>
            </a:r>
            <a:r>
              <a:rPr lang="en-US" b="1" dirty="0"/>
              <a:t>value</a:t>
            </a:r>
            <a:r>
              <a:rPr lang="en-US" dirty="0">
                <a:latin typeface="Courier New" charset="0"/>
              </a:rPr>
              <a:t>	</a:t>
            </a:r>
            <a:r>
              <a:rPr lang="en-US" b="1" dirty="0"/>
              <a:t>variable</a:t>
            </a:r>
            <a:r>
              <a:rPr lang="en-US" dirty="0">
                <a:latin typeface="Courier New" charset="0"/>
              </a:rPr>
              <a:t> = </a:t>
            </a:r>
            <a:r>
              <a:rPr lang="en-US" b="1" dirty="0"/>
              <a:t>variable</a:t>
            </a:r>
            <a:r>
              <a:rPr lang="en-US" dirty="0">
                <a:latin typeface="Courier New" charset="0"/>
              </a:rPr>
              <a:t> </a:t>
            </a:r>
            <a:r>
              <a:rPr lang="en-US">
                <a:latin typeface="Courier New" charset="0"/>
              </a:rPr>
              <a:t>% </a:t>
            </a:r>
            <a:r>
              <a:rPr lang="en-US" b="1"/>
              <a:t>value</a:t>
            </a:r>
            <a:endParaRPr lang="en-US" dirty="0">
              <a:latin typeface="Courier New" charset="0"/>
            </a:endParaRPr>
          </a:p>
          <a:p>
            <a:pPr marL="742950" lvl="1" indent="-285750">
              <a:lnSpc>
                <a:spcPct val="60000"/>
              </a:lnSpc>
              <a:buNone/>
              <a:tabLst>
                <a:tab pos="4113213" algn="l"/>
              </a:tabLst>
              <a:defRPr/>
            </a:pPr>
            <a:endParaRPr lang="en-US" dirty="0">
              <a:latin typeface="Courier New" charset="0"/>
            </a:endParaRPr>
          </a:p>
          <a:p>
            <a:pPr marL="0" indent="0">
              <a:buNone/>
            </a:pPr>
            <a:r>
              <a:rPr lang="en-US" sz="1800" b="1" dirty="0">
                <a:solidFill>
                  <a:srgbClr val="000087"/>
                </a:solidFill>
                <a:latin typeface="Inconsolata" panose="020B0609030003000000" pitchFamily="49" charset="77"/>
              </a:rPr>
              <a:t>x </a:t>
            </a:r>
            <a:r>
              <a:rPr lang="en-US" sz="1800" b="1" dirty="0">
                <a:solidFill>
                  <a:srgbClr val="545454"/>
                </a:solidFill>
                <a:latin typeface="Inconsolata" panose="020B0609030003000000" pitchFamily="49" charset="77"/>
              </a:rPr>
              <a:t>= </a:t>
            </a:r>
            <a:r>
              <a:rPr lang="en-US" sz="1800" b="1" dirty="0">
                <a:solidFill>
                  <a:srgbClr val="FF6600"/>
                </a:solidFill>
                <a:latin typeface="Inconsolata" panose="020B0609030003000000" pitchFamily="49" charset="77"/>
              </a:rPr>
              <a:t>4 </a:t>
            </a:r>
          </a:p>
          <a:p>
            <a:pPr marL="0" indent="0">
              <a:buNone/>
            </a:pPr>
            <a:r>
              <a:rPr lang="en-US" sz="1800" b="1" dirty="0">
                <a:solidFill>
                  <a:srgbClr val="000087"/>
                </a:solidFill>
                <a:latin typeface="Inconsolata" panose="020B0609030003000000" pitchFamily="49" charset="77"/>
              </a:rPr>
              <a:t>x += 1 </a:t>
            </a:r>
            <a:r>
              <a:rPr lang="en-US" sz="1800" b="1" dirty="0">
                <a:solidFill>
                  <a:srgbClr val="FF6600"/>
                </a:solidFill>
                <a:latin typeface="Inconsolata" panose="020B0609030003000000" pitchFamily="49" charset="77"/>
              </a:rPr>
              <a:t>  	</a:t>
            </a:r>
            <a:r>
              <a:rPr lang="en-US" sz="1800" b="1" dirty="0">
                <a:solidFill>
                  <a:schemeClr val="accent1"/>
                </a:solidFill>
                <a:latin typeface="Inconsolata" panose="020B0609030003000000" pitchFamily="49" charset="77"/>
              </a:rPr>
              <a:t># equivalent to x = x + 1</a:t>
            </a:r>
          </a:p>
          <a:p>
            <a:pPr marL="0" indent="0">
              <a:buNone/>
            </a:pPr>
            <a:r>
              <a:rPr lang="en-US" sz="1800" b="1" dirty="0">
                <a:solidFill>
                  <a:srgbClr val="00B050"/>
                </a:solidFill>
                <a:latin typeface="Inconsolata" panose="020B0609030003000000" pitchFamily="49" charset="77"/>
              </a:rPr>
              <a:t>print(</a:t>
            </a:r>
            <a:r>
              <a:rPr lang="en-US" sz="1800" b="1" dirty="0">
                <a:solidFill>
                  <a:srgbClr val="000087"/>
                </a:solidFill>
                <a:latin typeface="Inconsolata" panose="020B0609030003000000" pitchFamily="49" charset="77"/>
              </a:rPr>
              <a:t>x</a:t>
            </a:r>
            <a:r>
              <a:rPr lang="en-US" sz="1800" b="1" dirty="0">
                <a:solidFill>
                  <a:srgbClr val="00B050"/>
                </a:solidFill>
                <a:latin typeface="Inconsolata" panose="020B0609030003000000" pitchFamily="49" charset="77"/>
              </a:rPr>
              <a:t>)	</a:t>
            </a:r>
            <a:r>
              <a:rPr lang="en-US" sz="1800" b="1" dirty="0">
                <a:solidFill>
                  <a:schemeClr val="accent1"/>
                </a:solidFill>
                <a:latin typeface="Inconsolata" panose="020B0609030003000000" pitchFamily="49" charset="77"/>
              </a:rPr>
              <a:t># 5</a:t>
            </a: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C1BC3374-85B5-0241-B843-ACDC34DD684C}"/>
              </a:ext>
            </a:extLst>
          </p:cNvPr>
          <p:cNvSpPr>
            <a:spLocks noGrp="1"/>
          </p:cNvSpPr>
          <p:nvPr>
            <p:ph type="sldNum" sz="quarter" idx="12"/>
          </p:nvPr>
        </p:nvSpPr>
        <p:spPr/>
        <p:txBody>
          <a:bodyPr/>
          <a:lstStyle/>
          <a:p>
            <a:fld id="{D57F1E4F-1CFF-5643-939E-02111984F565}" type="slidenum">
              <a:rPr lang="en-US" smtClean="0"/>
              <a:t>16</a:t>
            </a:fld>
            <a:endParaRPr lang="en-US" dirty="0"/>
          </a:p>
        </p:txBody>
      </p:sp>
    </p:spTree>
    <p:extLst>
      <p:ext uri="{BB962C8B-B14F-4D97-AF65-F5344CB8AC3E}">
        <p14:creationId xmlns:p14="http://schemas.microsoft.com/office/powerpoint/2010/main" val="715834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8" end="8"/>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9" end="9"/>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Augmented Assignment</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154" y="774395"/>
            <a:ext cx="8638390" cy="4765793"/>
          </a:xfrm>
        </p:spPr>
        <p:txBody>
          <a:bodyPr>
            <a:noAutofit/>
          </a:bodyPr>
          <a:lstStyle/>
          <a:p>
            <a:pPr marL="0" indent="0">
              <a:buNone/>
            </a:pPr>
            <a:endParaRPr lang="en-US" sz="1900" b="1" dirty="0">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x </a:t>
            </a:r>
            <a:r>
              <a:rPr lang="en-US" sz="2000" b="1" dirty="0">
                <a:solidFill>
                  <a:srgbClr val="545454"/>
                </a:solidFill>
                <a:latin typeface="Inconsolata" panose="020B0609030003000000" pitchFamily="49" charset="77"/>
              </a:rPr>
              <a:t>= </a:t>
            </a:r>
            <a:r>
              <a:rPr lang="en-US" sz="2000" b="1" dirty="0">
                <a:solidFill>
                  <a:srgbClr val="FF6600"/>
                </a:solidFill>
                <a:latin typeface="Inconsolata" panose="020B0609030003000000" pitchFamily="49" charset="77"/>
              </a:rPr>
              <a:t>3 </a:t>
            </a:r>
          </a:p>
          <a:p>
            <a:pPr marL="0" indent="0">
              <a:buNone/>
            </a:pPr>
            <a:r>
              <a:rPr lang="en-US" sz="2000" b="1" dirty="0">
                <a:solidFill>
                  <a:srgbClr val="000087"/>
                </a:solidFill>
                <a:latin typeface="Inconsolata" panose="020B0609030003000000" pitchFamily="49" charset="77"/>
              </a:rPr>
              <a:t>x *= 2 + 5 </a:t>
            </a:r>
            <a:r>
              <a:rPr lang="en-US" sz="2000" b="1" dirty="0">
                <a:solidFill>
                  <a:srgbClr val="FF6600"/>
                </a:solidFill>
                <a:latin typeface="Inconsolata" panose="020B0609030003000000" pitchFamily="49" charset="77"/>
              </a:rPr>
              <a:t>  </a:t>
            </a:r>
            <a:endParaRPr lang="en-US" sz="2000" b="1" dirty="0">
              <a:solidFill>
                <a:srgbClr val="00B050"/>
              </a:solidFill>
              <a:latin typeface="Inconsolata" panose="020B0609030003000000" pitchFamily="49" charset="77"/>
            </a:endParaRPr>
          </a:p>
          <a:p>
            <a:pPr marL="0" indent="0">
              <a:buNone/>
            </a:pPr>
            <a:r>
              <a:rPr lang="en-US" sz="2000" b="1" dirty="0">
                <a:solidFill>
                  <a:srgbClr val="00B050"/>
                </a:solidFill>
                <a:latin typeface="Inconsolata" panose="020B0609030003000000" pitchFamily="49" charset="77"/>
              </a:rPr>
              <a:t>print(</a:t>
            </a:r>
            <a:r>
              <a:rPr lang="en-US" sz="2000" b="1" dirty="0">
                <a:solidFill>
                  <a:srgbClr val="000087"/>
                </a:solidFill>
                <a:latin typeface="Inconsolata" panose="020B0609030003000000" pitchFamily="49" charset="77"/>
              </a:rPr>
              <a:t>x</a:t>
            </a:r>
            <a:r>
              <a:rPr lang="en-US" sz="2000" b="1" dirty="0">
                <a:solidFill>
                  <a:srgbClr val="00B050"/>
                </a:solidFill>
                <a:latin typeface="Inconsolata" panose="020B0609030003000000" pitchFamily="49" charset="77"/>
              </a:rPr>
              <a:t>)			</a:t>
            </a:r>
            <a:r>
              <a:rPr lang="en-US" sz="2000" b="1" dirty="0">
                <a:solidFill>
                  <a:schemeClr val="accent1"/>
                </a:solidFill>
                <a:latin typeface="Inconsolata" panose="020B0609030003000000" pitchFamily="49" charset="77"/>
              </a:rPr>
              <a:t># 21</a:t>
            </a:r>
          </a:p>
          <a:p>
            <a:pPr marL="0" indent="0">
              <a:buNone/>
            </a:pPr>
            <a:endParaRPr lang="en-US" sz="2000" b="1" dirty="0">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number </a:t>
            </a:r>
            <a:r>
              <a:rPr lang="en-US" sz="2000" b="1" dirty="0">
                <a:solidFill>
                  <a:srgbClr val="545454"/>
                </a:solidFill>
                <a:latin typeface="Inconsolata" panose="020B0609030003000000" pitchFamily="49" charset="77"/>
              </a:rPr>
              <a:t>= </a:t>
            </a:r>
            <a:r>
              <a:rPr lang="en-US" sz="2000" b="1" dirty="0">
                <a:solidFill>
                  <a:srgbClr val="FF6600"/>
                </a:solidFill>
                <a:latin typeface="Inconsolata" panose="020B0609030003000000" pitchFamily="49" charset="77"/>
              </a:rPr>
              <a:t>5 </a:t>
            </a:r>
          </a:p>
          <a:p>
            <a:pPr marL="0" indent="0">
              <a:buNone/>
            </a:pPr>
            <a:r>
              <a:rPr lang="en-US" sz="2000" b="1" dirty="0">
                <a:solidFill>
                  <a:srgbClr val="000087"/>
                </a:solidFill>
                <a:latin typeface="Inconsolata" panose="020B0609030003000000" pitchFamily="49" charset="77"/>
              </a:rPr>
              <a:t>number *= number </a:t>
            </a:r>
            <a:r>
              <a:rPr lang="en-US" sz="2000" b="1" dirty="0">
                <a:solidFill>
                  <a:srgbClr val="FF6600"/>
                </a:solidFill>
                <a:latin typeface="Inconsolata" panose="020B0609030003000000" pitchFamily="49" charset="77"/>
              </a:rPr>
              <a:t>  </a:t>
            </a:r>
            <a:endParaRPr lang="en-US" sz="2000" b="1" dirty="0">
              <a:solidFill>
                <a:srgbClr val="00B050"/>
              </a:solidFill>
              <a:latin typeface="Inconsolata" panose="020B0609030003000000" pitchFamily="49" charset="77"/>
            </a:endParaRPr>
          </a:p>
          <a:p>
            <a:pPr marL="0" indent="0">
              <a:buNone/>
            </a:pPr>
            <a:r>
              <a:rPr lang="en-US" sz="2000" b="1" dirty="0">
                <a:solidFill>
                  <a:srgbClr val="00B050"/>
                </a:solidFill>
                <a:latin typeface="Inconsolata" panose="020B0609030003000000" pitchFamily="49" charset="77"/>
              </a:rPr>
              <a:t>print(</a:t>
            </a:r>
            <a:r>
              <a:rPr lang="en-US" sz="2000" b="1" dirty="0">
                <a:solidFill>
                  <a:srgbClr val="000087"/>
                </a:solidFill>
                <a:latin typeface="Inconsolata" panose="020B0609030003000000" pitchFamily="49" charset="77"/>
              </a:rPr>
              <a:t>number</a:t>
            </a:r>
            <a:r>
              <a:rPr lang="en-US" sz="2000" b="1" dirty="0">
                <a:solidFill>
                  <a:srgbClr val="00B050"/>
                </a:solidFill>
                <a:latin typeface="Inconsolata" panose="020B0609030003000000" pitchFamily="49" charset="77"/>
              </a:rPr>
              <a:t>)		</a:t>
            </a:r>
            <a:r>
              <a:rPr lang="en-US" sz="2000" b="1" dirty="0">
                <a:solidFill>
                  <a:schemeClr val="accent1"/>
                </a:solidFill>
                <a:latin typeface="Inconsolata" panose="020B0609030003000000" pitchFamily="49" charset="77"/>
              </a:rPr>
              <a:t># 25</a:t>
            </a:r>
          </a:p>
          <a:p>
            <a:pPr marL="0" indent="0">
              <a:buNone/>
            </a:pPr>
            <a:endParaRPr lang="en-US" sz="20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D83CB181-6AE6-A743-B2F5-C2EFF9C7B693}"/>
              </a:ext>
            </a:extLst>
          </p:cNvPr>
          <p:cNvSpPr>
            <a:spLocks noGrp="1"/>
          </p:cNvSpPr>
          <p:nvPr>
            <p:ph type="sldNum" sz="quarter" idx="12"/>
          </p:nvPr>
        </p:nvSpPr>
        <p:spPr/>
        <p:txBody>
          <a:bodyPr/>
          <a:lstStyle/>
          <a:p>
            <a:fld id="{D57F1E4F-1CFF-5643-939E-02111984F565}" type="slidenum">
              <a:rPr lang="en-US" smtClean="0"/>
              <a:t>17</a:t>
            </a:fld>
            <a:endParaRPr lang="en-US" dirty="0"/>
          </a:p>
        </p:txBody>
      </p:sp>
    </p:spTree>
    <p:extLst>
      <p:ext uri="{BB962C8B-B14F-4D97-AF65-F5344CB8AC3E}">
        <p14:creationId xmlns:p14="http://schemas.microsoft.com/office/powerpoint/2010/main" val="388461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String Concatenation</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154" y="774395"/>
            <a:ext cx="8638390" cy="4765793"/>
          </a:xfrm>
        </p:spPr>
        <p:txBody>
          <a:bodyPr>
            <a:noAutofit/>
          </a:bodyPr>
          <a:lstStyle/>
          <a:p>
            <a:pPr marL="0" indent="0">
              <a:buNone/>
            </a:pPr>
            <a:r>
              <a:rPr lang="en-US" dirty="0"/>
              <a:t>Two strings can be combined, or </a:t>
            </a:r>
            <a:r>
              <a:rPr lang="en-US" b="1" dirty="0"/>
              <a:t>concatenated</a:t>
            </a:r>
            <a:r>
              <a:rPr lang="en-US" dirty="0"/>
              <a:t>, using the + operator: </a:t>
            </a:r>
            <a:endParaRPr lang="en-US" sz="2000" dirty="0"/>
          </a:p>
          <a:p>
            <a:pPr marL="0" indent="0">
              <a:buNone/>
            </a:pPr>
            <a:endParaRPr lang="en-US" sz="2000" b="1" dirty="0">
              <a:latin typeface="INCONSOLATA" panose="020B0609030003000000" pitchFamily="49" charset="77"/>
            </a:endParaRPr>
          </a:p>
          <a:p>
            <a:pPr marL="0" indent="0">
              <a:buNone/>
            </a:pPr>
            <a:r>
              <a:rPr lang="en-US" sz="2000" b="1" dirty="0">
                <a:latin typeface="INCONSOLATA" panose="020B0609030003000000" pitchFamily="49" charset="77"/>
              </a:rPr>
              <a:t>string1 </a:t>
            </a:r>
            <a:r>
              <a:rPr lang="en-US" sz="2000" b="1" dirty="0">
                <a:solidFill>
                  <a:srgbClr val="CE5B00"/>
                </a:solidFill>
                <a:latin typeface="INCONSOLATA" panose="020B0609030003000000" pitchFamily="49" charset="77"/>
              </a:rPr>
              <a:t>= </a:t>
            </a:r>
            <a:r>
              <a:rPr lang="en-US" sz="2000" b="1" dirty="0">
                <a:solidFill>
                  <a:srgbClr val="4F9602"/>
                </a:solidFill>
                <a:latin typeface="INCONSOLATA" panose="020B0609030003000000" pitchFamily="49" charset="77"/>
              </a:rPr>
              <a:t>"</a:t>
            </a:r>
            <a:r>
              <a:rPr lang="en-US" sz="2000" b="1" dirty="0" err="1">
                <a:solidFill>
                  <a:srgbClr val="4F9602"/>
                </a:solidFill>
                <a:latin typeface="INCONSOLATA" panose="020B0609030003000000" pitchFamily="49" charset="77"/>
              </a:rPr>
              <a:t>abra</a:t>
            </a:r>
            <a:r>
              <a:rPr lang="en-US" sz="2000" b="1" dirty="0">
                <a:solidFill>
                  <a:srgbClr val="4F9602"/>
                </a:solidFill>
                <a:latin typeface="INCONSOLATA" panose="020B0609030003000000" pitchFamily="49" charset="77"/>
              </a:rPr>
              <a:t>"</a:t>
            </a:r>
            <a:br>
              <a:rPr lang="en-US" sz="2000" b="1" dirty="0">
                <a:solidFill>
                  <a:srgbClr val="4F9602"/>
                </a:solidFill>
                <a:latin typeface="INCONSOLATA" panose="020B0609030003000000" pitchFamily="49" charset="77"/>
              </a:rPr>
            </a:br>
            <a:r>
              <a:rPr lang="en-US" sz="2000" b="1" dirty="0">
                <a:latin typeface="INCONSOLATA" panose="020B0609030003000000" pitchFamily="49" charset="77"/>
              </a:rPr>
              <a:t>string2 </a:t>
            </a:r>
            <a:r>
              <a:rPr lang="en-US" sz="2000" b="1" dirty="0">
                <a:solidFill>
                  <a:srgbClr val="CE5B00"/>
                </a:solidFill>
                <a:latin typeface="INCONSOLATA" panose="020B0609030003000000" pitchFamily="49" charset="77"/>
              </a:rPr>
              <a:t>= </a:t>
            </a:r>
            <a:r>
              <a:rPr lang="en-US" sz="2000" b="1" dirty="0">
                <a:solidFill>
                  <a:srgbClr val="4F9602"/>
                </a:solidFill>
                <a:latin typeface="INCONSOLATA" panose="020B0609030003000000" pitchFamily="49" charset="77"/>
              </a:rPr>
              <a:t>"</a:t>
            </a:r>
            <a:r>
              <a:rPr lang="en-US" sz="2000" b="1" dirty="0" err="1">
                <a:solidFill>
                  <a:srgbClr val="4F9602"/>
                </a:solidFill>
                <a:latin typeface="INCONSOLATA" panose="020B0609030003000000" pitchFamily="49" charset="77"/>
              </a:rPr>
              <a:t>cadabra</a:t>
            </a:r>
            <a:r>
              <a:rPr lang="en-US" sz="2000" b="1" dirty="0">
                <a:solidFill>
                  <a:srgbClr val="4F9602"/>
                </a:solidFill>
                <a:latin typeface="INCONSOLATA" panose="020B0609030003000000" pitchFamily="49" charset="77"/>
              </a:rPr>
              <a:t>"</a:t>
            </a:r>
            <a:br>
              <a:rPr lang="en-US" sz="2000" b="1" dirty="0">
                <a:solidFill>
                  <a:srgbClr val="4F9602"/>
                </a:solidFill>
                <a:latin typeface="INCONSOLATA" panose="020B0609030003000000" pitchFamily="49" charset="77"/>
              </a:rPr>
            </a:br>
            <a:r>
              <a:rPr lang="en-US" sz="2000" b="1" dirty="0" err="1">
                <a:latin typeface="INCONSOLATA" panose="020B0609030003000000" pitchFamily="49" charset="77"/>
              </a:rPr>
              <a:t>magic_string</a:t>
            </a:r>
            <a:r>
              <a:rPr lang="en-US" sz="2000" b="1" dirty="0">
                <a:latin typeface="INCONSOLATA" panose="020B0609030003000000" pitchFamily="49" charset="77"/>
              </a:rPr>
              <a:t> </a:t>
            </a:r>
            <a:r>
              <a:rPr lang="en-US" sz="2000" b="1" dirty="0">
                <a:solidFill>
                  <a:srgbClr val="CE5B00"/>
                </a:solidFill>
                <a:latin typeface="INCONSOLATA" panose="020B0609030003000000" pitchFamily="49" charset="77"/>
              </a:rPr>
              <a:t>= </a:t>
            </a:r>
            <a:r>
              <a:rPr lang="en-US" sz="2000" b="1" dirty="0">
                <a:latin typeface="INCONSOLATA" panose="020B0609030003000000" pitchFamily="49" charset="77"/>
              </a:rPr>
              <a:t>string1 </a:t>
            </a:r>
            <a:r>
              <a:rPr lang="en-US" sz="2000" b="1" dirty="0">
                <a:solidFill>
                  <a:srgbClr val="CE5B00"/>
                </a:solidFill>
                <a:latin typeface="INCONSOLATA" panose="020B0609030003000000" pitchFamily="49" charset="77"/>
              </a:rPr>
              <a:t>+ </a:t>
            </a:r>
            <a:r>
              <a:rPr lang="en-US" sz="2000" b="1" dirty="0">
                <a:latin typeface="INCONSOLATA" panose="020B0609030003000000" pitchFamily="49" charset="77"/>
              </a:rPr>
              <a:t>string2 </a:t>
            </a:r>
          </a:p>
          <a:p>
            <a:pPr marL="0" indent="0">
              <a:buNone/>
            </a:pPr>
            <a:endParaRPr lang="en-US" sz="2000" b="1" dirty="0">
              <a:solidFill>
                <a:srgbClr val="000087"/>
              </a:solidFill>
              <a:latin typeface="LuxiMono"/>
            </a:endParaRPr>
          </a:p>
          <a:p>
            <a:pPr marL="0" indent="0">
              <a:buNone/>
            </a:pPr>
            <a:r>
              <a:rPr lang="en-US" sz="2000" b="1" dirty="0">
                <a:latin typeface="INCONSOLATA" panose="020B0609030003000000" pitchFamily="49" charset="77"/>
              </a:rPr>
              <a:t>first </a:t>
            </a:r>
            <a:r>
              <a:rPr lang="en-US" sz="2000" b="1" dirty="0">
                <a:solidFill>
                  <a:srgbClr val="CE5B00"/>
                </a:solidFill>
                <a:latin typeface="INCONSOLATA" panose="020B0609030003000000" pitchFamily="49" charset="77"/>
              </a:rPr>
              <a:t>= </a:t>
            </a:r>
            <a:r>
              <a:rPr lang="en-US" sz="2000" b="1" dirty="0">
                <a:solidFill>
                  <a:srgbClr val="4F9602"/>
                </a:solidFill>
                <a:latin typeface="INCONSOLATA" panose="020B0609030003000000" pitchFamily="49" charset="77"/>
              </a:rPr>
              <a:t>"Michael"</a:t>
            </a:r>
            <a:br>
              <a:rPr lang="en-US" sz="2000" b="1" dirty="0">
                <a:solidFill>
                  <a:srgbClr val="4F9602"/>
                </a:solidFill>
                <a:latin typeface="INCONSOLATA" panose="020B0609030003000000" pitchFamily="49" charset="77"/>
              </a:rPr>
            </a:br>
            <a:r>
              <a:rPr lang="en-US" sz="2000" b="1" dirty="0">
                <a:latin typeface="INCONSOLATA" panose="020B0609030003000000" pitchFamily="49" charset="77"/>
              </a:rPr>
              <a:t>last </a:t>
            </a:r>
            <a:r>
              <a:rPr lang="en-US" sz="2000" b="1" dirty="0">
                <a:solidFill>
                  <a:srgbClr val="CE5B00"/>
                </a:solidFill>
                <a:latin typeface="INCONSOLATA" panose="020B0609030003000000" pitchFamily="49" charset="77"/>
              </a:rPr>
              <a:t>= </a:t>
            </a:r>
            <a:r>
              <a:rPr lang="en-US" sz="2000" b="1" dirty="0">
                <a:solidFill>
                  <a:srgbClr val="4F9602"/>
                </a:solidFill>
                <a:latin typeface="INCONSOLATA" panose="020B0609030003000000" pitchFamily="49" charset="77"/>
              </a:rPr>
              <a:t>"Smith"</a:t>
            </a:r>
            <a:br>
              <a:rPr lang="en-US" sz="2000" b="1" dirty="0">
                <a:solidFill>
                  <a:srgbClr val="4F9602"/>
                </a:solidFill>
                <a:latin typeface="INCONSOLATA" panose="020B0609030003000000" pitchFamily="49" charset="77"/>
              </a:rPr>
            </a:br>
            <a:r>
              <a:rPr lang="en-US" sz="2000" b="1" dirty="0" err="1">
                <a:latin typeface="INCONSOLATA" panose="020B0609030003000000" pitchFamily="49" charset="77"/>
              </a:rPr>
              <a:t>full_name</a:t>
            </a:r>
            <a:r>
              <a:rPr lang="en-US" sz="2000" b="1" dirty="0">
                <a:latin typeface="INCONSOLATA" panose="020B0609030003000000" pitchFamily="49" charset="77"/>
              </a:rPr>
              <a:t> </a:t>
            </a:r>
            <a:r>
              <a:rPr lang="en-US" sz="2000" b="1" dirty="0">
                <a:solidFill>
                  <a:srgbClr val="CE5B00"/>
                </a:solidFill>
                <a:latin typeface="INCONSOLATA" panose="020B0609030003000000" pitchFamily="49" charset="77"/>
              </a:rPr>
              <a:t>= first</a:t>
            </a:r>
            <a:r>
              <a:rPr lang="en-US" sz="2000" b="1" dirty="0">
                <a:latin typeface="INCONSOLATA" panose="020B0609030003000000" pitchFamily="49" charset="77"/>
              </a:rPr>
              <a:t> </a:t>
            </a:r>
            <a:r>
              <a:rPr lang="en-US" sz="2000" b="1" dirty="0">
                <a:solidFill>
                  <a:srgbClr val="CE5B00"/>
                </a:solidFill>
                <a:latin typeface="INCONSOLATA" panose="020B0609030003000000" pitchFamily="49" charset="77"/>
              </a:rPr>
              <a:t>+ " " + last</a:t>
            </a:r>
          </a:p>
          <a:p>
            <a:pPr marL="0" indent="0">
              <a:buNone/>
            </a:pPr>
            <a:endParaRPr lang="en-US" sz="2000" b="1" dirty="0">
              <a:solidFill>
                <a:srgbClr val="CE5B00"/>
              </a:solidFill>
              <a:latin typeface="INCONSOLATA" panose="020B0609030003000000" pitchFamily="49" charset="77"/>
            </a:endParaRPr>
          </a:p>
          <a:p>
            <a:pPr marL="0" indent="0">
              <a:buNone/>
            </a:pPr>
            <a:r>
              <a:rPr lang="en-US" sz="2000" dirty="0"/>
              <a:t>Concatenating a string and a number raises a </a:t>
            </a:r>
            <a:r>
              <a:rPr lang="en-US" sz="2000" dirty="0" err="1"/>
              <a:t>TypeError</a:t>
            </a:r>
            <a:r>
              <a:rPr lang="en-US" sz="2000" dirty="0"/>
              <a:t>.  Must first cast the number into a string using str(). </a:t>
            </a:r>
            <a:endParaRPr lang="en-US" sz="2000" b="1" dirty="0">
              <a:solidFill>
                <a:srgbClr val="CE5B00"/>
              </a:solidFill>
              <a:latin typeface="INCONSOLATA" panose="020B0609030003000000" pitchFamily="49" charset="77"/>
            </a:endParaRPr>
          </a:p>
          <a:p>
            <a:pPr marL="0" lvl="0" indent="0">
              <a:buNone/>
            </a:pPr>
            <a:r>
              <a:rPr lang="en-US" sz="2000" b="1" dirty="0">
                <a:latin typeface="INCONSOLATA" panose="020B0609030003000000" pitchFamily="49" charset="77"/>
              </a:rPr>
              <a:t>apples </a:t>
            </a:r>
            <a:r>
              <a:rPr lang="en-US" sz="2000" b="1" dirty="0">
                <a:solidFill>
                  <a:srgbClr val="CE5B00"/>
                </a:solidFill>
                <a:latin typeface="INCONSOLATA" panose="020B0609030003000000" pitchFamily="49" charset="77"/>
              </a:rPr>
              <a:t>= </a:t>
            </a:r>
            <a:r>
              <a:rPr lang="en-US" sz="2000" b="1" dirty="0">
                <a:solidFill>
                  <a:srgbClr val="4F9602"/>
                </a:solidFill>
                <a:latin typeface="INCONSOLATA" panose="020B0609030003000000" pitchFamily="49" charset="77"/>
              </a:rPr>
              <a:t>"I have " + 3 + "apples"		</a:t>
            </a:r>
            <a:r>
              <a:rPr lang="en-US" sz="2000" b="1" dirty="0">
                <a:solidFill>
                  <a:srgbClr val="0070C0"/>
                </a:solidFill>
                <a:latin typeface="INCONSOLATA" panose="020B0609030003000000" pitchFamily="49" charset="77"/>
              </a:rPr>
              <a:t># error! </a:t>
            </a:r>
            <a:br>
              <a:rPr lang="en-US" sz="2000" b="1" dirty="0">
                <a:solidFill>
                  <a:srgbClr val="4F9602"/>
                </a:solidFill>
                <a:latin typeface="INCONSOLATA" panose="020B0609030003000000" pitchFamily="49" charset="77"/>
              </a:rPr>
            </a:br>
            <a:r>
              <a:rPr lang="en-US" sz="2000" b="1" dirty="0">
                <a:solidFill>
                  <a:prstClr val="black"/>
                </a:solidFill>
                <a:latin typeface="INCONSOLATA" panose="020B0609030003000000" pitchFamily="49" charset="77"/>
              </a:rPr>
              <a:t>apples </a:t>
            </a:r>
            <a:r>
              <a:rPr lang="en-US" sz="2000" b="1" dirty="0">
                <a:solidFill>
                  <a:srgbClr val="CE5B00"/>
                </a:solidFill>
                <a:latin typeface="INCONSOLATA" panose="020B0609030003000000" pitchFamily="49" charset="77"/>
              </a:rPr>
              <a:t>= </a:t>
            </a:r>
            <a:r>
              <a:rPr lang="en-US" sz="2000" b="1" dirty="0">
                <a:solidFill>
                  <a:srgbClr val="4F9602"/>
                </a:solidFill>
                <a:latin typeface="INCONSOLATA" panose="020B0609030003000000" pitchFamily="49" charset="77"/>
              </a:rPr>
              <a:t>"I have " + str(3) + "apples"	</a:t>
            </a:r>
            <a:r>
              <a:rPr lang="en-US" sz="2000" b="1" dirty="0">
                <a:solidFill>
                  <a:srgbClr val="0070C0"/>
                </a:solidFill>
                <a:latin typeface="INCONSOLATA" panose="020B0609030003000000" pitchFamily="49" charset="77"/>
              </a:rPr>
              <a:t># correct!</a:t>
            </a:r>
          </a:p>
          <a:p>
            <a:pPr marL="0" lvl="0" indent="0">
              <a:buNone/>
            </a:pPr>
            <a:r>
              <a:rPr lang="en-US" sz="2000" b="1" dirty="0">
                <a:solidFill>
                  <a:srgbClr val="4F9602"/>
                </a:solidFill>
                <a:latin typeface="INCONSOLATA" panose="020B0609030003000000" pitchFamily="49" charset="77"/>
              </a:rPr>
              <a:t> </a:t>
            </a:r>
            <a:br>
              <a:rPr lang="en-US" sz="2000" b="1" dirty="0">
                <a:solidFill>
                  <a:srgbClr val="4F9602"/>
                </a:solidFill>
                <a:latin typeface="INCONSOLATA" panose="020B0609030003000000" pitchFamily="49" charset="77"/>
              </a:rPr>
            </a:br>
            <a:endParaRPr lang="en-US" sz="1900" b="1" dirty="0">
              <a:solidFill>
                <a:prstClr val="black"/>
              </a:solidFill>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37DBF879-9531-534B-A2DE-06AABDA1BC13}"/>
              </a:ext>
            </a:extLst>
          </p:cNvPr>
          <p:cNvSpPr>
            <a:spLocks noGrp="1"/>
          </p:cNvSpPr>
          <p:nvPr>
            <p:ph type="sldNum" sz="quarter" idx="12"/>
          </p:nvPr>
        </p:nvSpPr>
        <p:spPr/>
        <p:txBody>
          <a:bodyPr/>
          <a:lstStyle/>
          <a:p>
            <a:fld id="{D57F1E4F-1CFF-5643-939E-02111984F565}" type="slidenum">
              <a:rPr lang="en-US" smtClean="0"/>
              <a:t>18</a:t>
            </a:fld>
            <a:endParaRPr lang="en-US" dirty="0"/>
          </a:p>
        </p:txBody>
      </p:sp>
    </p:spTree>
    <p:extLst>
      <p:ext uri="{BB962C8B-B14F-4D97-AF65-F5344CB8AC3E}">
        <p14:creationId xmlns:p14="http://schemas.microsoft.com/office/powerpoint/2010/main" val="25321395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Errors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97066" y="683301"/>
            <a:ext cx="8928846" cy="5031699"/>
          </a:xfrm>
        </p:spPr>
        <p:txBody>
          <a:bodyPr>
            <a:noAutofit/>
          </a:bodyPr>
          <a:lstStyle/>
          <a:p>
            <a:pPr marL="0" indent="0">
              <a:buNone/>
            </a:pPr>
            <a:r>
              <a:rPr lang="en-US" dirty="0"/>
              <a:t>Beginning programmers make mistakes writing programs because of inexperience in programming in general or due to unfamiliarity with a programming language. </a:t>
            </a:r>
          </a:p>
          <a:p>
            <a:pPr marL="0" indent="0">
              <a:buNone/>
            </a:pPr>
            <a:endParaRPr lang="en-US" sz="2000" dirty="0"/>
          </a:p>
          <a:p>
            <a:pPr marL="0" indent="0">
              <a:buNone/>
            </a:pPr>
            <a:r>
              <a:rPr lang="en-US" dirty="0"/>
              <a:t>There are four general kinds of errors:  </a:t>
            </a:r>
            <a:r>
              <a:rPr lang="en-US" b="1" dirty="0"/>
              <a:t>syntax errors, run-time errors, overflow errors </a:t>
            </a:r>
            <a:r>
              <a:rPr lang="en-US" dirty="0"/>
              <a:t>and</a:t>
            </a:r>
            <a:r>
              <a:rPr lang="en-US" b="1" dirty="0"/>
              <a:t> logic errors. </a:t>
            </a:r>
          </a:p>
          <a:p>
            <a:pPr marL="0" indent="0">
              <a:buNone/>
            </a:pPr>
            <a:endParaRPr lang="en-US" sz="2000" dirty="0"/>
          </a:p>
          <a:p>
            <a:pPr marL="0" indent="0">
              <a:buNone/>
            </a:pPr>
            <a:r>
              <a:rPr lang="en-US" dirty="0"/>
              <a:t>The interpreter reads the Python source file and translates it into a executable form. This is the </a:t>
            </a:r>
            <a:r>
              <a:rPr lang="en-US" i="1" dirty="0"/>
              <a:t>translation phase</a:t>
            </a:r>
            <a:r>
              <a:rPr lang="en-US" dirty="0"/>
              <a:t>. If the interpreter detects an invalid program statement during the translation phase, it will terminate the program’s execution and report an error. </a:t>
            </a:r>
          </a:p>
          <a:p>
            <a:pPr marL="0" indent="0">
              <a:buNone/>
            </a:pPr>
            <a:endParaRPr lang="en-US" dirty="0"/>
          </a:p>
          <a:p>
            <a:pPr marL="0" indent="0">
              <a:buNone/>
            </a:pPr>
            <a:r>
              <a:rPr lang="en-US" dirty="0"/>
              <a:t>Such errors result from the programmer’s misuse of the language.  A </a:t>
            </a:r>
            <a:r>
              <a:rPr lang="en-US" b="1" dirty="0"/>
              <a:t>syntax error</a:t>
            </a:r>
            <a:r>
              <a:rPr lang="en-US" i="1" dirty="0"/>
              <a:t> </a:t>
            </a:r>
            <a:r>
              <a:rPr lang="en-US" dirty="0"/>
              <a:t>is a common error that the interpreter can detect when attempting to translate a Python statement into machine language. </a:t>
            </a:r>
            <a:endParaRPr lang="en-US" sz="2000" dirty="0"/>
          </a:p>
          <a:p>
            <a:pPr marL="0" indent="0">
              <a:buNone/>
            </a:pPr>
            <a:endParaRPr lang="en-US" sz="2000" dirty="0"/>
          </a:p>
          <a:p>
            <a:pPr marL="0" indent="0">
              <a:buNone/>
            </a:pPr>
            <a:endParaRPr lang="en-US" sz="2000" dirty="0"/>
          </a:p>
          <a:p>
            <a:pPr marL="0" indent="0">
              <a:buNone/>
            </a:pPr>
            <a:endParaRPr lang="en-US" sz="2000" dirty="0"/>
          </a:p>
          <a:p>
            <a:pPr marL="0" lvl="0" indent="0">
              <a:buNone/>
            </a:pPr>
            <a:r>
              <a:rPr lang="en-US" sz="2000" b="1" dirty="0">
                <a:solidFill>
                  <a:srgbClr val="4F9602"/>
                </a:solidFill>
                <a:latin typeface="INCONSOLATA" panose="020B0609030003000000" pitchFamily="49" charset="77"/>
              </a:rPr>
              <a:t> </a:t>
            </a:r>
            <a:br>
              <a:rPr lang="en-US" sz="2000" b="1" dirty="0">
                <a:solidFill>
                  <a:srgbClr val="4F9602"/>
                </a:solidFill>
                <a:latin typeface="INCONSOLATA" panose="020B0609030003000000" pitchFamily="49" charset="77"/>
              </a:rPr>
            </a:br>
            <a:endParaRPr lang="en-US" sz="1900" b="1" dirty="0">
              <a:solidFill>
                <a:prstClr val="black"/>
              </a:solidFill>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37DBF879-9531-534B-A2DE-06AABDA1BC13}"/>
              </a:ext>
            </a:extLst>
          </p:cNvPr>
          <p:cNvSpPr>
            <a:spLocks noGrp="1"/>
          </p:cNvSpPr>
          <p:nvPr>
            <p:ph type="sldNum" sz="quarter" idx="12"/>
          </p:nvPr>
        </p:nvSpPr>
        <p:spPr/>
        <p:txBody>
          <a:bodyPr/>
          <a:lstStyle/>
          <a:p>
            <a:fld id="{D57F1E4F-1CFF-5643-939E-02111984F565}" type="slidenum">
              <a:rPr lang="en-US" smtClean="0"/>
              <a:t>19</a:t>
            </a:fld>
            <a:endParaRPr lang="en-US" dirty="0"/>
          </a:p>
        </p:txBody>
      </p:sp>
    </p:spTree>
    <p:extLst>
      <p:ext uri="{BB962C8B-B14F-4D97-AF65-F5344CB8AC3E}">
        <p14:creationId xmlns:p14="http://schemas.microsoft.com/office/powerpoint/2010/main" val="1326078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Syntax Errors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154" y="774395"/>
            <a:ext cx="8638390" cy="4765793"/>
          </a:xfrm>
        </p:spPr>
        <p:txBody>
          <a:bodyPr>
            <a:noAutofit/>
          </a:bodyPr>
          <a:lstStyle/>
          <a:p>
            <a:pPr marL="0" indent="0">
              <a:buNone/>
            </a:pPr>
            <a:r>
              <a:rPr lang="en-US" sz="2000" dirty="0"/>
              <a:t>A </a:t>
            </a:r>
            <a:r>
              <a:rPr lang="en-US" sz="2000" b="1" dirty="0"/>
              <a:t>syntax error</a:t>
            </a:r>
            <a:r>
              <a:rPr lang="en-US" sz="2000" i="1" dirty="0"/>
              <a:t> </a:t>
            </a:r>
            <a:r>
              <a:rPr lang="en-US" sz="2000" dirty="0"/>
              <a:t>is a common error that the interpreter can detect when attempting to translate a Python statement into machine language. </a:t>
            </a:r>
            <a:endParaRPr lang="en-US" sz="1900" b="1" dirty="0">
              <a:latin typeface="Inconsolata" panose="020B0609030003000000" pitchFamily="49" charset="77"/>
            </a:endParaRPr>
          </a:p>
          <a:p>
            <a:pPr marL="0" indent="0">
              <a:buNone/>
            </a:pPr>
            <a:endParaRPr lang="en-US" sz="2000" b="1" dirty="0">
              <a:solidFill>
                <a:srgbClr val="000087"/>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x </a:t>
            </a:r>
            <a:r>
              <a:rPr lang="en-US" sz="2000" b="1" dirty="0">
                <a:solidFill>
                  <a:srgbClr val="545454"/>
                </a:solidFill>
                <a:latin typeface="Inconsolata" panose="020B0609030003000000" pitchFamily="49" charset="77"/>
              </a:rPr>
              <a:t>= </a:t>
            </a:r>
            <a:r>
              <a:rPr lang="en-US" sz="2000" b="1" dirty="0">
                <a:solidFill>
                  <a:srgbClr val="FF6600"/>
                </a:solidFill>
                <a:latin typeface="Inconsolata" panose="020B0609030003000000" pitchFamily="49" charset="77"/>
              </a:rPr>
              <a:t>3 </a:t>
            </a:r>
          </a:p>
          <a:p>
            <a:pPr marL="0" indent="0">
              <a:buNone/>
            </a:pPr>
            <a:r>
              <a:rPr lang="en-US" sz="2000" b="1" dirty="0">
                <a:solidFill>
                  <a:srgbClr val="000087"/>
                </a:solidFill>
                <a:latin typeface="Inconsolata" panose="020B0609030003000000" pitchFamily="49" charset="77"/>
              </a:rPr>
              <a:t>y = x + 5 </a:t>
            </a:r>
            <a:r>
              <a:rPr lang="en-US" sz="2000" b="1" dirty="0">
                <a:solidFill>
                  <a:srgbClr val="FF6600"/>
                </a:solidFill>
                <a:latin typeface="Inconsolata" panose="020B0609030003000000" pitchFamily="49" charset="77"/>
              </a:rPr>
              <a:t>  </a:t>
            </a:r>
          </a:p>
          <a:p>
            <a:pPr marL="0" indent="0">
              <a:buNone/>
            </a:pPr>
            <a:r>
              <a:rPr lang="en-US" sz="2000" b="1" dirty="0">
                <a:solidFill>
                  <a:srgbClr val="000087"/>
                </a:solidFill>
                <a:latin typeface="Inconsolata" panose="020B0609030003000000" pitchFamily="49" charset="77"/>
              </a:rPr>
              <a:t>y + 2 = x			</a:t>
            </a:r>
            <a:r>
              <a:rPr lang="en-US" sz="2000" b="1" dirty="0">
                <a:solidFill>
                  <a:schemeClr val="accent1"/>
                </a:solidFill>
                <a:latin typeface="Inconsolata" panose="020B0609030003000000" pitchFamily="49" charset="77"/>
              </a:rPr>
              <a:t># </a:t>
            </a:r>
            <a:r>
              <a:rPr lang="en-US" sz="2000" b="1" dirty="0" err="1">
                <a:solidFill>
                  <a:schemeClr val="accent1"/>
                </a:solidFill>
                <a:latin typeface="Inconsolata" panose="020B0609030003000000" pitchFamily="49" charset="77"/>
              </a:rPr>
              <a:t>SyntaxError</a:t>
            </a:r>
            <a:endParaRPr lang="en-US" sz="2000" b="1" dirty="0">
              <a:solidFill>
                <a:srgbClr val="FF6600"/>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print(x			</a:t>
            </a:r>
            <a:r>
              <a:rPr lang="en-US" sz="2000" b="1" dirty="0">
                <a:solidFill>
                  <a:schemeClr val="accent1"/>
                </a:solidFill>
                <a:latin typeface="Inconsolata" panose="020B0609030003000000" pitchFamily="49" charset="77"/>
              </a:rPr>
              <a:t># </a:t>
            </a:r>
            <a:r>
              <a:rPr lang="en-US" sz="2000" b="1" dirty="0" err="1">
                <a:solidFill>
                  <a:schemeClr val="accent1"/>
                </a:solidFill>
                <a:latin typeface="Inconsolata" panose="020B0609030003000000" pitchFamily="49" charset="77"/>
              </a:rPr>
              <a:t>SyntaxError</a:t>
            </a:r>
            <a:endParaRPr lang="en-US" sz="2000" b="1" dirty="0">
              <a:solidFill>
                <a:srgbClr val="FF6600"/>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z </a:t>
            </a:r>
            <a:r>
              <a:rPr lang="en-US" sz="2000" b="1" dirty="0">
                <a:solidFill>
                  <a:srgbClr val="545454"/>
                </a:solidFill>
                <a:latin typeface="Inconsolata" panose="020B0609030003000000" pitchFamily="49" charset="77"/>
              </a:rPr>
              <a:t>= </a:t>
            </a:r>
            <a:r>
              <a:rPr lang="en-US" sz="2000" b="1" dirty="0">
                <a:solidFill>
                  <a:srgbClr val="FF6600"/>
                </a:solidFill>
                <a:latin typeface="Inconsolata" panose="020B0609030003000000" pitchFamily="49" charset="77"/>
              </a:rPr>
              <a:t>"hello			</a:t>
            </a:r>
            <a:r>
              <a:rPr lang="en-US" sz="2000" b="1" dirty="0">
                <a:solidFill>
                  <a:schemeClr val="accent1"/>
                </a:solidFill>
                <a:latin typeface="Inconsolata" panose="020B0609030003000000" pitchFamily="49" charset="77"/>
              </a:rPr>
              <a:t># </a:t>
            </a:r>
            <a:r>
              <a:rPr lang="en-US" sz="2000" b="1" dirty="0" err="1">
                <a:solidFill>
                  <a:schemeClr val="accent1"/>
                </a:solidFill>
                <a:latin typeface="Inconsolata" panose="020B0609030003000000" pitchFamily="49" charset="77"/>
              </a:rPr>
              <a:t>SyntaxError</a:t>
            </a:r>
            <a:endParaRPr lang="en-US" sz="2000" b="1" dirty="0">
              <a:solidFill>
                <a:srgbClr val="FF6600"/>
              </a:solidFill>
              <a:latin typeface="Inconsolata" panose="020B0609030003000000" pitchFamily="49" charset="77"/>
            </a:endParaRPr>
          </a:p>
          <a:p>
            <a:pPr marL="0" indent="0">
              <a:buNone/>
            </a:pPr>
            <a:endParaRPr lang="en-US" sz="2000" b="1" dirty="0">
              <a:solidFill>
                <a:srgbClr val="00B050"/>
              </a:solidFill>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D83CB181-6AE6-A743-B2F5-C2EFF9C7B693}"/>
              </a:ext>
            </a:extLst>
          </p:cNvPr>
          <p:cNvSpPr>
            <a:spLocks noGrp="1"/>
          </p:cNvSpPr>
          <p:nvPr>
            <p:ph type="sldNum" sz="quarter" idx="12"/>
          </p:nvPr>
        </p:nvSpPr>
        <p:spPr/>
        <p:txBody>
          <a:bodyPr/>
          <a:lstStyle/>
          <a:p>
            <a:fld id="{D57F1E4F-1CFF-5643-939E-02111984F565}" type="slidenum">
              <a:rPr lang="en-US" smtClean="0"/>
              <a:t>20</a:t>
            </a:fld>
            <a:endParaRPr lang="en-US" dirty="0"/>
          </a:p>
        </p:txBody>
      </p:sp>
    </p:spTree>
    <p:extLst>
      <p:ext uri="{BB962C8B-B14F-4D97-AF65-F5344CB8AC3E}">
        <p14:creationId xmlns:p14="http://schemas.microsoft.com/office/powerpoint/2010/main" val="3764668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Run-time Errors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154" y="774395"/>
            <a:ext cx="8638390" cy="4765793"/>
          </a:xfrm>
        </p:spPr>
        <p:txBody>
          <a:bodyPr>
            <a:noAutofit/>
          </a:bodyPr>
          <a:lstStyle/>
          <a:p>
            <a:pPr marL="0" indent="0">
              <a:buNone/>
            </a:pPr>
            <a:r>
              <a:rPr lang="en-US" dirty="0"/>
              <a:t>A syntactically correct Python program still can have problems. Some language errors depend on the context of the program’s execution. Such errors are called </a:t>
            </a:r>
            <a:r>
              <a:rPr lang="en-US" b="1" dirty="0"/>
              <a:t>run-time exceptions</a:t>
            </a:r>
            <a:r>
              <a:rPr lang="en-US" i="1" dirty="0"/>
              <a:t> </a:t>
            </a:r>
            <a:r>
              <a:rPr lang="en-US" dirty="0"/>
              <a:t>or </a:t>
            </a:r>
            <a:r>
              <a:rPr lang="en-US" b="1" dirty="0"/>
              <a:t>run-time errors</a:t>
            </a:r>
            <a:r>
              <a:rPr lang="en-US" dirty="0"/>
              <a:t>. </a:t>
            </a:r>
          </a:p>
          <a:p>
            <a:pPr marL="0" indent="0">
              <a:buNone/>
            </a:pPr>
            <a:endParaRPr lang="en-US" dirty="0"/>
          </a:p>
          <a:p>
            <a:pPr marL="0" indent="0">
              <a:buNone/>
            </a:pPr>
            <a:r>
              <a:rPr lang="en-US" dirty="0"/>
              <a:t>We say the interpreter </a:t>
            </a:r>
            <a:r>
              <a:rPr lang="en-US" b="1" dirty="0"/>
              <a:t>raises</a:t>
            </a:r>
            <a:r>
              <a:rPr lang="en-US" i="1" dirty="0"/>
              <a:t> </a:t>
            </a:r>
            <a:r>
              <a:rPr lang="en-US" dirty="0"/>
              <a:t>an exception. Run-time exceptions arise after the interpreter’s translation phase and during the program’s execution phase.</a:t>
            </a:r>
          </a:p>
          <a:p>
            <a:pPr marL="0" indent="0">
              <a:buNone/>
            </a:pPr>
            <a:r>
              <a:rPr lang="en-US" dirty="0"/>
              <a:t>Run-time errors will cause the program to immediately terminate.  </a:t>
            </a:r>
            <a:endParaRPr lang="en-US" sz="2000" dirty="0"/>
          </a:p>
          <a:p>
            <a:pPr marL="0" indent="0">
              <a:buNone/>
            </a:pPr>
            <a:endParaRPr lang="en-US" sz="2000" b="1" dirty="0">
              <a:solidFill>
                <a:srgbClr val="000087"/>
              </a:solidFill>
              <a:latin typeface="Inconsolata" panose="020B0609030003000000" pitchFamily="49" charset="77"/>
            </a:endParaRPr>
          </a:p>
          <a:p>
            <a:pPr marL="0" indent="0">
              <a:buNone/>
            </a:pPr>
            <a:r>
              <a:rPr lang="en-US" sz="2000" b="1" dirty="0">
                <a:solidFill>
                  <a:srgbClr val="000087"/>
                </a:solidFill>
                <a:latin typeface="Inconsolata" panose="020B0609030003000000" pitchFamily="49" charset="77"/>
              </a:rPr>
              <a:t>x </a:t>
            </a:r>
            <a:r>
              <a:rPr lang="en-US" sz="2000" b="1" dirty="0">
                <a:solidFill>
                  <a:srgbClr val="545454"/>
                </a:solidFill>
                <a:latin typeface="Inconsolata" panose="020B0609030003000000" pitchFamily="49" charset="77"/>
              </a:rPr>
              <a:t>= </a:t>
            </a:r>
            <a:r>
              <a:rPr lang="en-US" sz="2000" b="1" dirty="0">
                <a:solidFill>
                  <a:srgbClr val="FF6600"/>
                </a:solidFill>
                <a:latin typeface="Inconsolata" panose="020B0609030003000000" pitchFamily="49" charset="77"/>
              </a:rPr>
              <a:t>3 </a:t>
            </a:r>
          </a:p>
          <a:p>
            <a:pPr marL="0" indent="0">
              <a:buNone/>
            </a:pPr>
            <a:r>
              <a:rPr lang="en-US" sz="2000" b="1" dirty="0">
                <a:solidFill>
                  <a:srgbClr val="000087"/>
                </a:solidFill>
                <a:latin typeface="Inconsolata" panose="020B0609030003000000" pitchFamily="49" charset="77"/>
              </a:rPr>
              <a:t>y = x + 5 </a:t>
            </a:r>
            <a:r>
              <a:rPr lang="en-US" sz="2000" b="1" dirty="0">
                <a:solidFill>
                  <a:srgbClr val="FF6600"/>
                </a:solidFill>
                <a:latin typeface="Inconsolata" panose="020B0609030003000000" pitchFamily="49" charset="77"/>
              </a:rPr>
              <a:t>  </a:t>
            </a:r>
          </a:p>
          <a:p>
            <a:pPr marL="0" indent="0">
              <a:buNone/>
            </a:pPr>
            <a:r>
              <a:rPr lang="en-US" sz="2000" b="1" dirty="0">
                <a:solidFill>
                  <a:srgbClr val="000087"/>
                </a:solidFill>
                <a:latin typeface="Inconsolata" panose="020B0609030003000000" pitchFamily="49" charset="77"/>
              </a:rPr>
              <a:t>y = w + 1		</a:t>
            </a:r>
            <a:r>
              <a:rPr lang="en-US" sz="2000" b="1" dirty="0">
                <a:solidFill>
                  <a:schemeClr val="accent1"/>
                </a:solidFill>
                <a:latin typeface="Inconsolata" panose="020B0609030003000000" pitchFamily="49" charset="77"/>
              </a:rPr>
              <a:t># Syntactically correct but raises a run-time 				# error: "name w is not defined"</a:t>
            </a:r>
            <a:r>
              <a:rPr lang="en-US" sz="2000" b="1" dirty="0">
                <a:solidFill>
                  <a:srgbClr val="FF6600"/>
                </a:solidFill>
                <a:latin typeface="Inconsolata" panose="020B0609030003000000" pitchFamily="49" charset="77"/>
              </a:rPr>
              <a:t>  </a:t>
            </a:r>
          </a:p>
          <a:p>
            <a:pPr marL="0" indent="0">
              <a:buNone/>
            </a:pPr>
            <a:endParaRPr lang="en-US" sz="2000" b="1" dirty="0">
              <a:solidFill>
                <a:srgbClr val="00B050"/>
              </a:solidFill>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D83CB181-6AE6-A743-B2F5-C2EFF9C7B693}"/>
              </a:ext>
            </a:extLst>
          </p:cNvPr>
          <p:cNvSpPr>
            <a:spLocks noGrp="1"/>
          </p:cNvSpPr>
          <p:nvPr>
            <p:ph type="sldNum" sz="quarter" idx="12"/>
          </p:nvPr>
        </p:nvSpPr>
        <p:spPr/>
        <p:txBody>
          <a:bodyPr/>
          <a:lstStyle/>
          <a:p>
            <a:fld id="{D57F1E4F-1CFF-5643-939E-02111984F565}" type="slidenum">
              <a:rPr lang="en-US" smtClean="0"/>
              <a:t>21</a:t>
            </a:fld>
            <a:endParaRPr lang="en-US" dirty="0"/>
          </a:p>
        </p:txBody>
      </p:sp>
    </p:spTree>
    <p:extLst>
      <p:ext uri="{BB962C8B-B14F-4D97-AF65-F5344CB8AC3E}">
        <p14:creationId xmlns:p14="http://schemas.microsoft.com/office/powerpoint/2010/main" val="4041063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Run-time Errors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154" y="774395"/>
            <a:ext cx="8810758" cy="4826835"/>
          </a:xfrm>
        </p:spPr>
        <p:txBody>
          <a:bodyPr>
            <a:noAutofit/>
          </a:bodyPr>
          <a:lstStyle/>
          <a:p>
            <a:pPr marL="0" indent="0">
              <a:buNone/>
            </a:pPr>
            <a:r>
              <a:rPr lang="en-US" dirty="0"/>
              <a:t>Here's another example of a run-time error. </a:t>
            </a:r>
            <a:endParaRPr lang="en-US" sz="2000" dirty="0"/>
          </a:p>
          <a:p>
            <a:pPr marL="0" indent="0">
              <a:buNone/>
            </a:pPr>
            <a:r>
              <a:rPr lang="en-US" b="1" dirty="0">
                <a:solidFill>
                  <a:schemeClr val="accent1"/>
                </a:solidFill>
                <a:latin typeface="INCONSOLATA" panose="020B0609030003000000" pitchFamily="49" charset="77"/>
              </a:rPr>
              <a:t># Get two integers from the user </a:t>
            </a:r>
          </a:p>
          <a:p>
            <a:pPr marL="0" indent="0">
              <a:buNone/>
            </a:pPr>
            <a:r>
              <a:rPr lang="en-US" b="1" dirty="0">
                <a:latin typeface="INCONSOLATA" panose="020B0609030003000000" pitchFamily="49" charset="77"/>
              </a:rPr>
              <a:t>print(</a:t>
            </a:r>
            <a:r>
              <a:rPr lang="en-US" b="1" dirty="0">
                <a:solidFill>
                  <a:srgbClr val="FF0000"/>
                </a:solidFill>
                <a:latin typeface="INCONSOLATA" panose="020B0609030003000000" pitchFamily="49" charset="77"/>
              </a:rPr>
              <a:t>'Please enter two numbers to divide.'</a:t>
            </a:r>
            <a:r>
              <a:rPr lang="en-US" b="1" dirty="0">
                <a:latin typeface="INCONSOLATA" panose="020B0609030003000000" pitchFamily="49" charset="77"/>
              </a:rPr>
              <a:t>) </a:t>
            </a:r>
          </a:p>
          <a:p>
            <a:pPr marL="0" indent="0">
              <a:buNone/>
            </a:pPr>
            <a:r>
              <a:rPr lang="en-US" b="1" dirty="0">
                <a:latin typeface="INCONSOLATA" panose="020B0609030003000000" pitchFamily="49" charset="77"/>
              </a:rPr>
              <a:t>dividend = int(input(</a:t>
            </a:r>
            <a:r>
              <a:rPr lang="en-US" b="1" dirty="0">
                <a:solidFill>
                  <a:srgbClr val="FF0000"/>
                </a:solidFill>
                <a:latin typeface="INCONSOLATA" panose="020B0609030003000000" pitchFamily="49" charset="77"/>
              </a:rPr>
              <a:t>'Please enter the dividend: '</a:t>
            </a:r>
            <a:r>
              <a:rPr lang="en-US" b="1" dirty="0">
                <a:latin typeface="INCONSOLATA" panose="020B0609030003000000" pitchFamily="49" charset="77"/>
              </a:rPr>
              <a:t>)) </a:t>
            </a:r>
          </a:p>
          <a:p>
            <a:pPr marL="0" indent="0">
              <a:buNone/>
            </a:pPr>
            <a:r>
              <a:rPr lang="en-US" b="1" dirty="0">
                <a:latin typeface="INCONSOLATA" panose="020B0609030003000000" pitchFamily="49" charset="77"/>
              </a:rPr>
              <a:t>divisor = int(input(</a:t>
            </a:r>
            <a:r>
              <a:rPr lang="en-US" b="1" dirty="0">
                <a:solidFill>
                  <a:srgbClr val="FF0000"/>
                </a:solidFill>
                <a:latin typeface="INCONSOLATA" panose="020B0609030003000000" pitchFamily="49" charset="77"/>
              </a:rPr>
              <a:t>'Please enter the divisor: '</a:t>
            </a:r>
            <a:r>
              <a:rPr lang="en-US" b="1" dirty="0">
                <a:latin typeface="INCONSOLATA" panose="020B0609030003000000" pitchFamily="49" charset="77"/>
              </a:rPr>
              <a:t>)) </a:t>
            </a:r>
          </a:p>
          <a:p>
            <a:pPr marL="0" indent="0">
              <a:buNone/>
            </a:pPr>
            <a:r>
              <a:rPr lang="en-US" b="1" dirty="0">
                <a:solidFill>
                  <a:schemeClr val="accent1"/>
                </a:solidFill>
                <a:latin typeface="INCONSOLATA" panose="020B0609030003000000" pitchFamily="49" charset="77"/>
              </a:rPr>
              <a:t># Divide them and report the result </a:t>
            </a:r>
          </a:p>
          <a:p>
            <a:pPr marL="0" indent="0">
              <a:buNone/>
            </a:pPr>
            <a:r>
              <a:rPr lang="en-US" b="1" dirty="0">
                <a:latin typeface="INCONSOLATA" panose="020B0609030003000000" pitchFamily="49" charset="77"/>
              </a:rPr>
              <a:t>print(dividend, </a:t>
            </a:r>
            <a:r>
              <a:rPr lang="en-US" b="1" dirty="0">
                <a:solidFill>
                  <a:srgbClr val="FF0000"/>
                </a:solidFill>
                <a:latin typeface="INCONSOLATA" panose="020B0609030003000000" pitchFamily="49" charset="77"/>
              </a:rPr>
              <a:t>'/'</a:t>
            </a:r>
            <a:r>
              <a:rPr lang="en-US" b="1" dirty="0">
                <a:latin typeface="INCONSOLATA" panose="020B0609030003000000" pitchFamily="49" charset="77"/>
              </a:rPr>
              <a:t>, divisor, </a:t>
            </a:r>
            <a:r>
              <a:rPr lang="en-US" b="1" dirty="0">
                <a:solidFill>
                  <a:srgbClr val="FF0000"/>
                </a:solidFill>
                <a:latin typeface="INCONSOLATA" panose="020B0609030003000000" pitchFamily="49" charset="77"/>
              </a:rPr>
              <a:t>"="</a:t>
            </a:r>
            <a:r>
              <a:rPr lang="en-US" b="1" dirty="0">
                <a:latin typeface="INCONSOLATA" panose="020B0609030003000000" pitchFamily="49" charset="77"/>
              </a:rPr>
              <a:t>, dividend/divisor)</a:t>
            </a:r>
          </a:p>
          <a:p>
            <a:pPr marL="0" indent="0">
              <a:buNone/>
            </a:pPr>
            <a:endParaRPr lang="en-US" b="1" dirty="0">
              <a:latin typeface="INCONSOLATA" panose="020B0609030003000000" pitchFamily="49" charset="77"/>
            </a:endParaRPr>
          </a:p>
          <a:p>
            <a:pPr marL="0" indent="0">
              <a:buNone/>
            </a:pPr>
            <a:r>
              <a:rPr lang="en-US" dirty="0"/>
              <a:t>The expression dividend/divisor is potentially dangerous. If the user enters, for example, 32 and 4, the program works nicely. </a:t>
            </a:r>
          </a:p>
          <a:p>
            <a:pPr marL="0" indent="0">
              <a:buNone/>
            </a:pPr>
            <a:r>
              <a:rPr lang="en-US" dirty="0"/>
              <a:t>If the user instead types the numbers 32 and 0, the program reports an error and terminates. Division by zero is undefined in mathematics, and division by zero in Python is illegal. </a:t>
            </a:r>
          </a:p>
          <a:p>
            <a:pPr marL="0" indent="0">
              <a:buNone/>
            </a:pPr>
            <a:endParaRPr lang="en-US" dirty="0"/>
          </a:p>
          <a:p>
            <a:pPr marL="0" indent="0">
              <a:buNone/>
            </a:pPr>
            <a:endParaRPr lang="en-US" dirty="0"/>
          </a:p>
          <a:p>
            <a:pPr marL="0" indent="0">
              <a:buNone/>
            </a:pPr>
            <a:r>
              <a:rPr lang="en-US" b="1" dirty="0">
                <a:latin typeface="INCONSOLATA" panose="020B0609030003000000" pitchFamily="49" charset="77"/>
              </a:rPr>
              <a:t> </a:t>
            </a:r>
            <a:endParaRPr lang="en-US" sz="2000" b="1" dirty="0">
              <a:latin typeface="INCONSOLATA" panose="020B0609030003000000" pitchFamily="49" charset="77"/>
            </a:endParaRPr>
          </a:p>
          <a:p>
            <a:pPr marL="0" indent="0">
              <a:buNone/>
            </a:pPr>
            <a:endParaRPr lang="en-US" sz="2000" b="1" dirty="0">
              <a:solidFill>
                <a:srgbClr val="000087"/>
              </a:solidFill>
              <a:latin typeface="INCONSOLATA" panose="020B0609030003000000" pitchFamily="49" charset="77"/>
            </a:endParaRPr>
          </a:p>
          <a:p>
            <a:pPr marL="0" indent="0">
              <a:buNone/>
            </a:pPr>
            <a:endParaRPr lang="en-US" sz="2000" b="1" dirty="0">
              <a:solidFill>
                <a:srgbClr val="00B050"/>
              </a:solidFill>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20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D83CB181-6AE6-A743-B2F5-C2EFF9C7B693}"/>
              </a:ext>
            </a:extLst>
          </p:cNvPr>
          <p:cNvSpPr>
            <a:spLocks noGrp="1"/>
          </p:cNvSpPr>
          <p:nvPr>
            <p:ph type="sldNum" sz="quarter" idx="12"/>
          </p:nvPr>
        </p:nvSpPr>
        <p:spPr/>
        <p:txBody>
          <a:bodyPr/>
          <a:lstStyle/>
          <a:p>
            <a:fld id="{D57F1E4F-1CFF-5643-939E-02111984F565}" type="slidenum">
              <a:rPr lang="en-US" smtClean="0"/>
              <a:t>22</a:t>
            </a:fld>
            <a:endParaRPr lang="en-US" dirty="0"/>
          </a:p>
        </p:txBody>
      </p:sp>
    </p:spTree>
    <p:extLst>
      <p:ext uri="{BB962C8B-B14F-4D97-AF65-F5344CB8AC3E}">
        <p14:creationId xmlns:p14="http://schemas.microsoft.com/office/powerpoint/2010/main" val="2335195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Run-time Errors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154" y="774395"/>
            <a:ext cx="8638390" cy="4765793"/>
          </a:xfrm>
        </p:spPr>
        <p:txBody>
          <a:bodyPr>
            <a:noAutofit/>
          </a:bodyPr>
          <a:lstStyle/>
          <a:p>
            <a:pPr marL="0" indent="0">
              <a:buNone/>
            </a:pPr>
            <a:endParaRPr lang="en-US" dirty="0"/>
          </a:p>
          <a:p>
            <a:pPr marL="0" indent="0">
              <a:buNone/>
            </a:pPr>
            <a:r>
              <a:rPr lang="en-US" dirty="0"/>
              <a:t>Another example of a run-time error is an </a:t>
            </a:r>
            <a:r>
              <a:rPr lang="en-US" b="1" dirty="0"/>
              <a:t>overflow error.  </a:t>
            </a:r>
            <a:r>
              <a:rPr lang="en-US" dirty="0"/>
              <a:t>An </a:t>
            </a:r>
            <a:r>
              <a:rPr lang="en-US" b="1" dirty="0"/>
              <a:t>overflow error</a:t>
            </a:r>
            <a:r>
              <a:rPr lang="en-US" i="1" dirty="0"/>
              <a:t> </a:t>
            </a:r>
            <a:r>
              <a:rPr lang="en-US" dirty="0"/>
              <a:t>is an error that occurs when a computer attempts to handle a number that is outside of the defined range of values. </a:t>
            </a:r>
          </a:p>
          <a:p>
            <a:pPr marL="0" indent="0">
              <a:buNone/>
            </a:pPr>
            <a:endParaRPr lang="en-US" sz="2000" b="1" dirty="0">
              <a:solidFill>
                <a:srgbClr val="000087"/>
              </a:solidFill>
              <a:latin typeface="Inconsolata" panose="020B0609030003000000" pitchFamily="49" charset="77"/>
            </a:endParaRPr>
          </a:p>
          <a:p>
            <a:pPr marL="0" indent="0">
              <a:buNone/>
            </a:pPr>
            <a:endParaRPr lang="en-US" sz="2000" b="1" dirty="0">
              <a:solidFill>
                <a:srgbClr val="00B050"/>
              </a:solidFill>
              <a:latin typeface="Inconsolata" panose="020B0609030003000000" pitchFamily="49" charset="77"/>
            </a:endParaRPr>
          </a:p>
          <a:p>
            <a:pPr marL="0" indent="0">
              <a:buNone/>
            </a:pPr>
            <a:r>
              <a:rPr lang="en-US" sz="2000" b="1" dirty="0">
                <a:latin typeface="Inconsolata" panose="020B0609030003000000" pitchFamily="49" charset="77"/>
              </a:rPr>
              <a:t>print(2.0 ** 10000) 	</a:t>
            </a:r>
            <a:r>
              <a:rPr lang="en-US" sz="2000" b="1" dirty="0">
                <a:solidFill>
                  <a:schemeClr val="accent1"/>
                </a:solidFill>
                <a:latin typeface="INCONSOLATA" panose="020B0609030003000000" pitchFamily="49" charset="77"/>
              </a:rPr>
              <a:t># </a:t>
            </a:r>
            <a:r>
              <a:rPr lang="en-US" b="1" dirty="0" err="1">
                <a:solidFill>
                  <a:schemeClr val="accent1"/>
                </a:solidFill>
                <a:latin typeface="INCONSOLATA" panose="020B0609030003000000" pitchFamily="49" charset="77"/>
              </a:rPr>
              <a:t>OverflowError</a:t>
            </a:r>
            <a:r>
              <a:rPr lang="en-US" b="1" dirty="0">
                <a:solidFill>
                  <a:schemeClr val="accent1"/>
                </a:solidFill>
                <a:latin typeface="INCONSOLATA" panose="020B0609030003000000" pitchFamily="49" charset="77"/>
              </a:rPr>
              <a:t>: 'Result too large'</a:t>
            </a:r>
            <a:endParaRPr lang="en-US" sz="2000" b="1" dirty="0">
              <a:solidFill>
                <a:schemeClr val="accent1"/>
              </a:solidFill>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D83CB181-6AE6-A743-B2F5-C2EFF9C7B693}"/>
              </a:ext>
            </a:extLst>
          </p:cNvPr>
          <p:cNvSpPr>
            <a:spLocks noGrp="1"/>
          </p:cNvSpPr>
          <p:nvPr>
            <p:ph type="sldNum" sz="quarter" idx="12"/>
          </p:nvPr>
        </p:nvSpPr>
        <p:spPr/>
        <p:txBody>
          <a:bodyPr/>
          <a:lstStyle/>
          <a:p>
            <a:fld id="{D57F1E4F-1CFF-5643-939E-02111984F565}" type="slidenum">
              <a:rPr lang="en-US" smtClean="0"/>
              <a:t>23</a:t>
            </a:fld>
            <a:endParaRPr lang="en-US" dirty="0"/>
          </a:p>
        </p:txBody>
      </p:sp>
    </p:spTree>
    <p:extLst>
      <p:ext uri="{BB962C8B-B14F-4D97-AF65-F5344CB8AC3E}">
        <p14:creationId xmlns:p14="http://schemas.microsoft.com/office/powerpoint/2010/main" val="2046322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Logic Errors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154" y="774395"/>
            <a:ext cx="9103944" cy="4940605"/>
          </a:xfrm>
        </p:spPr>
        <p:txBody>
          <a:bodyPr>
            <a:noAutofit/>
          </a:bodyPr>
          <a:lstStyle/>
          <a:p>
            <a:pPr marL="0" indent="0">
              <a:buNone/>
            </a:pPr>
            <a:r>
              <a:rPr lang="en-US" dirty="0"/>
              <a:t>The interpreter can detect syntax errors during the translation phase and uncover run-time exceptions during the execution phase. Both kinds of problems represent violations of the Python language. </a:t>
            </a:r>
          </a:p>
          <a:p>
            <a:pPr marL="0" indent="0">
              <a:buNone/>
            </a:pPr>
            <a:endParaRPr lang="en-US" dirty="0"/>
          </a:p>
          <a:p>
            <a:pPr marL="0" indent="0">
              <a:buNone/>
            </a:pPr>
            <a:r>
              <a:rPr lang="en-US" dirty="0"/>
              <a:t>Such errors are the easiest to repair because the interpreter indicates the exact location within the source code where it detected the problem. </a:t>
            </a:r>
          </a:p>
          <a:p>
            <a:pPr marL="0" indent="0">
              <a:buNone/>
            </a:pPr>
            <a:endParaRPr lang="en-US" sz="2000" b="1" dirty="0">
              <a:solidFill>
                <a:srgbClr val="000087"/>
              </a:solidFill>
              <a:latin typeface="Inconsolata" panose="020B0609030003000000" pitchFamily="49" charset="77"/>
            </a:endParaRPr>
          </a:p>
          <a:p>
            <a:pPr marL="0" indent="0">
              <a:buNone/>
            </a:pPr>
            <a:r>
              <a:rPr lang="en-US" dirty="0"/>
              <a:t>A </a:t>
            </a:r>
            <a:r>
              <a:rPr lang="en-US" b="1" dirty="0"/>
              <a:t>logic error </a:t>
            </a:r>
            <a:r>
              <a:rPr lang="en-US" dirty="0"/>
              <a:t>is a mistake in the algorithm or program that causes it to behave incorrectly or unexpectedly.  A logic error is subtle and will not cause the program to terminate. </a:t>
            </a:r>
            <a:endParaRPr lang="en-US" sz="2000" dirty="0"/>
          </a:p>
          <a:p>
            <a:pPr marL="0" indent="0">
              <a:buNone/>
            </a:pPr>
            <a:endParaRPr lang="en-US" sz="2000" b="1" dirty="0">
              <a:solidFill>
                <a:srgbClr val="000087"/>
              </a:solidFill>
              <a:latin typeface="Inconsolata" panose="020B0609030003000000" pitchFamily="49" charset="77"/>
            </a:endParaRPr>
          </a:p>
          <a:p>
            <a:pPr marL="0" indent="0">
              <a:buNone/>
            </a:pPr>
            <a:endParaRPr lang="en-US" sz="2000" dirty="0"/>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D83CB181-6AE6-A743-B2F5-C2EFF9C7B693}"/>
              </a:ext>
            </a:extLst>
          </p:cNvPr>
          <p:cNvSpPr>
            <a:spLocks noGrp="1"/>
          </p:cNvSpPr>
          <p:nvPr>
            <p:ph type="sldNum" sz="quarter" idx="12"/>
          </p:nvPr>
        </p:nvSpPr>
        <p:spPr/>
        <p:txBody>
          <a:bodyPr/>
          <a:lstStyle/>
          <a:p>
            <a:fld id="{D57F1E4F-1CFF-5643-939E-02111984F565}" type="slidenum">
              <a:rPr lang="en-US" smtClean="0"/>
              <a:t>24</a:t>
            </a:fld>
            <a:endParaRPr lang="en-US" dirty="0"/>
          </a:p>
        </p:txBody>
      </p:sp>
    </p:spTree>
    <p:extLst>
      <p:ext uri="{BB962C8B-B14F-4D97-AF65-F5344CB8AC3E}">
        <p14:creationId xmlns:p14="http://schemas.microsoft.com/office/powerpoint/2010/main" val="4008236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18088" y="90509"/>
            <a:ext cx="7053542" cy="683886"/>
          </a:xfrm>
        </p:spPr>
        <p:txBody>
          <a:bodyPr/>
          <a:lstStyle/>
          <a:p>
            <a:r>
              <a:rPr lang="en-US" dirty="0"/>
              <a:t>Logic Errors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215154" y="774395"/>
            <a:ext cx="9103944" cy="4940605"/>
          </a:xfrm>
        </p:spPr>
        <p:txBody>
          <a:bodyPr>
            <a:noAutofit/>
          </a:bodyPr>
          <a:lstStyle/>
          <a:p>
            <a:pPr marL="0" indent="0">
              <a:buNone/>
            </a:pPr>
            <a:r>
              <a:rPr lang="en-US" dirty="0"/>
              <a:t>Consider the effects of replacing the expression dividend/divisor with divisor/dividend. </a:t>
            </a:r>
            <a:endParaRPr lang="en-US" sz="2000" dirty="0"/>
          </a:p>
          <a:p>
            <a:pPr marL="0" indent="0">
              <a:buNone/>
            </a:pPr>
            <a:endParaRPr lang="en-US" dirty="0"/>
          </a:p>
          <a:p>
            <a:pPr marL="0" indent="0">
              <a:buNone/>
            </a:pPr>
            <a:r>
              <a:rPr lang="en-US" dirty="0"/>
              <a:t>The program runs, and unless the user enters a value of zero for the dividend, the interpreter will report no errors. However, the answer it computes is not correct in general. </a:t>
            </a:r>
          </a:p>
          <a:p>
            <a:pPr marL="0" indent="0">
              <a:buNone/>
            </a:pPr>
            <a:endParaRPr lang="en-US" dirty="0"/>
          </a:p>
          <a:p>
            <a:pPr marL="0" indent="0">
              <a:buNone/>
            </a:pPr>
            <a:r>
              <a:rPr lang="en-US" dirty="0"/>
              <a:t>The only time the program will print the correct answer is when dividend equals divisor. </a:t>
            </a:r>
          </a:p>
          <a:p>
            <a:pPr marL="0" indent="0">
              <a:buNone/>
            </a:pPr>
            <a:endParaRPr lang="en-US" dirty="0"/>
          </a:p>
          <a:p>
            <a:pPr marL="0" indent="0">
              <a:buNone/>
            </a:pPr>
            <a:r>
              <a:rPr lang="en-US" dirty="0"/>
              <a:t>The program contains an error, but the interpreter is unable detect the problem. An error of this type is known as a </a:t>
            </a:r>
            <a:r>
              <a:rPr lang="en-US" b="1" dirty="0"/>
              <a:t>logic error</a:t>
            </a:r>
            <a:r>
              <a:rPr lang="en-US" i="1" dirty="0"/>
              <a:t>.</a:t>
            </a:r>
            <a:endParaRPr lang="en-US" sz="2000" dirty="0"/>
          </a:p>
          <a:p>
            <a:pPr marL="0" indent="0">
              <a:buNone/>
            </a:pPr>
            <a:endParaRPr lang="en-US" sz="1900" b="1" dirty="0">
              <a:latin typeface="Inconsolata" panose="020B0609030003000000" pitchFamily="49" charset="77"/>
            </a:endParaRPr>
          </a:p>
          <a:p>
            <a:pPr marL="0" indent="0">
              <a:buNone/>
            </a:pPr>
            <a:endParaRPr lang="en-US" sz="1900" b="1" dirty="0">
              <a:latin typeface="Inconsolata" panose="020B0609030003000000" pitchFamily="49" charset="77"/>
            </a:endParaRPr>
          </a:p>
        </p:txBody>
      </p:sp>
      <p:sp>
        <p:nvSpPr>
          <p:cNvPr id="3" name="Slide Number Placeholder 2">
            <a:extLst>
              <a:ext uri="{FF2B5EF4-FFF2-40B4-BE49-F238E27FC236}">
                <a16:creationId xmlns:a16="http://schemas.microsoft.com/office/drawing/2014/main" id="{D83CB181-6AE6-A743-B2F5-C2EFF9C7B693}"/>
              </a:ext>
            </a:extLst>
          </p:cNvPr>
          <p:cNvSpPr>
            <a:spLocks noGrp="1"/>
          </p:cNvSpPr>
          <p:nvPr>
            <p:ph type="sldNum" sz="quarter" idx="12"/>
          </p:nvPr>
        </p:nvSpPr>
        <p:spPr/>
        <p:txBody>
          <a:bodyPr/>
          <a:lstStyle/>
          <a:p>
            <a:fld id="{D57F1E4F-1CFF-5643-939E-02111984F565}" type="slidenum">
              <a:rPr lang="en-US" smtClean="0"/>
              <a:t>25</a:t>
            </a:fld>
            <a:endParaRPr lang="en-US" dirty="0"/>
          </a:p>
        </p:txBody>
      </p:sp>
    </p:spTree>
    <p:extLst>
      <p:ext uri="{BB962C8B-B14F-4D97-AF65-F5344CB8AC3E}">
        <p14:creationId xmlns:p14="http://schemas.microsoft.com/office/powerpoint/2010/main" val="2653600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44802" y="36368"/>
            <a:ext cx="7053542" cy="683886"/>
          </a:xfrm>
        </p:spPr>
        <p:txBody>
          <a:bodyPr/>
          <a:lstStyle/>
          <a:p>
            <a:r>
              <a:rPr lang="en-US" dirty="0">
                <a:solidFill>
                  <a:srgbClr val="FF0000"/>
                </a:solidFill>
              </a:rPr>
              <a:t>AP Exam Info</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44802" y="622822"/>
            <a:ext cx="8999198" cy="5092177"/>
          </a:xfrm>
        </p:spPr>
        <p:txBody>
          <a:bodyPr>
            <a:normAutofit/>
          </a:bodyPr>
          <a:lstStyle/>
          <a:p>
            <a:pPr marL="0" indent="0">
              <a:buNone/>
            </a:pPr>
            <a:endParaRPr lang="en-US" sz="2200" dirty="0">
              <a:latin typeface="Gill Sans MT" panose="020B0502020104020203" pitchFamily="34" charset="77"/>
            </a:endParaRPr>
          </a:p>
          <a:p>
            <a:pPr marL="0" indent="0">
              <a:buNone/>
            </a:pPr>
            <a:endParaRPr lang="en-US" sz="2200" dirty="0">
              <a:solidFill>
                <a:srgbClr val="000087"/>
              </a:solidFill>
              <a:latin typeface="Gill Sans MT" panose="020B0502020104020203" pitchFamily="34" charset="77"/>
            </a:endParaRPr>
          </a:p>
        </p:txBody>
      </p:sp>
      <p:sp>
        <p:nvSpPr>
          <p:cNvPr id="3" name="Slide Number Placeholder 2">
            <a:extLst>
              <a:ext uri="{FF2B5EF4-FFF2-40B4-BE49-F238E27FC236}">
                <a16:creationId xmlns:a16="http://schemas.microsoft.com/office/drawing/2014/main" id="{5877F43E-9D8A-A34D-9CF9-4BDF295A163E}"/>
              </a:ext>
            </a:extLst>
          </p:cNvPr>
          <p:cNvSpPr>
            <a:spLocks noGrp="1"/>
          </p:cNvSpPr>
          <p:nvPr>
            <p:ph type="sldNum" sz="quarter" idx="12"/>
          </p:nvPr>
        </p:nvSpPr>
        <p:spPr/>
        <p:txBody>
          <a:bodyPr/>
          <a:lstStyle/>
          <a:p>
            <a:fld id="{D57F1E4F-1CFF-5643-939E-02111984F565}" type="slidenum">
              <a:rPr lang="en-US" smtClean="0"/>
              <a:t>26</a:t>
            </a:fld>
            <a:endParaRPr lang="en-US" dirty="0"/>
          </a:p>
        </p:txBody>
      </p:sp>
      <p:pic>
        <p:nvPicPr>
          <p:cNvPr id="5" name="Picture 4">
            <a:extLst>
              <a:ext uri="{FF2B5EF4-FFF2-40B4-BE49-F238E27FC236}">
                <a16:creationId xmlns:a16="http://schemas.microsoft.com/office/drawing/2014/main" id="{34DFB7B2-9E7E-D84B-5222-61783EB4FEE5}"/>
              </a:ext>
            </a:extLst>
          </p:cNvPr>
          <p:cNvPicPr>
            <a:picLocks noChangeAspect="1"/>
          </p:cNvPicPr>
          <p:nvPr/>
        </p:nvPicPr>
        <p:blipFill>
          <a:blip r:embed="rId2"/>
          <a:stretch>
            <a:fillRect/>
          </a:stretch>
        </p:blipFill>
        <p:spPr>
          <a:xfrm>
            <a:off x="106168" y="867141"/>
            <a:ext cx="8859972" cy="3980718"/>
          </a:xfrm>
          <a:prstGeom prst="rect">
            <a:avLst/>
          </a:prstGeom>
        </p:spPr>
      </p:pic>
    </p:spTree>
    <p:extLst>
      <p:ext uri="{BB962C8B-B14F-4D97-AF65-F5344CB8AC3E}">
        <p14:creationId xmlns:p14="http://schemas.microsoft.com/office/powerpoint/2010/main" val="33446877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44802" y="36368"/>
            <a:ext cx="7053542" cy="683886"/>
          </a:xfrm>
        </p:spPr>
        <p:txBody>
          <a:bodyPr/>
          <a:lstStyle/>
          <a:p>
            <a:r>
              <a:rPr lang="en-US" dirty="0">
                <a:solidFill>
                  <a:srgbClr val="FF0000"/>
                </a:solidFill>
              </a:rPr>
              <a:t>AP Exam Info</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44802" y="622822"/>
            <a:ext cx="8999198" cy="5092177"/>
          </a:xfrm>
        </p:spPr>
        <p:txBody>
          <a:bodyPr>
            <a:normAutofit/>
          </a:bodyPr>
          <a:lstStyle/>
          <a:p>
            <a:pPr marL="0" indent="0">
              <a:buNone/>
            </a:pPr>
            <a:endParaRPr lang="en-US" sz="2200" dirty="0">
              <a:latin typeface="Gill Sans MT" panose="020B0502020104020203" pitchFamily="34" charset="77"/>
            </a:endParaRPr>
          </a:p>
          <a:p>
            <a:pPr marL="0" indent="0">
              <a:buNone/>
            </a:pPr>
            <a:endParaRPr lang="en-US" sz="2200" dirty="0">
              <a:solidFill>
                <a:srgbClr val="000087"/>
              </a:solidFill>
              <a:latin typeface="Gill Sans MT" panose="020B0502020104020203" pitchFamily="34" charset="77"/>
            </a:endParaRPr>
          </a:p>
        </p:txBody>
      </p:sp>
      <p:sp>
        <p:nvSpPr>
          <p:cNvPr id="3" name="Slide Number Placeholder 2">
            <a:extLst>
              <a:ext uri="{FF2B5EF4-FFF2-40B4-BE49-F238E27FC236}">
                <a16:creationId xmlns:a16="http://schemas.microsoft.com/office/drawing/2014/main" id="{5877F43E-9D8A-A34D-9CF9-4BDF295A163E}"/>
              </a:ext>
            </a:extLst>
          </p:cNvPr>
          <p:cNvSpPr>
            <a:spLocks noGrp="1"/>
          </p:cNvSpPr>
          <p:nvPr>
            <p:ph type="sldNum" sz="quarter" idx="12"/>
          </p:nvPr>
        </p:nvSpPr>
        <p:spPr/>
        <p:txBody>
          <a:bodyPr/>
          <a:lstStyle/>
          <a:p>
            <a:fld id="{D57F1E4F-1CFF-5643-939E-02111984F565}" type="slidenum">
              <a:rPr lang="en-US" smtClean="0"/>
              <a:t>27</a:t>
            </a:fld>
            <a:endParaRPr lang="en-US" dirty="0"/>
          </a:p>
        </p:txBody>
      </p:sp>
      <p:pic>
        <p:nvPicPr>
          <p:cNvPr id="4" name="Picture 3">
            <a:extLst>
              <a:ext uri="{FF2B5EF4-FFF2-40B4-BE49-F238E27FC236}">
                <a16:creationId xmlns:a16="http://schemas.microsoft.com/office/drawing/2014/main" id="{911989E4-8E15-1F4B-E95E-774E392A9C5D}"/>
              </a:ext>
            </a:extLst>
          </p:cNvPr>
          <p:cNvPicPr>
            <a:picLocks noChangeAspect="1"/>
          </p:cNvPicPr>
          <p:nvPr/>
        </p:nvPicPr>
        <p:blipFill>
          <a:blip r:embed="rId2"/>
          <a:stretch>
            <a:fillRect/>
          </a:stretch>
        </p:blipFill>
        <p:spPr>
          <a:xfrm>
            <a:off x="144801" y="1063138"/>
            <a:ext cx="8761073" cy="3105450"/>
          </a:xfrm>
          <a:prstGeom prst="rect">
            <a:avLst/>
          </a:prstGeom>
        </p:spPr>
      </p:pic>
      <p:sp>
        <p:nvSpPr>
          <p:cNvPr id="6" name="TextBox 5">
            <a:extLst>
              <a:ext uri="{FF2B5EF4-FFF2-40B4-BE49-F238E27FC236}">
                <a16:creationId xmlns:a16="http://schemas.microsoft.com/office/drawing/2014/main" id="{2A898F77-694A-0DE3-8532-CD4AF56BEF5A}"/>
              </a:ext>
            </a:extLst>
          </p:cNvPr>
          <p:cNvSpPr txBox="1"/>
          <p:nvPr/>
        </p:nvSpPr>
        <p:spPr>
          <a:xfrm>
            <a:off x="144801" y="4511472"/>
            <a:ext cx="6410666" cy="769441"/>
          </a:xfrm>
          <a:prstGeom prst="rect">
            <a:avLst/>
          </a:prstGeom>
          <a:noFill/>
        </p:spPr>
        <p:txBody>
          <a:bodyPr wrap="none" rtlCol="0">
            <a:spAutoFit/>
          </a:bodyPr>
          <a:lstStyle/>
          <a:p>
            <a:r>
              <a:rPr lang="en-US" sz="2200">
                <a:solidFill>
                  <a:srgbClr val="FF0000"/>
                </a:solidFill>
              </a:rPr>
              <a:t>Note that there is no floor division on the AP exam.</a:t>
            </a:r>
          </a:p>
          <a:p>
            <a:r>
              <a:rPr lang="en-US" sz="2200">
                <a:solidFill>
                  <a:srgbClr val="FF0000"/>
                </a:solidFill>
              </a:rPr>
              <a:t>On the AP, like Python, the operator / is true division.  </a:t>
            </a:r>
          </a:p>
        </p:txBody>
      </p:sp>
    </p:spTree>
    <p:extLst>
      <p:ext uri="{BB962C8B-B14F-4D97-AF65-F5344CB8AC3E}">
        <p14:creationId xmlns:p14="http://schemas.microsoft.com/office/powerpoint/2010/main" val="9144093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24252" y="117706"/>
            <a:ext cx="7053542" cy="683886"/>
          </a:xfrm>
        </p:spPr>
        <p:txBody>
          <a:bodyPr/>
          <a:lstStyle/>
          <a:p>
            <a:r>
              <a:rPr lang="en-US" dirty="0"/>
              <a:t>Lab 1: Modulo Operator</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24252" y="801592"/>
            <a:ext cx="8411321" cy="4913407"/>
          </a:xfrm>
        </p:spPr>
        <p:txBody>
          <a:bodyPr>
            <a:noAutofit/>
          </a:bodyPr>
          <a:lstStyle/>
          <a:p>
            <a:pPr marL="0" indent="0">
              <a:buNone/>
            </a:pPr>
            <a:r>
              <a:rPr lang="en-US" dirty="0"/>
              <a:t>Create a new </a:t>
            </a:r>
            <a:r>
              <a:rPr lang="en-US" dirty="0" err="1"/>
              <a:t>repl</a:t>
            </a:r>
            <a:r>
              <a:rPr lang="en-US" dirty="0"/>
              <a:t> on </a:t>
            </a:r>
            <a:r>
              <a:rPr lang="en-US" dirty="0" err="1"/>
              <a:t>repl.it</a:t>
            </a:r>
            <a:r>
              <a:rPr lang="en-US" dirty="0"/>
              <a:t>. Write code to match the following console output. Underline numbers are user inputs; you must use the input() function. </a:t>
            </a:r>
          </a:p>
          <a:p>
            <a:pPr marL="0" indent="0">
              <a:buNone/>
            </a:pPr>
            <a:r>
              <a:rPr lang="en-US" dirty="0">
                <a:solidFill>
                  <a:srgbClr val="FF0000"/>
                </a:solidFill>
              </a:rPr>
              <a:t>Create the following variables: ones, tens and hundreds </a:t>
            </a:r>
          </a:p>
          <a:p>
            <a:pPr marL="0" indent="0">
              <a:buNone/>
            </a:pPr>
            <a:r>
              <a:rPr lang="en-US" dirty="0"/>
              <a:t>Enter a three-digit number: </a:t>
            </a:r>
            <a:r>
              <a:rPr lang="en-US" u="sng" dirty="0"/>
              <a:t>245</a:t>
            </a:r>
          </a:p>
          <a:p>
            <a:pPr marL="0" indent="0">
              <a:buNone/>
            </a:pPr>
            <a:r>
              <a:rPr lang="en-US" dirty="0"/>
              <a:t>The sum of the digits of 245 is 11.</a:t>
            </a:r>
          </a:p>
          <a:p>
            <a:pPr marL="0" indent="0">
              <a:buNone/>
            </a:pPr>
            <a:endParaRPr lang="en-US" dirty="0"/>
          </a:p>
          <a:p>
            <a:pPr marL="0" indent="0">
              <a:buNone/>
            </a:pPr>
            <a:r>
              <a:rPr lang="en-US" dirty="0">
                <a:solidFill>
                  <a:srgbClr val="FF0000"/>
                </a:solidFill>
              </a:rPr>
              <a:t>Create the following variables: quarters, dimes, nickels and pennies. </a:t>
            </a:r>
          </a:p>
          <a:p>
            <a:pPr marL="0" indent="0">
              <a:buNone/>
            </a:pPr>
            <a:r>
              <a:rPr lang="en-US" dirty="0"/>
              <a:t>Enter amount in cents: </a:t>
            </a:r>
            <a:r>
              <a:rPr lang="en-US" u="sng" dirty="0"/>
              <a:t>137</a:t>
            </a:r>
          </a:p>
          <a:p>
            <a:pPr marL="0" indent="0">
              <a:buNone/>
            </a:pPr>
            <a:r>
              <a:rPr lang="en-US" dirty="0"/>
              <a:t>Number of quarters: 5 </a:t>
            </a:r>
          </a:p>
          <a:p>
            <a:pPr marL="0" indent="0">
              <a:buNone/>
            </a:pPr>
            <a:r>
              <a:rPr lang="en-US" dirty="0"/>
              <a:t>Number of dimes: 1</a:t>
            </a:r>
          </a:p>
          <a:p>
            <a:pPr marL="0" indent="0">
              <a:buNone/>
            </a:pPr>
            <a:r>
              <a:rPr lang="en-US" dirty="0"/>
              <a:t>Number of nickels: 0 </a:t>
            </a:r>
          </a:p>
          <a:p>
            <a:pPr marL="0" indent="0">
              <a:buNone/>
            </a:pPr>
            <a:r>
              <a:rPr lang="en-US" dirty="0"/>
              <a:t>Number of pennies: 2</a:t>
            </a:r>
          </a:p>
          <a:p>
            <a:pPr marL="0" indent="0">
              <a:buNone/>
            </a:pPr>
            <a:endParaRPr lang="en-US" dirty="0"/>
          </a:p>
        </p:txBody>
      </p:sp>
      <p:sp>
        <p:nvSpPr>
          <p:cNvPr id="3" name="Slide Number Placeholder 2">
            <a:extLst>
              <a:ext uri="{FF2B5EF4-FFF2-40B4-BE49-F238E27FC236}">
                <a16:creationId xmlns:a16="http://schemas.microsoft.com/office/drawing/2014/main" id="{4C9FD257-5B98-D746-8399-DFB1F5688E35}"/>
              </a:ext>
            </a:extLst>
          </p:cNvPr>
          <p:cNvSpPr>
            <a:spLocks noGrp="1"/>
          </p:cNvSpPr>
          <p:nvPr>
            <p:ph type="sldNum" sz="quarter" idx="12"/>
          </p:nvPr>
        </p:nvSpPr>
        <p:spPr/>
        <p:txBody>
          <a:bodyPr/>
          <a:lstStyle/>
          <a:p>
            <a:fld id="{D57F1E4F-1CFF-5643-939E-02111984F565}" type="slidenum">
              <a:rPr lang="en-US" smtClean="0"/>
              <a:t>28</a:t>
            </a:fld>
            <a:endParaRPr lang="en-US" dirty="0"/>
          </a:p>
        </p:txBody>
      </p:sp>
    </p:spTree>
    <p:extLst>
      <p:ext uri="{BB962C8B-B14F-4D97-AF65-F5344CB8AC3E}">
        <p14:creationId xmlns:p14="http://schemas.microsoft.com/office/powerpoint/2010/main" val="39934836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A228F-61D0-D949-A5E7-F83756230BF8}"/>
              </a:ext>
            </a:extLst>
          </p:cNvPr>
          <p:cNvSpPr>
            <a:spLocks noGrp="1"/>
          </p:cNvSpPr>
          <p:nvPr>
            <p:ph type="title"/>
          </p:nvPr>
        </p:nvSpPr>
        <p:spPr>
          <a:xfrm>
            <a:off x="196171" y="123497"/>
            <a:ext cx="7053542" cy="683886"/>
          </a:xfrm>
        </p:spPr>
        <p:txBody>
          <a:bodyPr/>
          <a:lstStyle/>
          <a:p>
            <a:r>
              <a:rPr lang="en-US" dirty="0"/>
              <a:t>References</a:t>
            </a:r>
          </a:p>
        </p:txBody>
      </p:sp>
      <p:sp>
        <p:nvSpPr>
          <p:cNvPr id="9" name="Content Placeholder 8">
            <a:extLst>
              <a:ext uri="{FF2B5EF4-FFF2-40B4-BE49-F238E27FC236}">
                <a16:creationId xmlns:a16="http://schemas.microsoft.com/office/drawing/2014/main" id="{E3B2E017-30B2-884B-A113-B419A2ED51AD}"/>
              </a:ext>
            </a:extLst>
          </p:cNvPr>
          <p:cNvSpPr>
            <a:spLocks noGrp="1"/>
          </p:cNvSpPr>
          <p:nvPr>
            <p:ph idx="1"/>
          </p:nvPr>
        </p:nvSpPr>
        <p:spPr>
          <a:xfrm>
            <a:off x="196171" y="729465"/>
            <a:ext cx="8751657" cy="4561726"/>
          </a:xfrm>
        </p:spPr>
        <p:txBody>
          <a:bodyPr>
            <a:noAutofit/>
          </a:bodyPr>
          <a:lstStyle/>
          <a:p>
            <a:pPr marL="0" indent="0">
              <a:buNone/>
            </a:pPr>
            <a:endParaRPr lang="en-US" dirty="0"/>
          </a:p>
          <a:p>
            <a:pPr marL="0" indent="0">
              <a:buNone/>
            </a:pPr>
            <a:endParaRPr lang="en-US" dirty="0"/>
          </a:p>
          <a:p>
            <a:pPr marL="0" indent="0">
              <a:buNone/>
            </a:pPr>
            <a:endParaRPr lang="en-US" dirty="0"/>
          </a:p>
          <a:p>
            <a:pPr marL="457200" indent="-457200">
              <a:buAutoNum type="arabicParenR"/>
            </a:pPr>
            <a:r>
              <a:rPr lang="en-US" dirty="0" err="1"/>
              <a:t>Vanderplas</a:t>
            </a:r>
            <a:r>
              <a:rPr lang="en-US" dirty="0"/>
              <a:t>, Jake, A Whirlwind Tour of Python</a:t>
            </a:r>
            <a:r>
              <a:rPr lang="en-US"/>
              <a:t>, O’Reilly </a:t>
            </a:r>
            <a:r>
              <a:rPr lang="en-US" dirty="0"/>
              <a:t>Media. </a:t>
            </a:r>
          </a:p>
          <a:p>
            <a:pPr marL="0" indent="0">
              <a:buNone/>
            </a:pPr>
            <a:r>
              <a:rPr lang="en-US" dirty="0"/>
              <a:t>This book is completely free and can be downloaded online at </a:t>
            </a:r>
            <a:r>
              <a:rPr lang="en-US" dirty="0" err="1"/>
              <a:t>O’reilly’s</a:t>
            </a:r>
            <a:r>
              <a:rPr lang="en-US" dirty="0"/>
              <a:t> site. </a:t>
            </a:r>
          </a:p>
          <a:p>
            <a:pPr marL="0" indent="0">
              <a:buNone/>
            </a:pPr>
            <a:endParaRPr lang="en-US" dirty="0"/>
          </a:p>
        </p:txBody>
      </p:sp>
      <p:sp>
        <p:nvSpPr>
          <p:cNvPr id="3" name="Slide Number Placeholder 2">
            <a:extLst>
              <a:ext uri="{FF2B5EF4-FFF2-40B4-BE49-F238E27FC236}">
                <a16:creationId xmlns:a16="http://schemas.microsoft.com/office/drawing/2014/main" id="{2DE8E440-62D0-9D48-9B65-FA37395D0761}"/>
              </a:ext>
            </a:extLst>
          </p:cNvPr>
          <p:cNvSpPr>
            <a:spLocks noGrp="1"/>
          </p:cNvSpPr>
          <p:nvPr>
            <p:ph type="sldNum" sz="quarter" idx="12"/>
          </p:nvPr>
        </p:nvSpPr>
        <p:spPr/>
        <p:txBody>
          <a:bodyPr/>
          <a:lstStyle/>
          <a:p>
            <a:fld id="{D57F1E4F-1CFF-5643-939E-02111984F565}" type="slidenum">
              <a:rPr lang="en-US" smtClean="0"/>
              <a:t>29</a:t>
            </a:fld>
            <a:endParaRPr lang="en-US" dirty="0"/>
          </a:p>
        </p:txBody>
      </p:sp>
    </p:spTree>
    <p:extLst>
      <p:ext uri="{BB962C8B-B14F-4D97-AF65-F5344CB8AC3E}">
        <p14:creationId xmlns:p14="http://schemas.microsoft.com/office/powerpoint/2010/main" val="143871186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10543</TotalTime>
  <Words>2215</Words>
  <Application>Microsoft Macintosh PowerPoint</Application>
  <PresentationFormat>On-screen Show (16:10)</PresentationFormat>
  <Paragraphs>366</Paragraphs>
  <Slides>29</Slides>
  <Notes>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29</vt:i4>
      </vt:variant>
    </vt:vector>
  </HeadingPairs>
  <TitlesOfParts>
    <vt:vector size="39" baseType="lpstr">
      <vt:lpstr>ＭＳ Ｐゴシック</vt:lpstr>
      <vt:lpstr>Arial</vt:lpstr>
      <vt:lpstr>Calibri</vt:lpstr>
      <vt:lpstr>Courier New</vt:lpstr>
      <vt:lpstr>Gill Sans MT</vt:lpstr>
      <vt:lpstr>Inconsolata</vt:lpstr>
      <vt:lpstr>Inconsolata</vt:lpstr>
      <vt:lpstr>LuxiMono</vt:lpstr>
      <vt:lpstr>Times New Roman</vt:lpstr>
      <vt:lpstr>Office Theme</vt:lpstr>
      <vt:lpstr>Introduction to Python</vt:lpstr>
      <vt:lpstr>Topics</vt:lpstr>
      <vt:lpstr>Arithmetic Operations</vt:lpstr>
      <vt:lpstr>Mixing Types</vt:lpstr>
      <vt:lpstr>True Division vs Floor Division</vt:lpstr>
      <vt:lpstr>Remainder with %</vt:lpstr>
      <vt:lpstr>Modulo Operator</vt:lpstr>
      <vt:lpstr>Why floor and modulo division are useful</vt:lpstr>
      <vt:lpstr>Why the modulo operator is useful</vt:lpstr>
      <vt:lpstr>Expressions</vt:lpstr>
      <vt:lpstr>Extracting Digits</vt:lpstr>
      <vt:lpstr>Extracting Digits</vt:lpstr>
      <vt:lpstr>Exponentiation and Negation</vt:lpstr>
      <vt:lpstr>Operator Precedence</vt:lpstr>
      <vt:lpstr>Operator Precedence</vt:lpstr>
      <vt:lpstr>Augmented Assignment</vt:lpstr>
      <vt:lpstr>Augmented Assignment</vt:lpstr>
      <vt:lpstr>String Concatenation</vt:lpstr>
      <vt:lpstr>Errors</vt:lpstr>
      <vt:lpstr>Syntax Errors</vt:lpstr>
      <vt:lpstr>Run-time Errors</vt:lpstr>
      <vt:lpstr>Run-time Errors</vt:lpstr>
      <vt:lpstr>Run-time Errors</vt:lpstr>
      <vt:lpstr>Logic Errors</vt:lpstr>
      <vt:lpstr>Logic Errors</vt:lpstr>
      <vt:lpstr>AP Exam Info</vt:lpstr>
      <vt:lpstr>AP Exam Info</vt:lpstr>
      <vt:lpstr>Lab 1: Modulo Operator</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Coding Games in Python</dc:title>
  <dc:creator>Long B Nguyen</dc:creator>
  <cp:lastModifiedBy>Long B Nguyen</cp:lastModifiedBy>
  <cp:revision>1</cp:revision>
  <cp:lastPrinted>2019-09-09T17:45:40Z</cp:lastPrinted>
  <dcterms:created xsi:type="dcterms:W3CDTF">2019-05-29T16:38:51Z</dcterms:created>
  <dcterms:modified xsi:type="dcterms:W3CDTF">2025-09-15T14:16:41Z</dcterms:modified>
</cp:coreProperties>
</file>